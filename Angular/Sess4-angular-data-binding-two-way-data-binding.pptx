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70" r:id="rId11"/>
    <p:sldId id="271" r:id="rId12"/>
    <p:sldId id="264" r:id="rId13"/>
    <p:sldId id="272" r:id="rId14"/>
    <p:sldId id="273" r:id="rId15"/>
    <p:sldId id="265" r:id="rId16"/>
    <p:sldId id="274" r:id="rId17"/>
    <p:sldId id="266" r:id="rId18"/>
    <p:sldId id="26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2F25E7-2894-41DD-87B0-5E251FF9E7F1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IN"/>
        </a:p>
      </dgm:t>
    </dgm:pt>
    <dgm:pt modelId="{EDCB8148-3E81-43D8-9591-2FD16F5BABF7}">
      <dgm:prSet/>
      <dgm:spPr/>
      <dgm:t>
        <a:bodyPr/>
        <a:lstStyle/>
        <a:p>
          <a:r>
            <a:rPr lang="en-US"/>
            <a:t>Angular supports two main categories of data binding: </a:t>
          </a:r>
          <a:endParaRPr lang="en-IN"/>
        </a:p>
      </dgm:t>
    </dgm:pt>
    <dgm:pt modelId="{59BA8F63-8B2D-4D28-AE97-A16DC5FEDB83}" type="parTrans" cxnId="{CB59106B-AB32-4958-9BE0-B295E354DB79}">
      <dgm:prSet/>
      <dgm:spPr/>
      <dgm:t>
        <a:bodyPr/>
        <a:lstStyle/>
        <a:p>
          <a:endParaRPr lang="en-IN"/>
        </a:p>
      </dgm:t>
    </dgm:pt>
    <dgm:pt modelId="{9065EBF3-29FB-4163-88C5-5AB7ED14B48C}" type="sibTrans" cxnId="{CB59106B-AB32-4958-9BE0-B295E354DB79}">
      <dgm:prSet/>
      <dgm:spPr/>
      <dgm:t>
        <a:bodyPr/>
        <a:lstStyle/>
        <a:p>
          <a:endParaRPr lang="en-IN"/>
        </a:p>
      </dgm:t>
    </dgm:pt>
    <dgm:pt modelId="{176F7BE0-1348-4EAA-AE12-0AABCBBB1141}">
      <dgm:prSet/>
      <dgm:spPr/>
      <dgm:t>
        <a:bodyPr/>
        <a:lstStyle/>
        <a:p>
          <a:r>
            <a:rPr lang="en-US"/>
            <a:t>One-Way Data Binding (unidirectional) and </a:t>
          </a:r>
          <a:endParaRPr lang="en-IN"/>
        </a:p>
      </dgm:t>
    </dgm:pt>
    <dgm:pt modelId="{DE4B9336-20FA-48A6-9576-92BFA3C74D7A}" type="parTrans" cxnId="{9696810A-078B-442C-8FD1-2FBA448C45BF}">
      <dgm:prSet/>
      <dgm:spPr/>
      <dgm:t>
        <a:bodyPr/>
        <a:lstStyle/>
        <a:p>
          <a:endParaRPr lang="en-IN"/>
        </a:p>
      </dgm:t>
    </dgm:pt>
    <dgm:pt modelId="{43DA47D3-B330-4C8C-921E-17070FF6EDBA}" type="sibTrans" cxnId="{9696810A-078B-442C-8FD1-2FBA448C45BF}">
      <dgm:prSet/>
      <dgm:spPr/>
      <dgm:t>
        <a:bodyPr/>
        <a:lstStyle/>
        <a:p>
          <a:endParaRPr lang="en-IN"/>
        </a:p>
      </dgm:t>
    </dgm:pt>
    <dgm:pt modelId="{4614F8A8-2454-468A-8A5D-013C8873624C}">
      <dgm:prSet/>
      <dgm:spPr/>
      <dgm:t>
        <a:bodyPr/>
        <a:lstStyle/>
        <a:p>
          <a:r>
            <a:rPr lang="en-US"/>
            <a:t>Two-Way Data Binding (bidirectional). </a:t>
          </a:r>
          <a:endParaRPr lang="en-IN"/>
        </a:p>
      </dgm:t>
    </dgm:pt>
    <dgm:pt modelId="{161B176C-1016-4ABD-B4F4-F5CF83FA9492}" type="parTrans" cxnId="{F2A91D53-EE2A-41C8-BB21-CFE5EBA256F1}">
      <dgm:prSet/>
      <dgm:spPr/>
      <dgm:t>
        <a:bodyPr/>
        <a:lstStyle/>
        <a:p>
          <a:endParaRPr lang="en-IN"/>
        </a:p>
      </dgm:t>
    </dgm:pt>
    <dgm:pt modelId="{D11D988F-6B83-4196-8CE5-75ACCBAA059C}" type="sibTrans" cxnId="{F2A91D53-EE2A-41C8-BB21-CFE5EBA256F1}">
      <dgm:prSet/>
      <dgm:spPr/>
      <dgm:t>
        <a:bodyPr/>
        <a:lstStyle/>
        <a:p>
          <a:endParaRPr lang="en-IN"/>
        </a:p>
      </dgm:t>
    </dgm:pt>
    <dgm:pt modelId="{AA0B7490-4D3A-4F54-A179-5732CB956F07}">
      <dgm:prSet/>
      <dgm:spPr/>
      <dgm:t>
        <a:bodyPr/>
        <a:lstStyle/>
        <a:p>
          <a:r>
            <a:rPr lang="en-US"/>
            <a:t>These mechanisms synchronize data between the component's TypeScript logic and the HTML view template, using specific syntax for different types of data flow.</a:t>
          </a:r>
          <a:endParaRPr lang="en-IN"/>
        </a:p>
      </dgm:t>
    </dgm:pt>
    <dgm:pt modelId="{45DE57CF-50CB-4D95-879F-DAA8FB07F71B}" type="parTrans" cxnId="{F343C056-0883-4934-8034-C4AED40C198B}">
      <dgm:prSet/>
      <dgm:spPr/>
      <dgm:t>
        <a:bodyPr/>
        <a:lstStyle/>
        <a:p>
          <a:endParaRPr lang="en-IN"/>
        </a:p>
      </dgm:t>
    </dgm:pt>
    <dgm:pt modelId="{6C1EC778-1980-444E-827B-FCF723B32E7C}" type="sibTrans" cxnId="{F343C056-0883-4934-8034-C4AED40C198B}">
      <dgm:prSet/>
      <dgm:spPr/>
      <dgm:t>
        <a:bodyPr/>
        <a:lstStyle/>
        <a:p>
          <a:endParaRPr lang="en-IN"/>
        </a:p>
      </dgm:t>
    </dgm:pt>
    <dgm:pt modelId="{3A99D3AD-31D6-416C-9506-751F8DC3E237}" type="pres">
      <dgm:prSet presAssocID="{3A2F25E7-2894-41DD-87B0-5E251FF9E7F1}" presName="linear" presStyleCnt="0">
        <dgm:presLayoutVars>
          <dgm:animLvl val="lvl"/>
          <dgm:resizeHandles val="exact"/>
        </dgm:presLayoutVars>
      </dgm:prSet>
      <dgm:spPr/>
    </dgm:pt>
    <dgm:pt modelId="{E2C4D7EA-2466-4F3E-AB20-46F8A53B199F}" type="pres">
      <dgm:prSet presAssocID="{EDCB8148-3E81-43D8-9591-2FD16F5BABF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8025890-D7DF-483D-BF1A-A10CD7FA568B}" type="pres">
      <dgm:prSet presAssocID="{EDCB8148-3E81-43D8-9591-2FD16F5BABF7}" presName="childText" presStyleLbl="revTx" presStyleIdx="0" presStyleCnt="1">
        <dgm:presLayoutVars>
          <dgm:bulletEnabled val="1"/>
        </dgm:presLayoutVars>
      </dgm:prSet>
      <dgm:spPr/>
    </dgm:pt>
    <dgm:pt modelId="{000091DE-F965-4DC7-A764-795109CE4ADC}" type="pres">
      <dgm:prSet presAssocID="{AA0B7490-4D3A-4F54-A179-5732CB956F0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696810A-078B-442C-8FD1-2FBA448C45BF}" srcId="{EDCB8148-3E81-43D8-9591-2FD16F5BABF7}" destId="{176F7BE0-1348-4EAA-AE12-0AABCBBB1141}" srcOrd="0" destOrd="0" parTransId="{DE4B9336-20FA-48A6-9576-92BFA3C74D7A}" sibTransId="{43DA47D3-B330-4C8C-921E-17070FF6EDBA}"/>
    <dgm:cxn modelId="{92346D49-65C1-4E59-B745-0DEE63C2F2FE}" type="presOf" srcId="{176F7BE0-1348-4EAA-AE12-0AABCBBB1141}" destId="{D8025890-D7DF-483D-BF1A-A10CD7FA568B}" srcOrd="0" destOrd="0" presId="urn:microsoft.com/office/officeart/2005/8/layout/vList2"/>
    <dgm:cxn modelId="{CB59106B-AB32-4958-9BE0-B295E354DB79}" srcId="{3A2F25E7-2894-41DD-87B0-5E251FF9E7F1}" destId="{EDCB8148-3E81-43D8-9591-2FD16F5BABF7}" srcOrd="0" destOrd="0" parTransId="{59BA8F63-8B2D-4D28-AE97-A16DC5FEDB83}" sibTransId="{9065EBF3-29FB-4163-88C5-5AB7ED14B48C}"/>
    <dgm:cxn modelId="{F2A91D53-EE2A-41C8-BB21-CFE5EBA256F1}" srcId="{EDCB8148-3E81-43D8-9591-2FD16F5BABF7}" destId="{4614F8A8-2454-468A-8A5D-013C8873624C}" srcOrd="1" destOrd="0" parTransId="{161B176C-1016-4ABD-B4F4-F5CF83FA9492}" sibTransId="{D11D988F-6B83-4196-8CE5-75ACCBAA059C}"/>
    <dgm:cxn modelId="{F343C056-0883-4934-8034-C4AED40C198B}" srcId="{3A2F25E7-2894-41DD-87B0-5E251FF9E7F1}" destId="{AA0B7490-4D3A-4F54-A179-5732CB956F07}" srcOrd="1" destOrd="0" parTransId="{45DE57CF-50CB-4D95-879F-DAA8FB07F71B}" sibTransId="{6C1EC778-1980-444E-827B-FCF723B32E7C}"/>
    <dgm:cxn modelId="{E86A9D7C-3CF7-48EB-8D10-2CFC452CEB11}" type="presOf" srcId="{3A2F25E7-2894-41DD-87B0-5E251FF9E7F1}" destId="{3A99D3AD-31D6-416C-9506-751F8DC3E237}" srcOrd="0" destOrd="0" presId="urn:microsoft.com/office/officeart/2005/8/layout/vList2"/>
    <dgm:cxn modelId="{B57599A9-F567-4D6C-B763-AC3B9AA79E8F}" type="presOf" srcId="{4614F8A8-2454-468A-8A5D-013C8873624C}" destId="{D8025890-D7DF-483D-BF1A-A10CD7FA568B}" srcOrd="0" destOrd="1" presId="urn:microsoft.com/office/officeart/2005/8/layout/vList2"/>
    <dgm:cxn modelId="{69BC8BDF-7A6C-4211-85E3-831BC15FA39E}" type="presOf" srcId="{AA0B7490-4D3A-4F54-A179-5732CB956F07}" destId="{000091DE-F965-4DC7-A764-795109CE4ADC}" srcOrd="0" destOrd="0" presId="urn:microsoft.com/office/officeart/2005/8/layout/vList2"/>
    <dgm:cxn modelId="{56A051FC-5976-4445-804B-2C0B7B5EFD05}" type="presOf" srcId="{EDCB8148-3E81-43D8-9591-2FD16F5BABF7}" destId="{E2C4D7EA-2466-4F3E-AB20-46F8A53B199F}" srcOrd="0" destOrd="0" presId="urn:microsoft.com/office/officeart/2005/8/layout/vList2"/>
    <dgm:cxn modelId="{4C852497-F0F2-4C78-B430-40DE496DCEF5}" type="presParOf" srcId="{3A99D3AD-31D6-416C-9506-751F8DC3E237}" destId="{E2C4D7EA-2466-4F3E-AB20-46F8A53B199F}" srcOrd="0" destOrd="0" presId="urn:microsoft.com/office/officeart/2005/8/layout/vList2"/>
    <dgm:cxn modelId="{D9529798-F2B0-40C0-AC16-D3EE274F9570}" type="presParOf" srcId="{3A99D3AD-31D6-416C-9506-751F8DC3E237}" destId="{D8025890-D7DF-483D-BF1A-A10CD7FA568B}" srcOrd="1" destOrd="0" presId="urn:microsoft.com/office/officeart/2005/8/layout/vList2"/>
    <dgm:cxn modelId="{16198794-31E6-4D90-9BA1-B4EC614DF49E}" type="presParOf" srcId="{3A99D3AD-31D6-416C-9506-751F8DC3E237}" destId="{000091DE-F965-4DC7-A764-795109CE4AD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2F25E7-2894-41DD-87B0-5E251FF9E7F1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EDCB8148-3E81-43D8-9591-2FD16F5BABF7}">
      <dgm:prSet/>
      <dgm:spPr/>
      <dgm:t>
        <a:bodyPr/>
        <a:lstStyle/>
        <a:p>
          <a:r>
            <a:rPr lang="en-US" dirty="0"/>
            <a:t>In one-way binding, data flows in a single direction, either from the component to the view or from the view to the component.</a:t>
          </a:r>
          <a:endParaRPr lang="en-IN" dirty="0"/>
        </a:p>
      </dgm:t>
    </dgm:pt>
    <dgm:pt modelId="{59BA8F63-8B2D-4D28-AE97-A16DC5FEDB83}" type="parTrans" cxnId="{CB59106B-AB32-4958-9BE0-B295E354DB79}">
      <dgm:prSet/>
      <dgm:spPr/>
      <dgm:t>
        <a:bodyPr/>
        <a:lstStyle/>
        <a:p>
          <a:endParaRPr lang="en-IN"/>
        </a:p>
      </dgm:t>
    </dgm:pt>
    <dgm:pt modelId="{9065EBF3-29FB-4163-88C5-5AB7ED14B48C}" type="sibTrans" cxnId="{CB59106B-AB32-4958-9BE0-B295E354DB79}">
      <dgm:prSet/>
      <dgm:spPr/>
      <dgm:t>
        <a:bodyPr/>
        <a:lstStyle/>
        <a:p>
          <a:endParaRPr lang="en-IN"/>
        </a:p>
      </dgm:t>
    </dgm:pt>
    <dgm:pt modelId="{176F7BE0-1348-4EAA-AE12-0AABCBBB1141}">
      <dgm:prSet/>
      <dgm:spPr/>
      <dgm:t>
        <a:bodyPr/>
        <a:lstStyle/>
        <a:p>
          <a:endParaRPr lang="en-IN" dirty="0"/>
        </a:p>
      </dgm:t>
    </dgm:pt>
    <dgm:pt modelId="{DE4B9336-20FA-48A6-9576-92BFA3C74D7A}" type="parTrans" cxnId="{9696810A-078B-442C-8FD1-2FBA448C45BF}">
      <dgm:prSet/>
      <dgm:spPr/>
      <dgm:t>
        <a:bodyPr/>
        <a:lstStyle/>
        <a:p>
          <a:endParaRPr lang="en-IN"/>
        </a:p>
      </dgm:t>
    </dgm:pt>
    <dgm:pt modelId="{43DA47D3-B330-4C8C-921E-17070FF6EDBA}" type="sibTrans" cxnId="{9696810A-078B-442C-8FD1-2FBA448C45BF}">
      <dgm:prSet/>
      <dgm:spPr/>
      <dgm:t>
        <a:bodyPr/>
        <a:lstStyle/>
        <a:p>
          <a:endParaRPr lang="en-IN"/>
        </a:p>
      </dgm:t>
    </dgm:pt>
    <dgm:pt modelId="{3A99D3AD-31D6-416C-9506-751F8DC3E237}" type="pres">
      <dgm:prSet presAssocID="{3A2F25E7-2894-41DD-87B0-5E251FF9E7F1}" presName="linear" presStyleCnt="0">
        <dgm:presLayoutVars>
          <dgm:animLvl val="lvl"/>
          <dgm:resizeHandles val="exact"/>
        </dgm:presLayoutVars>
      </dgm:prSet>
      <dgm:spPr/>
    </dgm:pt>
    <dgm:pt modelId="{E2C4D7EA-2466-4F3E-AB20-46F8A53B199F}" type="pres">
      <dgm:prSet presAssocID="{EDCB8148-3E81-43D8-9591-2FD16F5BABF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8025890-D7DF-483D-BF1A-A10CD7FA568B}" type="pres">
      <dgm:prSet presAssocID="{EDCB8148-3E81-43D8-9591-2FD16F5BABF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696810A-078B-442C-8FD1-2FBA448C45BF}" srcId="{EDCB8148-3E81-43D8-9591-2FD16F5BABF7}" destId="{176F7BE0-1348-4EAA-AE12-0AABCBBB1141}" srcOrd="0" destOrd="0" parTransId="{DE4B9336-20FA-48A6-9576-92BFA3C74D7A}" sibTransId="{43DA47D3-B330-4C8C-921E-17070FF6EDBA}"/>
    <dgm:cxn modelId="{92346D49-65C1-4E59-B745-0DEE63C2F2FE}" type="presOf" srcId="{176F7BE0-1348-4EAA-AE12-0AABCBBB1141}" destId="{D8025890-D7DF-483D-BF1A-A10CD7FA568B}" srcOrd="0" destOrd="0" presId="urn:microsoft.com/office/officeart/2005/8/layout/vList2"/>
    <dgm:cxn modelId="{CB59106B-AB32-4958-9BE0-B295E354DB79}" srcId="{3A2F25E7-2894-41DD-87B0-5E251FF9E7F1}" destId="{EDCB8148-3E81-43D8-9591-2FD16F5BABF7}" srcOrd="0" destOrd="0" parTransId="{59BA8F63-8B2D-4D28-AE97-A16DC5FEDB83}" sibTransId="{9065EBF3-29FB-4163-88C5-5AB7ED14B48C}"/>
    <dgm:cxn modelId="{E86A9D7C-3CF7-48EB-8D10-2CFC452CEB11}" type="presOf" srcId="{3A2F25E7-2894-41DD-87B0-5E251FF9E7F1}" destId="{3A99D3AD-31D6-416C-9506-751F8DC3E237}" srcOrd="0" destOrd="0" presId="urn:microsoft.com/office/officeart/2005/8/layout/vList2"/>
    <dgm:cxn modelId="{56A051FC-5976-4445-804B-2C0B7B5EFD05}" type="presOf" srcId="{EDCB8148-3E81-43D8-9591-2FD16F5BABF7}" destId="{E2C4D7EA-2466-4F3E-AB20-46F8A53B199F}" srcOrd="0" destOrd="0" presId="urn:microsoft.com/office/officeart/2005/8/layout/vList2"/>
    <dgm:cxn modelId="{4C852497-F0F2-4C78-B430-40DE496DCEF5}" type="presParOf" srcId="{3A99D3AD-31D6-416C-9506-751F8DC3E237}" destId="{E2C4D7EA-2466-4F3E-AB20-46F8A53B199F}" srcOrd="0" destOrd="0" presId="urn:microsoft.com/office/officeart/2005/8/layout/vList2"/>
    <dgm:cxn modelId="{D9529798-F2B0-40C0-AC16-D3EE274F9570}" type="presParOf" srcId="{3A99D3AD-31D6-416C-9506-751F8DC3E237}" destId="{D8025890-D7DF-483D-BF1A-A10CD7FA568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2F25E7-2894-41DD-87B0-5E251FF9E7F1}" type="doc">
      <dgm:prSet loTypeId="urn:microsoft.com/office/officeart/2008/layout/VerticalAccent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EDCB8148-3E81-43D8-9591-2FD16F5BABF7}">
      <dgm:prSet/>
      <dgm:spPr/>
      <dgm:t>
        <a:bodyPr/>
        <a:lstStyle/>
        <a:p>
          <a:r>
            <a:rPr lang="en-US" dirty="0"/>
            <a:t>In one-way binding, data flows in a single direction,</a:t>
          </a:r>
          <a:endParaRPr lang="en-IN" dirty="0"/>
        </a:p>
      </dgm:t>
    </dgm:pt>
    <dgm:pt modelId="{59BA8F63-8B2D-4D28-AE97-A16DC5FEDB83}" type="parTrans" cxnId="{CB59106B-AB32-4958-9BE0-B295E354DB79}">
      <dgm:prSet/>
      <dgm:spPr/>
      <dgm:t>
        <a:bodyPr/>
        <a:lstStyle/>
        <a:p>
          <a:endParaRPr lang="en-IN"/>
        </a:p>
      </dgm:t>
    </dgm:pt>
    <dgm:pt modelId="{9065EBF3-29FB-4163-88C5-5AB7ED14B48C}" type="sibTrans" cxnId="{CB59106B-AB32-4958-9BE0-B295E354DB79}">
      <dgm:prSet/>
      <dgm:spPr/>
      <dgm:t>
        <a:bodyPr/>
        <a:lstStyle/>
        <a:p>
          <a:endParaRPr lang="en-IN"/>
        </a:p>
      </dgm:t>
    </dgm:pt>
    <dgm:pt modelId="{2DFB7BD6-5857-4B81-913F-254B8B70E497}">
      <dgm:prSet/>
      <dgm:spPr/>
      <dgm:t>
        <a:bodyPr/>
        <a:lstStyle/>
        <a:p>
          <a:r>
            <a:rPr lang="en-US" dirty="0"/>
            <a:t> Either from the component to the view or</a:t>
          </a:r>
          <a:endParaRPr lang="en-IN" dirty="0"/>
        </a:p>
      </dgm:t>
    </dgm:pt>
    <dgm:pt modelId="{56C2F53D-6A09-465A-86ED-E868243E0F92}" type="parTrans" cxnId="{50509228-E61F-48A8-9C9F-0CA47DE979A5}">
      <dgm:prSet/>
      <dgm:spPr/>
      <dgm:t>
        <a:bodyPr/>
        <a:lstStyle/>
        <a:p>
          <a:endParaRPr lang="en-IN"/>
        </a:p>
      </dgm:t>
    </dgm:pt>
    <dgm:pt modelId="{FD6EA54C-23FF-49EF-95A2-D6102364C80C}" type="sibTrans" cxnId="{50509228-E61F-48A8-9C9F-0CA47DE979A5}">
      <dgm:prSet/>
      <dgm:spPr/>
      <dgm:t>
        <a:bodyPr/>
        <a:lstStyle/>
        <a:p>
          <a:endParaRPr lang="en-IN"/>
        </a:p>
      </dgm:t>
    </dgm:pt>
    <dgm:pt modelId="{03ED311E-C51C-4B59-9FDE-110BC89E0EA1}">
      <dgm:prSet/>
      <dgm:spPr/>
      <dgm:t>
        <a:bodyPr/>
        <a:lstStyle/>
        <a:p>
          <a:r>
            <a:rPr lang="en-US" dirty="0"/>
            <a:t>From the view to the component.</a:t>
          </a:r>
          <a:endParaRPr lang="en-IN" dirty="0"/>
        </a:p>
      </dgm:t>
    </dgm:pt>
    <dgm:pt modelId="{7CB85DF7-9293-447E-968C-D90F62423F80}" type="parTrans" cxnId="{C128C022-3E48-43A1-B8D3-28E03ACE644C}">
      <dgm:prSet/>
      <dgm:spPr/>
      <dgm:t>
        <a:bodyPr/>
        <a:lstStyle/>
        <a:p>
          <a:endParaRPr lang="en-IN"/>
        </a:p>
      </dgm:t>
    </dgm:pt>
    <dgm:pt modelId="{DE9ECBF9-D1E1-4D66-8B00-C079EE581BB5}" type="sibTrans" cxnId="{C128C022-3E48-43A1-B8D3-28E03ACE644C}">
      <dgm:prSet/>
      <dgm:spPr/>
      <dgm:t>
        <a:bodyPr/>
        <a:lstStyle/>
        <a:p>
          <a:endParaRPr lang="en-IN"/>
        </a:p>
      </dgm:t>
    </dgm:pt>
    <dgm:pt modelId="{3C6F5D4D-F207-43E5-80EC-C5FF177D2AF9}" type="pres">
      <dgm:prSet presAssocID="{3A2F25E7-2894-41DD-87B0-5E251FF9E7F1}" presName="Name0" presStyleCnt="0">
        <dgm:presLayoutVars>
          <dgm:chMax/>
          <dgm:chPref/>
          <dgm:dir/>
        </dgm:presLayoutVars>
      </dgm:prSet>
      <dgm:spPr/>
    </dgm:pt>
    <dgm:pt modelId="{E7889B3D-FA39-4A3E-A395-A472B0A048DC}" type="pres">
      <dgm:prSet presAssocID="{EDCB8148-3E81-43D8-9591-2FD16F5BABF7}" presName="parenttextcomposite" presStyleCnt="0"/>
      <dgm:spPr/>
    </dgm:pt>
    <dgm:pt modelId="{BDBCB0AE-8152-438B-BA1F-8138A892CB49}" type="pres">
      <dgm:prSet presAssocID="{EDCB8148-3E81-43D8-9591-2FD16F5BABF7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D3D691A1-4D57-4FD6-91CF-D1525FD12AE0}" type="pres">
      <dgm:prSet presAssocID="{EDCB8148-3E81-43D8-9591-2FD16F5BABF7}" presName="parallelogramComposite" presStyleCnt="0"/>
      <dgm:spPr/>
    </dgm:pt>
    <dgm:pt modelId="{BBEFA74A-0E6B-4D6B-9454-E785157C7D07}" type="pres">
      <dgm:prSet presAssocID="{EDCB8148-3E81-43D8-9591-2FD16F5BABF7}" presName="parallelogram1" presStyleLbl="alignNode1" presStyleIdx="0" presStyleCnt="21"/>
      <dgm:spPr/>
    </dgm:pt>
    <dgm:pt modelId="{315B9787-F6AD-4732-9868-D216A46B365B}" type="pres">
      <dgm:prSet presAssocID="{EDCB8148-3E81-43D8-9591-2FD16F5BABF7}" presName="parallelogram2" presStyleLbl="alignNode1" presStyleIdx="1" presStyleCnt="21"/>
      <dgm:spPr/>
    </dgm:pt>
    <dgm:pt modelId="{06538DAA-668C-489B-9A5A-FF77A162D379}" type="pres">
      <dgm:prSet presAssocID="{EDCB8148-3E81-43D8-9591-2FD16F5BABF7}" presName="parallelogram3" presStyleLbl="alignNode1" presStyleIdx="2" presStyleCnt="21"/>
      <dgm:spPr/>
    </dgm:pt>
    <dgm:pt modelId="{1DE2E031-3F56-438C-9657-74C653ED5C64}" type="pres">
      <dgm:prSet presAssocID="{EDCB8148-3E81-43D8-9591-2FD16F5BABF7}" presName="parallelogram4" presStyleLbl="alignNode1" presStyleIdx="3" presStyleCnt="21"/>
      <dgm:spPr/>
    </dgm:pt>
    <dgm:pt modelId="{A342666A-1D7D-4698-8DC1-1D4477412DE3}" type="pres">
      <dgm:prSet presAssocID="{EDCB8148-3E81-43D8-9591-2FD16F5BABF7}" presName="parallelogram5" presStyleLbl="alignNode1" presStyleIdx="4" presStyleCnt="21"/>
      <dgm:spPr/>
    </dgm:pt>
    <dgm:pt modelId="{DE752A56-92FB-46B9-99E0-CBFD9284E706}" type="pres">
      <dgm:prSet presAssocID="{EDCB8148-3E81-43D8-9591-2FD16F5BABF7}" presName="parallelogram6" presStyleLbl="alignNode1" presStyleIdx="5" presStyleCnt="21"/>
      <dgm:spPr/>
    </dgm:pt>
    <dgm:pt modelId="{3291BF5F-BD78-4ABC-BC33-8455E2B29704}" type="pres">
      <dgm:prSet presAssocID="{EDCB8148-3E81-43D8-9591-2FD16F5BABF7}" presName="parallelogram7" presStyleLbl="alignNode1" presStyleIdx="6" presStyleCnt="21"/>
      <dgm:spPr/>
    </dgm:pt>
    <dgm:pt modelId="{D969CF51-0921-4570-9144-C776B347ADB4}" type="pres">
      <dgm:prSet presAssocID="{9065EBF3-29FB-4163-88C5-5AB7ED14B48C}" presName="sibTrans" presStyleCnt="0"/>
      <dgm:spPr/>
    </dgm:pt>
    <dgm:pt modelId="{1302DAC1-0628-4922-AC53-16A32A5291A5}" type="pres">
      <dgm:prSet presAssocID="{2DFB7BD6-5857-4B81-913F-254B8B70E497}" presName="parenttextcomposite" presStyleCnt="0"/>
      <dgm:spPr/>
    </dgm:pt>
    <dgm:pt modelId="{4F30312A-D399-4398-AC0C-30EA718D4096}" type="pres">
      <dgm:prSet presAssocID="{2DFB7BD6-5857-4B81-913F-254B8B70E497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3B158BFF-A45C-4CE4-ADF6-6584987EBC61}" type="pres">
      <dgm:prSet presAssocID="{2DFB7BD6-5857-4B81-913F-254B8B70E497}" presName="parallelogramComposite" presStyleCnt="0"/>
      <dgm:spPr/>
    </dgm:pt>
    <dgm:pt modelId="{63573016-7A8F-4CD2-ADFA-FF5553A83D14}" type="pres">
      <dgm:prSet presAssocID="{2DFB7BD6-5857-4B81-913F-254B8B70E497}" presName="parallelogram1" presStyleLbl="alignNode1" presStyleIdx="7" presStyleCnt="21"/>
      <dgm:spPr/>
    </dgm:pt>
    <dgm:pt modelId="{2238B1F5-3455-41B1-81E3-8F44EF8DCF0D}" type="pres">
      <dgm:prSet presAssocID="{2DFB7BD6-5857-4B81-913F-254B8B70E497}" presName="parallelogram2" presStyleLbl="alignNode1" presStyleIdx="8" presStyleCnt="21"/>
      <dgm:spPr/>
    </dgm:pt>
    <dgm:pt modelId="{E6FEB703-EAAA-4F19-8CCD-82EA9870AA6E}" type="pres">
      <dgm:prSet presAssocID="{2DFB7BD6-5857-4B81-913F-254B8B70E497}" presName="parallelogram3" presStyleLbl="alignNode1" presStyleIdx="9" presStyleCnt="21"/>
      <dgm:spPr/>
    </dgm:pt>
    <dgm:pt modelId="{C196A919-F55B-44C1-941B-1FDE3F44C6BD}" type="pres">
      <dgm:prSet presAssocID="{2DFB7BD6-5857-4B81-913F-254B8B70E497}" presName="parallelogram4" presStyleLbl="alignNode1" presStyleIdx="10" presStyleCnt="21"/>
      <dgm:spPr/>
    </dgm:pt>
    <dgm:pt modelId="{0E6B83B7-27C1-474F-A8C0-B872C45122FC}" type="pres">
      <dgm:prSet presAssocID="{2DFB7BD6-5857-4B81-913F-254B8B70E497}" presName="parallelogram5" presStyleLbl="alignNode1" presStyleIdx="11" presStyleCnt="21"/>
      <dgm:spPr/>
    </dgm:pt>
    <dgm:pt modelId="{1782DAC4-7ED2-45D5-BFC2-06A6ECDEF713}" type="pres">
      <dgm:prSet presAssocID="{2DFB7BD6-5857-4B81-913F-254B8B70E497}" presName="parallelogram6" presStyleLbl="alignNode1" presStyleIdx="12" presStyleCnt="21"/>
      <dgm:spPr/>
    </dgm:pt>
    <dgm:pt modelId="{4757F239-FA22-4003-A4C1-E6011871615D}" type="pres">
      <dgm:prSet presAssocID="{2DFB7BD6-5857-4B81-913F-254B8B70E497}" presName="parallelogram7" presStyleLbl="alignNode1" presStyleIdx="13" presStyleCnt="21"/>
      <dgm:spPr/>
    </dgm:pt>
    <dgm:pt modelId="{E1AAFB42-4DC0-4936-8D9D-3317D5EDDB3E}" type="pres">
      <dgm:prSet presAssocID="{FD6EA54C-23FF-49EF-95A2-D6102364C80C}" presName="sibTrans" presStyleCnt="0"/>
      <dgm:spPr/>
    </dgm:pt>
    <dgm:pt modelId="{09FD9802-24AE-4D9D-8845-D1560E6A2AB0}" type="pres">
      <dgm:prSet presAssocID="{03ED311E-C51C-4B59-9FDE-110BC89E0EA1}" presName="parenttextcomposite" presStyleCnt="0"/>
      <dgm:spPr/>
    </dgm:pt>
    <dgm:pt modelId="{D679C1C1-07FC-41AB-ADA8-75627B38B3A6}" type="pres">
      <dgm:prSet presAssocID="{03ED311E-C51C-4B59-9FDE-110BC89E0EA1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74E82F08-A33F-4B5A-A137-D5FA0BCF51F7}" type="pres">
      <dgm:prSet presAssocID="{03ED311E-C51C-4B59-9FDE-110BC89E0EA1}" presName="parallelogramComposite" presStyleCnt="0"/>
      <dgm:spPr/>
    </dgm:pt>
    <dgm:pt modelId="{6B7D36BA-3450-42B4-AB5D-757300C14C1E}" type="pres">
      <dgm:prSet presAssocID="{03ED311E-C51C-4B59-9FDE-110BC89E0EA1}" presName="parallelogram1" presStyleLbl="alignNode1" presStyleIdx="14" presStyleCnt="21"/>
      <dgm:spPr/>
    </dgm:pt>
    <dgm:pt modelId="{62AABC48-EA1D-4160-9F2F-9E1B7ECD5189}" type="pres">
      <dgm:prSet presAssocID="{03ED311E-C51C-4B59-9FDE-110BC89E0EA1}" presName="parallelogram2" presStyleLbl="alignNode1" presStyleIdx="15" presStyleCnt="21"/>
      <dgm:spPr/>
    </dgm:pt>
    <dgm:pt modelId="{150F5E27-3C14-4197-B745-3A454F6C1126}" type="pres">
      <dgm:prSet presAssocID="{03ED311E-C51C-4B59-9FDE-110BC89E0EA1}" presName="parallelogram3" presStyleLbl="alignNode1" presStyleIdx="16" presStyleCnt="21"/>
      <dgm:spPr/>
    </dgm:pt>
    <dgm:pt modelId="{4D1C052C-84B8-41EF-BEB0-E36FDC395532}" type="pres">
      <dgm:prSet presAssocID="{03ED311E-C51C-4B59-9FDE-110BC89E0EA1}" presName="parallelogram4" presStyleLbl="alignNode1" presStyleIdx="17" presStyleCnt="21"/>
      <dgm:spPr/>
    </dgm:pt>
    <dgm:pt modelId="{57FB4BFC-331C-49BA-8358-34507453230E}" type="pres">
      <dgm:prSet presAssocID="{03ED311E-C51C-4B59-9FDE-110BC89E0EA1}" presName="parallelogram5" presStyleLbl="alignNode1" presStyleIdx="18" presStyleCnt="21"/>
      <dgm:spPr/>
    </dgm:pt>
    <dgm:pt modelId="{7D317AC3-4A35-4784-83E4-28535FF69C7F}" type="pres">
      <dgm:prSet presAssocID="{03ED311E-C51C-4B59-9FDE-110BC89E0EA1}" presName="parallelogram6" presStyleLbl="alignNode1" presStyleIdx="19" presStyleCnt="21"/>
      <dgm:spPr/>
    </dgm:pt>
    <dgm:pt modelId="{E6F691B4-C2C4-4F43-B1E4-4B811F4618B9}" type="pres">
      <dgm:prSet presAssocID="{03ED311E-C51C-4B59-9FDE-110BC89E0EA1}" presName="parallelogram7" presStyleLbl="alignNode1" presStyleIdx="20" presStyleCnt="21"/>
      <dgm:spPr/>
    </dgm:pt>
  </dgm:ptLst>
  <dgm:cxnLst>
    <dgm:cxn modelId="{65A6F712-F759-4400-9EA8-634D3005FDA7}" type="presOf" srcId="{03ED311E-C51C-4B59-9FDE-110BC89E0EA1}" destId="{D679C1C1-07FC-41AB-ADA8-75627B38B3A6}" srcOrd="0" destOrd="0" presId="urn:microsoft.com/office/officeart/2008/layout/VerticalAccentList"/>
    <dgm:cxn modelId="{C128C022-3E48-43A1-B8D3-28E03ACE644C}" srcId="{3A2F25E7-2894-41DD-87B0-5E251FF9E7F1}" destId="{03ED311E-C51C-4B59-9FDE-110BC89E0EA1}" srcOrd="2" destOrd="0" parTransId="{7CB85DF7-9293-447E-968C-D90F62423F80}" sibTransId="{DE9ECBF9-D1E1-4D66-8B00-C079EE581BB5}"/>
    <dgm:cxn modelId="{50509228-E61F-48A8-9C9F-0CA47DE979A5}" srcId="{3A2F25E7-2894-41DD-87B0-5E251FF9E7F1}" destId="{2DFB7BD6-5857-4B81-913F-254B8B70E497}" srcOrd="1" destOrd="0" parTransId="{56C2F53D-6A09-465A-86ED-E868243E0F92}" sibTransId="{FD6EA54C-23FF-49EF-95A2-D6102364C80C}"/>
    <dgm:cxn modelId="{17493739-2A23-4A09-A885-7A0943C771BE}" type="presOf" srcId="{2DFB7BD6-5857-4B81-913F-254B8B70E497}" destId="{4F30312A-D399-4398-AC0C-30EA718D4096}" srcOrd="0" destOrd="0" presId="urn:microsoft.com/office/officeart/2008/layout/VerticalAccentList"/>
    <dgm:cxn modelId="{CB59106B-AB32-4958-9BE0-B295E354DB79}" srcId="{3A2F25E7-2894-41DD-87B0-5E251FF9E7F1}" destId="{EDCB8148-3E81-43D8-9591-2FD16F5BABF7}" srcOrd="0" destOrd="0" parTransId="{59BA8F63-8B2D-4D28-AE97-A16DC5FEDB83}" sibTransId="{9065EBF3-29FB-4163-88C5-5AB7ED14B48C}"/>
    <dgm:cxn modelId="{EB24395A-CF57-41A4-83A7-C7782B031AA3}" type="presOf" srcId="{EDCB8148-3E81-43D8-9591-2FD16F5BABF7}" destId="{BDBCB0AE-8152-438B-BA1F-8138A892CB49}" srcOrd="0" destOrd="0" presId="urn:microsoft.com/office/officeart/2008/layout/VerticalAccentList"/>
    <dgm:cxn modelId="{2778EFE0-BEED-47A1-9C6E-6C0E3C82C18C}" type="presOf" srcId="{3A2F25E7-2894-41DD-87B0-5E251FF9E7F1}" destId="{3C6F5D4D-F207-43E5-80EC-C5FF177D2AF9}" srcOrd="0" destOrd="0" presId="urn:microsoft.com/office/officeart/2008/layout/VerticalAccentList"/>
    <dgm:cxn modelId="{9276FD2A-D9F1-4B13-B2D3-52461F052B42}" type="presParOf" srcId="{3C6F5D4D-F207-43E5-80EC-C5FF177D2AF9}" destId="{E7889B3D-FA39-4A3E-A395-A472B0A048DC}" srcOrd="0" destOrd="0" presId="urn:microsoft.com/office/officeart/2008/layout/VerticalAccentList"/>
    <dgm:cxn modelId="{E84EC2BD-466D-448A-87FC-CFB8D9E31B06}" type="presParOf" srcId="{E7889B3D-FA39-4A3E-A395-A472B0A048DC}" destId="{BDBCB0AE-8152-438B-BA1F-8138A892CB49}" srcOrd="0" destOrd="0" presId="urn:microsoft.com/office/officeart/2008/layout/VerticalAccentList"/>
    <dgm:cxn modelId="{1D9720F1-34F6-4F6A-8EF6-CF3186DDB467}" type="presParOf" srcId="{3C6F5D4D-F207-43E5-80EC-C5FF177D2AF9}" destId="{D3D691A1-4D57-4FD6-91CF-D1525FD12AE0}" srcOrd="1" destOrd="0" presId="urn:microsoft.com/office/officeart/2008/layout/VerticalAccentList"/>
    <dgm:cxn modelId="{391E7F43-9E18-48BB-8D0B-7E3F6779B42A}" type="presParOf" srcId="{D3D691A1-4D57-4FD6-91CF-D1525FD12AE0}" destId="{BBEFA74A-0E6B-4D6B-9454-E785157C7D07}" srcOrd="0" destOrd="0" presId="urn:microsoft.com/office/officeart/2008/layout/VerticalAccentList"/>
    <dgm:cxn modelId="{FBFA9F50-CF8C-4A67-B99F-9D9C6ED73202}" type="presParOf" srcId="{D3D691A1-4D57-4FD6-91CF-D1525FD12AE0}" destId="{315B9787-F6AD-4732-9868-D216A46B365B}" srcOrd="1" destOrd="0" presId="urn:microsoft.com/office/officeart/2008/layout/VerticalAccentList"/>
    <dgm:cxn modelId="{C540CB88-ADDA-4511-9815-6A5D6F8F814A}" type="presParOf" srcId="{D3D691A1-4D57-4FD6-91CF-D1525FD12AE0}" destId="{06538DAA-668C-489B-9A5A-FF77A162D379}" srcOrd="2" destOrd="0" presId="urn:microsoft.com/office/officeart/2008/layout/VerticalAccentList"/>
    <dgm:cxn modelId="{BD5647E1-5640-4C83-B29C-4ACB2EB158D0}" type="presParOf" srcId="{D3D691A1-4D57-4FD6-91CF-D1525FD12AE0}" destId="{1DE2E031-3F56-438C-9657-74C653ED5C64}" srcOrd="3" destOrd="0" presId="urn:microsoft.com/office/officeart/2008/layout/VerticalAccentList"/>
    <dgm:cxn modelId="{09564B86-3202-4EF5-9A9B-3A1F04396998}" type="presParOf" srcId="{D3D691A1-4D57-4FD6-91CF-D1525FD12AE0}" destId="{A342666A-1D7D-4698-8DC1-1D4477412DE3}" srcOrd="4" destOrd="0" presId="urn:microsoft.com/office/officeart/2008/layout/VerticalAccentList"/>
    <dgm:cxn modelId="{50930F32-6ADD-4C40-AAC0-B6265D9F2442}" type="presParOf" srcId="{D3D691A1-4D57-4FD6-91CF-D1525FD12AE0}" destId="{DE752A56-92FB-46B9-99E0-CBFD9284E706}" srcOrd="5" destOrd="0" presId="urn:microsoft.com/office/officeart/2008/layout/VerticalAccentList"/>
    <dgm:cxn modelId="{E0D8C82B-C70A-47F2-A58F-6C51B09F52AE}" type="presParOf" srcId="{D3D691A1-4D57-4FD6-91CF-D1525FD12AE0}" destId="{3291BF5F-BD78-4ABC-BC33-8455E2B29704}" srcOrd="6" destOrd="0" presId="urn:microsoft.com/office/officeart/2008/layout/VerticalAccentList"/>
    <dgm:cxn modelId="{E4E9FD52-EB78-473C-8842-4E209B372A29}" type="presParOf" srcId="{3C6F5D4D-F207-43E5-80EC-C5FF177D2AF9}" destId="{D969CF51-0921-4570-9144-C776B347ADB4}" srcOrd="2" destOrd="0" presId="urn:microsoft.com/office/officeart/2008/layout/VerticalAccentList"/>
    <dgm:cxn modelId="{56C77A59-7E61-43D3-9185-74CD8290E043}" type="presParOf" srcId="{3C6F5D4D-F207-43E5-80EC-C5FF177D2AF9}" destId="{1302DAC1-0628-4922-AC53-16A32A5291A5}" srcOrd="3" destOrd="0" presId="urn:microsoft.com/office/officeart/2008/layout/VerticalAccentList"/>
    <dgm:cxn modelId="{BE901ECF-5194-4200-B0FF-F1DDF0C826A1}" type="presParOf" srcId="{1302DAC1-0628-4922-AC53-16A32A5291A5}" destId="{4F30312A-D399-4398-AC0C-30EA718D4096}" srcOrd="0" destOrd="0" presId="urn:microsoft.com/office/officeart/2008/layout/VerticalAccentList"/>
    <dgm:cxn modelId="{51D23345-1B79-406B-BA91-EF4608526AAF}" type="presParOf" srcId="{3C6F5D4D-F207-43E5-80EC-C5FF177D2AF9}" destId="{3B158BFF-A45C-4CE4-ADF6-6584987EBC61}" srcOrd="4" destOrd="0" presId="urn:microsoft.com/office/officeart/2008/layout/VerticalAccentList"/>
    <dgm:cxn modelId="{C1AAD29F-3F11-49A8-ABC4-7E72A205ED19}" type="presParOf" srcId="{3B158BFF-A45C-4CE4-ADF6-6584987EBC61}" destId="{63573016-7A8F-4CD2-ADFA-FF5553A83D14}" srcOrd="0" destOrd="0" presId="urn:microsoft.com/office/officeart/2008/layout/VerticalAccentList"/>
    <dgm:cxn modelId="{08FDDB0D-1501-405E-9803-637575BA2C79}" type="presParOf" srcId="{3B158BFF-A45C-4CE4-ADF6-6584987EBC61}" destId="{2238B1F5-3455-41B1-81E3-8F44EF8DCF0D}" srcOrd="1" destOrd="0" presId="urn:microsoft.com/office/officeart/2008/layout/VerticalAccentList"/>
    <dgm:cxn modelId="{27D4431A-E4A8-4EE1-8156-F61160700C41}" type="presParOf" srcId="{3B158BFF-A45C-4CE4-ADF6-6584987EBC61}" destId="{E6FEB703-EAAA-4F19-8CCD-82EA9870AA6E}" srcOrd="2" destOrd="0" presId="urn:microsoft.com/office/officeart/2008/layout/VerticalAccentList"/>
    <dgm:cxn modelId="{025AC7EA-90C8-40A1-8A70-CEDAEC1A01F0}" type="presParOf" srcId="{3B158BFF-A45C-4CE4-ADF6-6584987EBC61}" destId="{C196A919-F55B-44C1-941B-1FDE3F44C6BD}" srcOrd="3" destOrd="0" presId="urn:microsoft.com/office/officeart/2008/layout/VerticalAccentList"/>
    <dgm:cxn modelId="{2352F0BA-FF71-480E-A3DD-D9E68BB1BFF6}" type="presParOf" srcId="{3B158BFF-A45C-4CE4-ADF6-6584987EBC61}" destId="{0E6B83B7-27C1-474F-A8C0-B872C45122FC}" srcOrd="4" destOrd="0" presId="urn:microsoft.com/office/officeart/2008/layout/VerticalAccentList"/>
    <dgm:cxn modelId="{CF0F47E5-0E8F-484A-A49D-05447C51F53B}" type="presParOf" srcId="{3B158BFF-A45C-4CE4-ADF6-6584987EBC61}" destId="{1782DAC4-7ED2-45D5-BFC2-06A6ECDEF713}" srcOrd="5" destOrd="0" presId="urn:microsoft.com/office/officeart/2008/layout/VerticalAccentList"/>
    <dgm:cxn modelId="{81228E1A-A99F-4F10-B129-925C7089549B}" type="presParOf" srcId="{3B158BFF-A45C-4CE4-ADF6-6584987EBC61}" destId="{4757F239-FA22-4003-A4C1-E6011871615D}" srcOrd="6" destOrd="0" presId="urn:microsoft.com/office/officeart/2008/layout/VerticalAccentList"/>
    <dgm:cxn modelId="{BBDA1516-0B11-451A-8C08-C2BB509058AF}" type="presParOf" srcId="{3C6F5D4D-F207-43E5-80EC-C5FF177D2AF9}" destId="{E1AAFB42-4DC0-4936-8D9D-3317D5EDDB3E}" srcOrd="5" destOrd="0" presId="urn:microsoft.com/office/officeart/2008/layout/VerticalAccentList"/>
    <dgm:cxn modelId="{AEBBD880-688A-4C1A-8563-9B2A89CB75AE}" type="presParOf" srcId="{3C6F5D4D-F207-43E5-80EC-C5FF177D2AF9}" destId="{09FD9802-24AE-4D9D-8845-D1560E6A2AB0}" srcOrd="6" destOrd="0" presId="urn:microsoft.com/office/officeart/2008/layout/VerticalAccentList"/>
    <dgm:cxn modelId="{5F954242-1319-4C40-BA4D-D4D84F8B4D6F}" type="presParOf" srcId="{09FD9802-24AE-4D9D-8845-D1560E6A2AB0}" destId="{D679C1C1-07FC-41AB-ADA8-75627B38B3A6}" srcOrd="0" destOrd="0" presId="urn:microsoft.com/office/officeart/2008/layout/VerticalAccentList"/>
    <dgm:cxn modelId="{A95A9925-DF06-4A8C-A1CB-4A596293C98F}" type="presParOf" srcId="{3C6F5D4D-F207-43E5-80EC-C5FF177D2AF9}" destId="{74E82F08-A33F-4B5A-A137-D5FA0BCF51F7}" srcOrd="7" destOrd="0" presId="urn:microsoft.com/office/officeart/2008/layout/VerticalAccentList"/>
    <dgm:cxn modelId="{6505F619-6E7E-4AA0-89F9-E701B8E4F606}" type="presParOf" srcId="{74E82F08-A33F-4B5A-A137-D5FA0BCF51F7}" destId="{6B7D36BA-3450-42B4-AB5D-757300C14C1E}" srcOrd="0" destOrd="0" presId="urn:microsoft.com/office/officeart/2008/layout/VerticalAccentList"/>
    <dgm:cxn modelId="{E73E8575-8B79-41F1-A2B7-C56BFD674914}" type="presParOf" srcId="{74E82F08-A33F-4B5A-A137-D5FA0BCF51F7}" destId="{62AABC48-EA1D-4160-9F2F-9E1B7ECD5189}" srcOrd="1" destOrd="0" presId="urn:microsoft.com/office/officeart/2008/layout/VerticalAccentList"/>
    <dgm:cxn modelId="{FE9588E4-9564-4DF1-B37D-30E8F81FDB92}" type="presParOf" srcId="{74E82F08-A33F-4B5A-A137-D5FA0BCF51F7}" destId="{150F5E27-3C14-4197-B745-3A454F6C1126}" srcOrd="2" destOrd="0" presId="urn:microsoft.com/office/officeart/2008/layout/VerticalAccentList"/>
    <dgm:cxn modelId="{57AF0C3F-8477-4EA6-B993-BA26EF1AEFBF}" type="presParOf" srcId="{74E82F08-A33F-4B5A-A137-D5FA0BCF51F7}" destId="{4D1C052C-84B8-41EF-BEB0-E36FDC395532}" srcOrd="3" destOrd="0" presId="urn:microsoft.com/office/officeart/2008/layout/VerticalAccentList"/>
    <dgm:cxn modelId="{D21F1ED5-F953-4E9F-BDCD-897E54F02270}" type="presParOf" srcId="{74E82F08-A33F-4B5A-A137-D5FA0BCF51F7}" destId="{57FB4BFC-331C-49BA-8358-34507453230E}" srcOrd="4" destOrd="0" presId="urn:microsoft.com/office/officeart/2008/layout/VerticalAccentList"/>
    <dgm:cxn modelId="{A8F9E827-1AEC-49C0-AAE3-1EE03588DB8B}" type="presParOf" srcId="{74E82F08-A33F-4B5A-A137-D5FA0BCF51F7}" destId="{7D317AC3-4A35-4784-83E4-28535FF69C7F}" srcOrd="5" destOrd="0" presId="urn:microsoft.com/office/officeart/2008/layout/VerticalAccentList"/>
    <dgm:cxn modelId="{49F1977E-D247-4237-9416-91CC1B4E4D60}" type="presParOf" srcId="{74E82F08-A33F-4B5A-A137-D5FA0BCF51F7}" destId="{E6F691B4-C2C4-4F43-B1E4-4B811F4618B9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BA57F9-B983-4052-9341-54575A99A4E3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IN"/>
        </a:p>
      </dgm:t>
    </dgm:pt>
    <dgm:pt modelId="{D43A414C-F5A1-406C-88BE-50D939982AB9}">
      <dgm:prSet/>
      <dgm:spPr/>
      <dgm:t>
        <a:bodyPr/>
        <a:lstStyle/>
        <a:p>
          <a:r>
            <a:rPr lang="en-US" b="0" i="0" baseline="0"/>
            <a:t>Two-way data binding provides a seamless, automatic synchronization between the component's property and the view's input element. </a:t>
          </a:r>
          <a:endParaRPr lang="en-IN"/>
        </a:p>
      </dgm:t>
    </dgm:pt>
    <dgm:pt modelId="{E1F94F4E-78AE-43B5-97BD-63DF71D4AB65}" type="parTrans" cxnId="{09FE1BA8-FCBE-4906-B0E7-9C87C774AD3F}">
      <dgm:prSet/>
      <dgm:spPr/>
      <dgm:t>
        <a:bodyPr/>
        <a:lstStyle/>
        <a:p>
          <a:endParaRPr lang="en-IN"/>
        </a:p>
      </dgm:t>
    </dgm:pt>
    <dgm:pt modelId="{1F583C1E-AA58-468A-A764-95B37A07564A}" type="sibTrans" cxnId="{09FE1BA8-FCBE-4906-B0E7-9C87C774AD3F}">
      <dgm:prSet/>
      <dgm:spPr/>
      <dgm:t>
        <a:bodyPr/>
        <a:lstStyle/>
        <a:p>
          <a:endParaRPr lang="en-IN"/>
        </a:p>
      </dgm:t>
    </dgm:pt>
    <dgm:pt modelId="{D7351001-6F99-4743-8BCF-7230457C513F}">
      <dgm:prSet/>
      <dgm:spPr/>
      <dgm:t>
        <a:bodyPr/>
        <a:lstStyle/>
        <a:p>
          <a:r>
            <a:rPr lang="en-US" b="0" i="0" baseline="0"/>
            <a:t>Changes in the component update the view, and changes in the view update the component simultaneously. </a:t>
          </a:r>
          <a:endParaRPr lang="en-IN"/>
        </a:p>
      </dgm:t>
    </dgm:pt>
    <dgm:pt modelId="{1A5318F5-535F-46D6-BAB4-267C1790DCF4}" type="parTrans" cxnId="{0128B3D8-8B77-4B81-AA16-E0B4F2725D5A}">
      <dgm:prSet/>
      <dgm:spPr/>
      <dgm:t>
        <a:bodyPr/>
        <a:lstStyle/>
        <a:p>
          <a:endParaRPr lang="en-IN"/>
        </a:p>
      </dgm:t>
    </dgm:pt>
    <dgm:pt modelId="{1A1FB18B-DB7E-470F-96B7-304D962642F3}" type="sibTrans" cxnId="{0128B3D8-8B77-4B81-AA16-E0B4F2725D5A}">
      <dgm:prSet/>
      <dgm:spPr/>
      <dgm:t>
        <a:bodyPr/>
        <a:lstStyle/>
        <a:p>
          <a:endParaRPr lang="en-IN"/>
        </a:p>
      </dgm:t>
    </dgm:pt>
    <dgm:pt modelId="{A620006C-7013-4F41-8CE7-B89D5EF182D9}">
      <dgm:prSet/>
      <dgm:spPr/>
      <dgm:t>
        <a:bodyPr/>
        <a:lstStyle/>
        <a:p>
          <a:r>
            <a:rPr lang="en-US" b="1" i="0" baseline="0"/>
            <a:t>[(ngModel)]="..."</a:t>
          </a:r>
          <a:r>
            <a:rPr lang="en-US" b="0" i="0" baseline="0"/>
            <a:t>: This is the primary way to achieve two-way binding with form controls in Angular. It is a special directive that combines property binding ([]) and event binding (()) syntax, often referred to as the "banana-in-a-box" syntax.</a:t>
          </a:r>
          <a:endParaRPr lang="en-IN"/>
        </a:p>
      </dgm:t>
    </dgm:pt>
    <dgm:pt modelId="{F8BE9EE9-904C-4877-B6F5-879B2CE82542}" type="parTrans" cxnId="{FABF9257-4623-44EB-AA69-E6009B4426BF}">
      <dgm:prSet/>
      <dgm:spPr/>
      <dgm:t>
        <a:bodyPr/>
        <a:lstStyle/>
        <a:p>
          <a:endParaRPr lang="en-IN"/>
        </a:p>
      </dgm:t>
    </dgm:pt>
    <dgm:pt modelId="{FE1FE5B7-16C2-468A-BBD5-15E5AB5EB215}" type="sibTrans" cxnId="{FABF9257-4623-44EB-AA69-E6009B4426BF}">
      <dgm:prSet/>
      <dgm:spPr/>
      <dgm:t>
        <a:bodyPr/>
        <a:lstStyle/>
        <a:p>
          <a:endParaRPr lang="en-IN"/>
        </a:p>
      </dgm:t>
    </dgm:pt>
    <dgm:pt modelId="{DE758A34-B7F9-4485-A748-4CE1E3089A3E}">
      <dgm:prSet/>
      <dgm:spPr/>
      <dgm:t>
        <a:bodyPr/>
        <a:lstStyle/>
        <a:p>
          <a:r>
            <a:rPr lang="en-US" b="0" i="1" baseline="0"/>
            <a:t>Prerequisite:</a:t>
          </a:r>
          <a:r>
            <a:rPr lang="en-US" b="0" i="0" baseline="0"/>
            <a:t> You must import the FormsModule in your application module to use ngModel.</a:t>
          </a:r>
          <a:endParaRPr lang="en-IN"/>
        </a:p>
      </dgm:t>
    </dgm:pt>
    <dgm:pt modelId="{DCDB3F99-373A-4F13-82EE-7B6C04250614}" type="parTrans" cxnId="{F8E04AC7-3BD8-41AA-8BD1-919BF3036CF3}">
      <dgm:prSet/>
      <dgm:spPr/>
      <dgm:t>
        <a:bodyPr/>
        <a:lstStyle/>
        <a:p>
          <a:endParaRPr lang="en-IN"/>
        </a:p>
      </dgm:t>
    </dgm:pt>
    <dgm:pt modelId="{0EA0B646-B541-4F5E-BFBF-7246EADB215E}" type="sibTrans" cxnId="{F8E04AC7-3BD8-41AA-8BD1-919BF3036CF3}">
      <dgm:prSet/>
      <dgm:spPr/>
      <dgm:t>
        <a:bodyPr/>
        <a:lstStyle/>
        <a:p>
          <a:endParaRPr lang="en-IN"/>
        </a:p>
      </dgm:t>
    </dgm:pt>
    <dgm:pt modelId="{31350370-29D9-44AF-8899-C7DE206F4C96}">
      <dgm:prSet/>
      <dgm:spPr/>
      <dgm:t>
        <a:bodyPr/>
        <a:lstStyle/>
        <a:p>
          <a:r>
            <a:rPr lang="en-US" b="0" i="1" baseline="0"/>
            <a:t>Example:</a:t>
          </a:r>
          <a:r>
            <a:rPr lang="en-US" b="0" i="0" baseline="0"/>
            <a:t> &lt;input [(ngModel)]="name"&gt; </a:t>
          </a:r>
          <a:endParaRPr lang="en-IN"/>
        </a:p>
      </dgm:t>
    </dgm:pt>
    <dgm:pt modelId="{661872EB-1F11-4445-822B-21AC80386BA0}" type="parTrans" cxnId="{F299EA6E-221E-4E3C-BAB9-F67A38924EF5}">
      <dgm:prSet/>
      <dgm:spPr/>
      <dgm:t>
        <a:bodyPr/>
        <a:lstStyle/>
        <a:p>
          <a:endParaRPr lang="en-IN"/>
        </a:p>
      </dgm:t>
    </dgm:pt>
    <dgm:pt modelId="{FA911A95-F509-491B-AD2B-15B2A4C67213}" type="sibTrans" cxnId="{F299EA6E-221E-4E3C-BAB9-F67A38924EF5}">
      <dgm:prSet/>
      <dgm:spPr/>
      <dgm:t>
        <a:bodyPr/>
        <a:lstStyle/>
        <a:p>
          <a:endParaRPr lang="en-IN"/>
        </a:p>
      </dgm:t>
    </dgm:pt>
    <dgm:pt modelId="{B9BF402C-09CF-49DF-A8AE-7FC8970FD912}">
      <dgm:prSet/>
      <dgm:spPr/>
      <dgm:t>
        <a:bodyPr/>
        <a:lstStyle/>
        <a:p>
          <a:r>
            <a:rPr lang="en-US" b="0" i="0" baseline="0"/>
            <a:t>This combination is equivalent to using separate property and event bindings like: &lt;input [value]="name" (input)="name = $any($event.target).value"&gt;</a:t>
          </a:r>
          <a:endParaRPr lang="en-IN"/>
        </a:p>
      </dgm:t>
    </dgm:pt>
    <dgm:pt modelId="{A2152207-D282-4B8C-AC62-8D35954331B7}" type="parTrans" cxnId="{979D147D-0D54-4340-A78B-C364F47B598C}">
      <dgm:prSet/>
      <dgm:spPr/>
      <dgm:t>
        <a:bodyPr/>
        <a:lstStyle/>
        <a:p>
          <a:endParaRPr lang="en-IN"/>
        </a:p>
      </dgm:t>
    </dgm:pt>
    <dgm:pt modelId="{8B590F69-9EAC-45B9-A6F6-A518B9677F87}" type="sibTrans" cxnId="{979D147D-0D54-4340-A78B-C364F47B598C}">
      <dgm:prSet/>
      <dgm:spPr/>
      <dgm:t>
        <a:bodyPr/>
        <a:lstStyle/>
        <a:p>
          <a:endParaRPr lang="en-IN"/>
        </a:p>
      </dgm:t>
    </dgm:pt>
    <dgm:pt modelId="{8FF5AE1F-31F3-4111-89AA-DA275804CD55}" type="pres">
      <dgm:prSet presAssocID="{F3BA57F9-B983-4052-9341-54575A99A4E3}" presName="linear" presStyleCnt="0">
        <dgm:presLayoutVars>
          <dgm:animLvl val="lvl"/>
          <dgm:resizeHandles val="exact"/>
        </dgm:presLayoutVars>
      </dgm:prSet>
      <dgm:spPr/>
    </dgm:pt>
    <dgm:pt modelId="{EDFE736B-C84B-4415-AFA8-C7320579B5E7}" type="pres">
      <dgm:prSet presAssocID="{D43A414C-F5A1-406C-88BE-50D939982AB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4B695C0-5376-4878-978C-8786CD738259}" type="pres">
      <dgm:prSet presAssocID="{1F583C1E-AA58-468A-A764-95B37A07564A}" presName="spacer" presStyleCnt="0"/>
      <dgm:spPr/>
    </dgm:pt>
    <dgm:pt modelId="{71694C3E-0CDC-4FA5-90E3-42FA9CEF167D}" type="pres">
      <dgm:prSet presAssocID="{D7351001-6F99-4743-8BCF-7230457C513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3398559-E6F6-401A-874A-F1FAF3D93B27}" type="pres">
      <dgm:prSet presAssocID="{1A1FB18B-DB7E-470F-96B7-304D962642F3}" presName="spacer" presStyleCnt="0"/>
      <dgm:spPr/>
    </dgm:pt>
    <dgm:pt modelId="{60F30FFE-01A8-4F70-946A-989BDA617815}" type="pres">
      <dgm:prSet presAssocID="{A620006C-7013-4F41-8CE7-B89D5EF182D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B27A6CB-30A0-474A-AC71-169064F60F6D}" type="pres">
      <dgm:prSet presAssocID="{A620006C-7013-4F41-8CE7-B89D5EF182D9}" presName="childText" presStyleLbl="revTx" presStyleIdx="0" presStyleCnt="1">
        <dgm:presLayoutVars>
          <dgm:bulletEnabled val="1"/>
        </dgm:presLayoutVars>
      </dgm:prSet>
      <dgm:spPr/>
    </dgm:pt>
    <dgm:pt modelId="{FD005B43-B4DC-40F5-8AF9-D52684E8ED8D}" type="pres">
      <dgm:prSet presAssocID="{B9BF402C-09CF-49DF-A8AE-7FC8970FD91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BA87C22-FE5E-4B42-9C59-AE5777540172}" type="presOf" srcId="{D7351001-6F99-4743-8BCF-7230457C513F}" destId="{71694C3E-0CDC-4FA5-90E3-42FA9CEF167D}" srcOrd="0" destOrd="0" presId="urn:microsoft.com/office/officeart/2005/8/layout/vList2"/>
    <dgm:cxn modelId="{F299EA6E-221E-4E3C-BAB9-F67A38924EF5}" srcId="{A620006C-7013-4F41-8CE7-B89D5EF182D9}" destId="{31350370-29D9-44AF-8899-C7DE206F4C96}" srcOrd="1" destOrd="0" parTransId="{661872EB-1F11-4445-822B-21AC80386BA0}" sibTransId="{FA911A95-F509-491B-AD2B-15B2A4C67213}"/>
    <dgm:cxn modelId="{3419CE6F-893B-492C-A95F-003A07851846}" type="presOf" srcId="{F3BA57F9-B983-4052-9341-54575A99A4E3}" destId="{8FF5AE1F-31F3-4111-89AA-DA275804CD55}" srcOrd="0" destOrd="0" presId="urn:microsoft.com/office/officeart/2005/8/layout/vList2"/>
    <dgm:cxn modelId="{FABF9257-4623-44EB-AA69-E6009B4426BF}" srcId="{F3BA57F9-B983-4052-9341-54575A99A4E3}" destId="{A620006C-7013-4F41-8CE7-B89D5EF182D9}" srcOrd="2" destOrd="0" parTransId="{F8BE9EE9-904C-4877-B6F5-879B2CE82542}" sibTransId="{FE1FE5B7-16C2-468A-BBD5-15E5AB5EB215}"/>
    <dgm:cxn modelId="{979D147D-0D54-4340-A78B-C364F47B598C}" srcId="{F3BA57F9-B983-4052-9341-54575A99A4E3}" destId="{B9BF402C-09CF-49DF-A8AE-7FC8970FD912}" srcOrd="3" destOrd="0" parTransId="{A2152207-D282-4B8C-AC62-8D35954331B7}" sibTransId="{8B590F69-9EAC-45B9-A6F6-A518B9677F87}"/>
    <dgm:cxn modelId="{3F53907D-C0F9-4466-9FDD-C2A130E328E6}" type="presOf" srcId="{A620006C-7013-4F41-8CE7-B89D5EF182D9}" destId="{60F30FFE-01A8-4F70-946A-989BDA617815}" srcOrd="0" destOrd="0" presId="urn:microsoft.com/office/officeart/2005/8/layout/vList2"/>
    <dgm:cxn modelId="{1CF4BDA7-45C4-4938-A75E-89E2F2E3DFDA}" type="presOf" srcId="{31350370-29D9-44AF-8899-C7DE206F4C96}" destId="{2B27A6CB-30A0-474A-AC71-169064F60F6D}" srcOrd="0" destOrd="1" presId="urn:microsoft.com/office/officeart/2005/8/layout/vList2"/>
    <dgm:cxn modelId="{09FE1BA8-FCBE-4906-B0E7-9C87C774AD3F}" srcId="{F3BA57F9-B983-4052-9341-54575A99A4E3}" destId="{D43A414C-F5A1-406C-88BE-50D939982AB9}" srcOrd="0" destOrd="0" parTransId="{E1F94F4E-78AE-43B5-97BD-63DF71D4AB65}" sibTransId="{1F583C1E-AA58-468A-A764-95B37A07564A}"/>
    <dgm:cxn modelId="{F8E04AC7-3BD8-41AA-8BD1-919BF3036CF3}" srcId="{A620006C-7013-4F41-8CE7-B89D5EF182D9}" destId="{DE758A34-B7F9-4485-A748-4CE1E3089A3E}" srcOrd="0" destOrd="0" parTransId="{DCDB3F99-373A-4F13-82EE-7B6C04250614}" sibTransId="{0EA0B646-B541-4F5E-BFBF-7246EADB215E}"/>
    <dgm:cxn modelId="{63FD52CF-7902-4393-92F9-806D8FA09820}" type="presOf" srcId="{B9BF402C-09CF-49DF-A8AE-7FC8970FD912}" destId="{FD005B43-B4DC-40F5-8AF9-D52684E8ED8D}" srcOrd="0" destOrd="0" presId="urn:microsoft.com/office/officeart/2005/8/layout/vList2"/>
    <dgm:cxn modelId="{2D8C2CD8-0C67-4AB6-A7EE-EB6E92627719}" type="presOf" srcId="{D43A414C-F5A1-406C-88BE-50D939982AB9}" destId="{EDFE736B-C84B-4415-AFA8-C7320579B5E7}" srcOrd="0" destOrd="0" presId="urn:microsoft.com/office/officeart/2005/8/layout/vList2"/>
    <dgm:cxn modelId="{0128B3D8-8B77-4B81-AA16-E0B4F2725D5A}" srcId="{F3BA57F9-B983-4052-9341-54575A99A4E3}" destId="{D7351001-6F99-4743-8BCF-7230457C513F}" srcOrd="1" destOrd="0" parTransId="{1A5318F5-535F-46D6-BAB4-267C1790DCF4}" sibTransId="{1A1FB18B-DB7E-470F-96B7-304D962642F3}"/>
    <dgm:cxn modelId="{68BDC2E6-CAE9-4110-973A-9B153A46F70C}" type="presOf" srcId="{DE758A34-B7F9-4485-A748-4CE1E3089A3E}" destId="{2B27A6CB-30A0-474A-AC71-169064F60F6D}" srcOrd="0" destOrd="0" presId="urn:microsoft.com/office/officeart/2005/8/layout/vList2"/>
    <dgm:cxn modelId="{3E05AE4F-6E2B-4235-BF65-F58AAA796E4B}" type="presParOf" srcId="{8FF5AE1F-31F3-4111-89AA-DA275804CD55}" destId="{EDFE736B-C84B-4415-AFA8-C7320579B5E7}" srcOrd="0" destOrd="0" presId="urn:microsoft.com/office/officeart/2005/8/layout/vList2"/>
    <dgm:cxn modelId="{A8660A3D-AED7-481D-8D0D-29D501A12D9A}" type="presParOf" srcId="{8FF5AE1F-31F3-4111-89AA-DA275804CD55}" destId="{04B695C0-5376-4878-978C-8786CD738259}" srcOrd="1" destOrd="0" presId="urn:microsoft.com/office/officeart/2005/8/layout/vList2"/>
    <dgm:cxn modelId="{F9B12734-BC27-449D-88A3-00853C42BCE0}" type="presParOf" srcId="{8FF5AE1F-31F3-4111-89AA-DA275804CD55}" destId="{71694C3E-0CDC-4FA5-90E3-42FA9CEF167D}" srcOrd="2" destOrd="0" presId="urn:microsoft.com/office/officeart/2005/8/layout/vList2"/>
    <dgm:cxn modelId="{51B17245-8A4A-4E78-A1AB-AC2E3B14A5AF}" type="presParOf" srcId="{8FF5AE1F-31F3-4111-89AA-DA275804CD55}" destId="{A3398559-E6F6-401A-874A-F1FAF3D93B27}" srcOrd="3" destOrd="0" presId="urn:microsoft.com/office/officeart/2005/8/layout/vList2"/>
    <dgm:cxn modelId="{54739651-DF59-46F7-8715-9B5BFCAACD1D}" type="presParOf" srcId="{8FF5AE1F-31F3-4111-89AA-DA275804CD55}" destId="{60F30FFE-01A8-4F70-946A-989BDA617815}" srcOrd="4" destOrd="0" presId="urn:microsoft.com/office/officeart/2005/8/layout/vList2"/>
    <dgm:cxn modelId="{5AD3E9E4-FB18-4B66-BBA3-0D515F0EF02D}" type="presParOf" srcId="{8FF5AE1F-31F3-4111-89AA-DA275804CD55}" destId="{2B27A6CB-30A0-474A-AC71-169064F60F6D}" srcOrd="5" destOrd="0" presId="urn:microsoft.com/office/officeart/2005/8/layout/vList2"/>
    <dgm:cxn modelId="{BBC0B062-C4D2-4CA4-880A-27C54E3DD00A}" type="presParOf" srcId="{8FF5AE1F-31F3-4111-89AA-DA275804CD55}" destId="{FD005B43-B4DC-40F5-8AF9-D52684E8ED8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C4D7EA-2466-4F3E-AB20-46F8A53B199F}">
      <dsp:nvSpPr>
        <dsp:cNvPr id="0" name=""/>
        <dsp:cNvSpPr/>
      </dsp:nvSpPr>
      <dsp:spPr>
        <a:xfrm>
          <a:off x="0" y="139741"/>
          <a:ext cx="7835591" cy="11583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Angular supports two main categories of data binding: </a:t>
          </a:r>
          <a:endParaRPr lang="en-IN" sz="2200" kern="1200"/>
        </a:p>
      </dsp:txBody>
      <dsp:txXfrm>
        <a:off x="56544" y="196285"/>
        <a:ext cx="7722503" cy="1045212"/>
      </dsp:txXfrm>
    </dsp:sp>
    <dsp:sp modelId="{D8025890-D7DF-483D-BF1A-A10CD7FA568B}">
      <dsp:nvSpPr>
        <dsp:cNvPr id="0" name=""/>
        <dsp:cNvSpPr/>
      </dsp:nvSpPr>
      <dsp:spPr>
        <a:xfrm>
          <a:off x="0" y="1298041"/>
          <a:ext cx="7835591" cy="557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78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One-Way Data Binding (unidirectional) and </a:t>
          </a:r>
          <a:endParaRPr lang="en-IN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Two-Way Data Binding (bidirectional). </a:t>
          </a:r>
          <a:endParaRPr lang="en-IN" sz="1700" kern="1200"/>
        </a:p>
      </dsp:txBody>
      <dsp:txXfrm>
        <a:off x="0" y="1298041"/>
        <a:ext cx="7835591" cy="557865"/>
      </dsp:txXfrm>
    </dsp:sp>
    <dsp:sp modelId="{000091DE-F965-4DC7-A764-795109CE4ADC}">
      <dsp:nvSpPr>
        <dsp:cNvPr id="0" name=""/>
        <dsp:cNvSpPr/>
      </dsp:nvSpPr>
      <dsp:spPr>
        <a:xfrm>
          <a:off x="0" y="1855906"/>
          <a:ext cx="7835591" cy="115830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These mechanisms synchronize data between the component's TypeScript logic and the HTML view template, using specific syntax for different types of data flow.</a:t>
          </a:r>
          <a:endParaRPr lang="en-IN" sz="2200" kern="1200"/>
        </a:p>
      </dsp:txBody>
      <dsp:txXfrm>
        <a:off x="56544" y="1912450"/>
        <a:ext cx="7722503" cy="10452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C4D7EA-2466-4F3E-AB20-46F8A53B199F}">
      <dsp:nvSpPr>
        <dsp:cNvPr id="0" name=""/>
        <dsp:cNvSpPr/>
      </dsp:nvSpPr>
      <dsp:spPr>
        <a:xfrm>
          <a:off x="0" y="15204"/>
          <a:ext cx="7835591" cy="25108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In one-way binding, data flows in a single direction, either from the component to the view or from the view to the component.</a:t>
          </a:r>
          <a:endParaRPr lang="en-IN" sz="3700" kern="1200" dirty="0"/>
        </a:p>
      </dsp:txBody>
      <dsp:txXfrm>
        <a:off x="122568" y="137772"/>
        <a:ext cx="7590455" cy="2265684"/>
      </dsp:txXfrm>
    </dsp:sp>
    <dsp:sp modelId="{D8025890-D7DF-483D-BF1A-A10CD7FA568B}">
      <dsp:nvSpPr>
        <dsp:cNvPr id="0" name=""/>
        <dsp:cNvSpPr/>
      </dsp:nvSpPr>
      <dsp:spPr>
        <a:xfrm>
          <a:off x="0" y="2526024"/>
          <a:ext cx="7835591" cy="61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780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2900" kern="1200" dirty="0"/>
        </a:p>
      </dsp:txBody>
      <dsp:txXfrm>
        <a:off x="0" y="2526024"/>
        <a:ext cx="7835591" cy="6127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CB0AE-8152-438B-BA1F-8138A892CB49}">
      <dsp:nvSpPr>
        <dsp:cNvPr id="0" name=""/>
        <dsp:cNvSpPr/>
      </dsp:nvSpPr>
      <dsp:spPr>
        <a:xfrm>
          <a:off x="391779" y="317186"/>
          <a:ext cx="7052031" cy="64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b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 one-way binding, data flows in a single direction,</a:t>
          </a:r>
          <a:endParaRPr lang="en-IN" sz="2300" kern="1200" dirty="0"/>
        </a:p>
      </dsp:txBody>
      <dsp:txXfrm>
        <a:off x="391779" y="317186"/>
        <a:ext cx="7052031" cy="641093"/>
      </dsp:txXfrm>
    </dsp:sp>
    <dsp:sp modelId="{BBEFA74A-0E6B-4D6B-9454-E785157C7D07}">
      <dsp:nvSpPr>
        <dsp:cNvPr id="0" name=""/>
        <dsp:cNvSpPr/>
      </dsp:nvSpPr>
      <dsp:spPr>
        <a:xfrm>
          <a:off x="391779" y="958280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B9787-F6AD-4732-9868-D216A46B365B}">
      <dsp:nvSpPr>
        <dsp:cNvPr id="0" name=""/>
        <dsp:cNvSpPr/>
      </dsp:nvSpPr>
      <dsp:spPr>
        <a:xfrm>
          <a:off x="1386899" y="958280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223238"/>
            <a:satOff val="1345"/>
            <a:lumOff val="108"/>
            <a:alphaOff val="0"/>
          </a:schemeClr>
        </a:solidFill>
        <a:ln w="25400" cap="flat" cmpd="sng" algn="ctr">
          <a:solidFill>
            <a:schemeClr val="accent4">
              <a:hueOff val="-223238"/>
              <a:satOff val="1345"/>
              <a:lumOff val="1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38DAA-668C-489B-9A5A-FF77A162D379}">
      <dsp:nvSpPr>
        <dsp:cNvPr id="0" name=""/>
        <dsp:cNvSpPr/>
      </dsp:nvSpPr>
      <dsp:spPr>
        <a:xfrm>
          <a:off x="2382019" y="958280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446477"/>
            <a:satOff val="2690"/>
            <a:lumOff val="216"/>
            <a:alphaOff val="0"/>
          </a:schemeClr>
        </a:solidFill>
        <a:ln w="25400" cap="flat" cmpd="sng" algn="ctr">
          <a:solidFill>
            <a:schemeClr val="accent4">
              <a:hueOff val="-446477"/>
              <a:satOff val="2690"/>
              <a:lumOff val="2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2E031-3F56-438C-9657-74C653ED5C64}">
      <dsp:nvSpPr>
        <dsp:cNvPr id="0" name=""/>
        <dsp:cNvSpPr/>
      </dsp:nvSpPr>
      <dsp:spPr>
        <a:xfrm>
          <a:off x="3377139" y="958280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669715"/>
            <a:satOff val="4035"/>
            <a:lumOff val="323"/>
            <a:alphaOff val="0"/>
          </a:schemeClr>
        </a:solidFill>
        <a:ln w="25400" cap="flat" cmpd="sng" algn="ctr">
          <a:solidFill>
            <a:schemeClr val="accent4">
              <a:hueOff val="-669715"/>
              <a:satOff val="4035"/>
              <a:lumOff val="3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42666A-1D7D-4698-8DC1-1D4477412DE3}">
      <dsp:nvSpPr>
        <dsp:cNvPr id="0" name=""/>
        <dsp:cNvSpPr/>
      </dsp:nvSpPr>
      <dsp:spPr>
        <a:xfrm>
          <a:off x="4372259" y="958280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 w="25400" cap="flat" cmpd="sng" algn="ctr">
          <a:solidFill>
            <a:schemeClr val="accent4">
              <a:hueOff val="-892954"/>
              <a:satOff val="5380"/>
              <a:lumOff val="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52A56-92FB-46B9-99E0-CBFD9284E706}">
      <dsp:nvSpPr>
        <dsp:cNvPr id="0" name=""/>
        <dsp:cNvSpPr/>
      </dsp:nvSpPr>
      <dsp:spPr>
        <a:xfrm>
          <a:off x="5367379" y="958280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 w="25400" cap="flat" cmpd="sng" algn="ctr">
          <a:solidFill>
            <a:schemeClr val="accent4">
              <a:hueOff val="-1116192"/>
              <a:satOff val="6725"/>
              <a:lumOff val="5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1BF5F-BD78-4ABC-BC33-8455E2B29704}">
      <dsp:nvSpPr>
        <dsp:cNvPr id="0" name=""/>
        <dsp:cNvSpPr/>
      </dsp:nvSpPr>
      <dsp:spPr>
        <a:xfrm>
          <a:off x="6362499" y="958280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1339431"/>
            <a:satOff val="8070"/>
            <a:lumOff val="647"/>
            <a:alphaOff val="0"/>
          </a:schemeClr>
        </a:solidFill>
        <a:ln w="25400" cap="flat" cmpd="sng" algn="ctr">
          <a:solidFill>
            <a:schemeClr val="accent4">
              <a:hueOff val="-1339431"/>
              <a:satOff val="8070"/>
              <a:lumOff val="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30312A-D399-4398-AC0C-30EA718D4096}">
      <dsp:nvSpPr>
        <dsp:cNvPr id="0" name=""/>
        <dsp:cNvSpPr/>
      </dsp:nvSpPr>
      <dsp:spPr>
        <a:xfrm>
          <a:off x="391779" y="1178071"/>
          <a:ext cx="7052031" cy="64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b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 Either from the component to the view or</a:t>
          </a:r>
          <a:endParaRPr lang="en-IN" sz="2300" kern="1200" dirty="0"/>
        </a:p>
      </dsp:txBody>
      <dsp:txXfrm>
        <a:off x="391779" y="1178071"/>
        <a:ext cx="7052031" cy="641093"/>
      </dsp:txXfrm>
    </dsp:sp>
    <dsp:sp modelId="{63573016-7A8F-4CD2-ADFA-FF5553A83D14}">
      <dsp:nvSpPr>
        <dsp:cNvPr id="0" name=""/>
        <dsp:cNvSpPr/>
      </dsp:nvSpPr>
      <dsp:spPr>
        <a:xfrm>
          <a:off x="391779" y="1819164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1562669"/>
            <a:satOff val="9415"/>
            <a:lumOff val="755"/>
            <a:alphaOff val="0"/>
          </a:schemeClr>
        </a:solidFill>
        <a:ln w="25400" cap="flat" cmpd="sng" algn="ctr">
          <a:solidFill>
            <a:schemeClr val="accent4">
              <a:hueOff val="-1562669"/>
              <a:satOff val="9415"/>
              <a:lumOff val="7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8B1F5-3455-41B1-81E3-8F44EF8DCF0D}">
      <dsp:nvSpPr>
        <dsp:cNvPr id="0" name=""/>
        <dsp:cNvSpPr/>
      </dsp:nvSpPr>
      <dsp:spPr>
        <a:xfrm>
          <a:off x="1386899" y="1819164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 w="25400" cap="flat" cmpd="sng" algn="ctr">
          <a:solidFill>
            <a:schemeClr val="accent4">
              <a:hueOff val="-1785908"/>
              <a:satOff val="10760"/>
              <a:lumOff val="8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EB703-EAAA-4F19-8CCD-82EA9870AA6E}">
      <dsp:nvSpPr>
        <dsp:cNvPr id="0" name=""/>
        <dsp:cNvSpPr/>
      </dsp:nvSpPr>
      <dsp:spPr>
        <a:xfrm>
          <a:off x="2382019" y="1819164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2009146"/>
            <a:satOff val="12105"/>
            <a:lumOff val="970"/>
            <a:alphaOff val="0"/>
          </a:schemeClr>
        </a:solidFill>
        <a:ln w="25400" cap="flat" cmpd="sng" algn="ctr">
          <a:solidFill>
            <a:schemeClr val="accent4">
              <a:hueOff val="-2009146"/>
              <a:satOff val="12105"/>
              <a:lumOff val="9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6A919-F55B-44C1-941B-1FDE3F44C6BD}">
      <dsp:nvSpPr>
        <dsp:cNvPr id="0" name=""/>
        <dsp:cNvSpPr/>
      </dsp:nvSpPr>
      <dsp:spPr>
        <a:xfrm>
          <a:off x="3377139" y="1819164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B83B7-27C1-474F-A8C0-B872C45122FC}">
      <dsp:nvSpPr>
        <dsp:cNvPr id="0" name=""/>
        <dsp:cNvSpPr/>
      </dsp:nvSpPr>
      <dsp:spPr>
        <a:xfrm>
          <a:off x="4372259" y="1819164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2455623"/>
            <a:satOff val="14794"/>
            <a:lumOff val="1186"/>
            <a:alphaOff val="0"/>
          </a:schemeClr>
        </a:solidFill>
        <a:ln w="25400" cap="flat" cmpd="sng" algn="ctr">
          <a:solidFill>
            <a:schemeClr val="accent4">
              <a:hueOff val="-2455623"/>
              <a:satOff val="14794"/>
              <a:lumOff val="11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2DAC4-7ED2-45D5-BFC2-06A6ECDEF713}">
      <dsp:nvSpPr>
        <dsp:cNvPr id="0" name=""/>
        <dsp:cNvSpPr/>
      </dsp:nvSpPr>
      <dsp:spPr>
        <a:xfrm>
          <a:off x="5367379" y="1819164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 w="25400" cap="flat" cmpd="sng" algn="ctr">
          <a:solidFill>
            <a:schemeClr val="accent4">
              <a:hueOff val="-2678862"/>
              <a:satOff val="16139"/>
              <a:lumOff val="1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7F239-FA22-4003-A4C1-E6011871615D}">
      <dsp:nvSpPr>
        <dsp:cNvPr id="0" name=""/>
        <dsp:cNvSpPr/>
      </dsp:nvSpPr>
      <dsp:spPr>
        <a:xfrm>
          <a:off x="6362499" y="1819164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2902100"/>
            <a:satOff val="17484"/>
            <a:lumOff val="1401"/>
            <a:alphaOff val="0"/>
          </a:schemeClr>
        </a:solidFill>
        <a:ln w="25400" cap="flat" cmpd="sng" algn="ctr">
          <a:solidFill>
            <a:schemeClr val="accent4">
              <a:hueOff val="-2902100"/>
              <a:satOff val="17484"/>
              <a:lumOff val="140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9C1C1-07FC-41AB-ADA8-75627B38B3A6}">
      <dsp:nvSpPr>
        <dsp:cNvPr id="0" name=""/>
        <dsp:cNvSpPr/>
      </dsp:nvSpPr>
      <dsp:spPr>
        <a:xfrm>
          <a:off x="391779" y="2038955"/>
          <a:ext cx="7052031" cy="64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b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From the view to the component.</a:t>
          </a:r>
          <a:endParaRPr lang="en-IN" sz="2300" kern="1200" dirty="0"/>
        </a:p>
      </dsp:txBody>
      <dsp:txXfrm>
        <a:off x="391779" y="2038955"/>
        <a:ext cx="7052031" cy="641093"/>
      </dsp:txXfrm>
    </dsp:sp>
    <dsp:sp modelId="{6B7D36BA-3450-42B4-AB5D-757300C14C1E}">
      <dsp:nvSpPr>
        <dsp:cNvPr id="0" name=""/>
        <dsp:cNvSpPr/>
      </dsp:nvSpPr>
      <dsp:spPr>
        <a:xfrm>
          <a:off x="391779" y="2680049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3125339"/>
            <a:satOff val="18829"/>
            <a:lumOff val="1509"/>
            <a:alphaOff val="0"/>
          </a:schemeClr>
        </a:solidFill>
        <a:ln w="25400" cap="flat" cmpd="sng" algn="ctr">
          <a:solidFill>
            <a:schemeClr val="accent4">
              <a:hueOff val="-3125339"/>
              <a:satOff val="18829"/>
              <a:lumOff val="150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ABC48-EA1D-4160-9F2F-9E1B7ECD5189}">
      <dsp:nvSpPr>
        <dsp:cNvPr id="0" name=""/>
        <dsp:cNvSpPr/>
      </dsp:nvSpPr>
      <dsp:spPr>
        <a:xfrm>
          <a:off x="1386899" y="2680049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 w="25400" cap="flat" cmpd="sng" algn="ctr">
          <a:solidFill>
            <a:schemeClr val="accent4">
              <a:hueOff val="-3348577"/>
              <a:satOff val="20174"/>
              <a:lumOff val="16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0F5E27-3C14-4197-B745-3A454F6C1126}">
      <dsp:nvSpPr>
        <dsp:cNvPr id="0" name=""/>
        <dsp:cNvSpPr/>
      </dsp:nvSpPr>
      <dsp:spPr>
        <a:xfrm>
          <a:off x="2382019" y="2680049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 w="25400" cap="flat" cmpd="sng" algn="ctr">
          <a:solidFill>
            <a:schemeClr val="accent4">
              <a:hueOff val="-3571816"/>
              <a:satOff val="21519"/>
              <a:lumOff val="17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C052C-84B8-41EF-BEB0-E36FDC395532}">
      <dsp:nvSpPr>
        <dsp:cNvPr id="0" name=""/>
        <dsp:cNvSpPr/>
      </dsp:nvSpPr>
      <dsp:spPr>
        <a:xfrm>
          <a:off x="3377139" y="2680049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3795054"/>
            <a:satOff val="22864"/>
            <a:lumOff val="1833"/>
            <a:alphaOff val="0"/>
          </a:schemeClr>
        </a:solidFill>
        <a:ln w="25400" cap="flat" cmpd="sng" algn="ctr">
          <a:solidFill>
            <a:schemeClr val="accent4">
              <a:hueOff val="-3795054"/>
              <a:satOff val="22864"/>
              <a:lumOff val="18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B4BFC-331C-49BA-8358-34507453230E}">
      <dsp:nvSpPr>
        <dsp:cNvPr id="0" name=""/>
        <dsp:cNvSpPr/>
      </dsp:nvSpPr>
      <dsp:spPr>
        <a:xfrm>
          <a:off x="4372259" y="2680049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4018293"/>
            <a:satOff val="24209"/>
            <a:lumOff val="1940"/>
            <a:alphaOff val="0"/>
          </a:schemeClr>
        </a:solidFill>
        <a:ln w="25400" cap="flat" cmpd="sng" algn="ctr">
          <a:solidFill>
            <a:schemeClr val="accent4">
              <a:hueOff val="-4018293"/>
              <a:satOff val="24209"/>
              <a:lumOff val="19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17AC3-4A35-4784-83E4-28535FF69C7F}">
      <dsp:nvSpPr>
        <dsp:cNvPr id="0" name=""/>
        <dsp:cNvSpPr/>
      </dsp:nvSpPr>
      <dsp:spPr>
        <a:xfrm>
          <a:off x="5367379" y="2680049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4241531"/>
            <a:satOff val="25554"/>
            <a:lumOff val="2048"/>
            <a:alphaOff val="0"/>
          </a:schemeClr>
        </a:solidFill>
        <a:ln w="25400" cap="flat" cmpd="sng" algn="ctr">
          <a:solidFill>
            <a:schemeClr val="accent4">
              <a:hueOff val="-4241531"/>
              <a:satOff val="25554"/>
              <a:lumOff val="20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691B4-C2C4-4F43-B1E4-4B811F4618B9}">
      <dsp:nvSpPr>
        <dsp:cNvPr id="0" name=""/>
        <dsp:cNvSpPr/>
      </dsp:nvSpPr>
      <dsp:spPr>
        <a:xfrm>
          <a:off x="6362499" y="2680049"/>
          <a:ext cx="940270" cy="156711"/>
        </a:xfrm>
        <a:prstGeom prst="parallelogram">
          <a:avLst>
            <a:gd name="adj" fmla="val 14084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FE736B-C84B-4415-AFA8-C7320579B5E7}">
      <dsp:nvSpPr>
        <dsp:cNvPr id="0" name=""/>
        <dsp:cNvSpPr/>
      </dsp:nvSpPr>
      <dsp:spPr>
        <a:xfrm>
          <a:off x="0" y="69335"/>
          <a:ext cx="8019954" cy="79633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Two-way data binding provides a seamless, automatic synchronization between the component's property and the view's input element. </a:t>
          </a:r>
          <a:endParaRPr lang="en-IN" sz="1500" kern="1200"/>
        </a:p>
      </dsp:txBody>
      <dsp:txXfrm>
        <a:off x="38874" y="108209"/>
        <a:ext cx="7942206" cy="718583"/>
      </dsp:txXfrm>
    </dsp:sp>
    <dsp:sp modelId="{71694C3E-0CDC-4FA5-90E3-42FA9CEF167D}">
      <dsp:nvSpPr>
        <dsp:cNvPr id="0" name=""/>
        <dsp:cNvSpPr/>
      </dsp:nvSpPr>
      <dsp:spPr>
        <a:xfrm>
          <a:off x="0" y="908866"/>
          <a:ext cx="8019954" cy="796331"/>
        </a:xfrm>
        <a:prstGeom prst="round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Changes in the component update the view, and changes in the view update the component simultaneously. </a:t>
          </a:r>
          <a:endParaRPr lang="en-IN" sz="1500" kern="1200"/>
        </a:p>
      </dsp:txBody>
      <dsp:txXfrm>
        <a:off x="38874" y="947740"/>
        <a:ext cx="7942206" cy="718583"/>
      </dsp:txXfrm>
    </dsp:sp>
    <dsp:sp modelId="{60F30FFE-01A8-4F70-946A-989BDA617815}">
      <dsp:nvSpPr>
        <dsp:cNvPr id="0" name=""/>
        <dsp:cNvSpPr/>
      </dsp:nvSpPr>
      <dsp:spPr>
        <a:xfrm>
          <a:off x="0" y="1748397"/>
          <a:ext cx="8019954" cy="796331"/>
        </a:xfrm>
        <a:prstGeom prst="round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[(ngModel)]="..."</a:t>
          </a:r>
          <a:r>
            <a:rPr lang="en-US" sz="1500" b="0" i="0" kern="1200" baseline="0"/>
            <a:t>: This is the primary way to achieve two-way binding with form controls in Angular. It is a special directive that combines property binding ([]) and event binding (()) syntax, often referred to as the "banana-in-a-box" syntax.</a:t>
          </a:r>
          <a:endParaRPr lang="en-IN" sz="1500" kern="1200"/>
        </a:p>
      </dsp:txBody>
      <dsp:txXfrm>
        <a:off x="38874" y="1787271"/>
        <a:ext cx="7942206" cy="718583"/>
      </dsp:txXfrm>
    </dsp:sp>
    <dsp:sp modelId="{2B27A6CB-30A0-474A-AC71-169064F60F6D}">
      <dsp:nvSpPr>
        <dsp:cNvPr id="0" name=""/>
        <dsp:cNvSpPr/>
      </dsp:nvSpPr>
      <dsp:spPr>
        <a:xfrm>
          <a:off x="0" y="2544729"/>
          <a:ext cx="8019954" cy="395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634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b="0" i="1" kern="1200" baseline="0"/>
            <a:t>Prerequisite:</a:t>
          </a:r>
          <a:r>
            <a:rPr lang="en-US" sz="1200" b="0" i="0" kern="1200" baseline="0"/>
            <a:t> You must import the FormsModule in your application module to use ngModel.</a:t>
          </a:r>
          <a:endParaRPr lang="en-IN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b="0" i="1" kern="1200" baseline="0"/>
            <a:t>Example:</a:t>
          </a:r>
          <a:r>
            <a:rPr lang="en-US" sz="1200" b="0" i="0" kern="1200" baseline="0"/>
            <a:t> &lt;input [(ngModel)]="name"&gt; </a:t>
          </a:r>
          <a:endParaRPr lang="en-IN" sz="1200" kern="1200"/>
        </a:p>
      </dsp:txBody>
      <dsp:txXfrm>
        <a:off x="0" y="2544729"/>
        <a:ext cx="8019954" cy="395887"/>
      </dsp:txXfrm>
    </dsp:sp>
    <dsp:sp modelId="{FD005B43-B4DC-40F5-8AF9-D52684E8ED8D}">
      <dsp:nvSpPr>
        <dsp:cNvPr id="0" name=""/>
        <dsp:cNvSpPr/>
      </dsp:nvSpPr>
      <dsp:spPr>
        <a:xfrm>
          <a:off x="0" y="2940616"/>
          <a:ext cx="8019954" cy="796331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This combination is equivalent to using separate property and event bindings like: &lt;input [value]="name" (input)="name = $any($event.target).value"&gt;</a:t>
          </a:r>
          <a:endParaRPr lang="en-IN" sz="1500" kern="1200"/>
        </a:p>
      </dsp:txBody>
      <dsp:txXfrm>
        <a:off x="38874" y="2979490"/>
        <a:ext cx="7942206" cy="7185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83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B4B7F65-CD38-678C-6DBD-EBB78CAF5969}"/>
              </a:ext>
            </a:extLst>
          </p:cNvPr>
          <p:cNvGrpSpPr/>
          <p:nvPr/>
        </p:nvGrpSpPr>
        <p:grpSpPr>
          <a:xfrm>
            <a:off x="0" y="0"/>
            <a:ext cx="9753600" cy="5486400"/>
            <a:chOff x="0" y="0"/>
            <a:chExt cx="9753600" cy="5486400"/>
          </a:xfrm>
        </p:grpSpPr>
        <p:pic>
          <p:nvPicPr>
            <p:cNvPr id="2" name="Object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0" y="0"/>
              <a:ext cx="9753600" cy="548640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8FCD93D-A79E-90FA-C0C8-5EBEBD90335A}"/>
                </a:ext>
              </a:extLst>
            </p:cNvPr>
            <p:cNvSpPr/>
            <p:nvPr/>
          </p:nvSpPr>
          <p:spPr>
            <a:xfrm>
              <a:off x="3826933" y="1072444"/>
              <a:ext cx="2133600" cy="451556"/>
            </a:xfrm>
            <a:prstGeom prst="rect">
              <a:avLst/>
            </a:prstGeom>
            <a:solidFill>
              <a:srgbClr val="2A55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FA1CFD8-B2BF-F4DE-14B5-B746F7A070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5313207"/>
              </p:ext>
            </p:extLst>
          </p:nvPr>
        </p:nvGraphicFramePr>
        <p:xfrm>
          <a:off x="579863" y="1418052"/>
          <a:ext cx="7835591" cy="3153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288437C-AD83-0979-4986-A352D3AF93B0}"/>
              </a:ext>
            </a:extLst>
          </p:cNvPr>
          <p:cNvSpPr/>
          <p:nvPr/>
        </p:nvSpPr>
        <p:spPr>
          <a:xfrm>
            <a:off x="1019654" y="221812"/>
            <a:ext cx="69560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Types of Data Binding</a:t>
            </a:r>
          </a:p>
        </p:txBody>
      </p:sp>
    </p:spTree>
    <p:extLst>
      <p:ext uri="{BB962C8B-B14F-4D97-AF65-F5344CB8AC3E}">
        <p14:creationId xmlns:p14="http://schemas.microsoft.com/office/powerpoint/2010/main" val="421374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EA827-ED9F-24B3-A05A-1310AF7D4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23B934F-78CA-512F-4051-2E4E8C8EEA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5911032"/>
              </p:ext>
            </p:extLst>
          </p:nvPr>
        </p:nvGraphicFramePr>
        <p:xfrm>
          <a:off x="579863" y="1418052"/>
          <a:ext cx="7835591" cy="3153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F4BC705-69A9-0999-ED65-1D7D23EED2F8}"/>
              </a:ext>
            </a:extLst>
          </p:cNvPr>
          <p:cNvSpPr/>
          <p:nvPr/>
        </p:nvSpPr>
        <p:spPr>
          <a:xfrm>
            <a:off x="878750" y="221812"/>
            <a:ext cx="72378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One-Way Data Binding</a:t>
            </a:r>
          </a:p>
        </p:txBody>
      </p:sp>
    </p:spTree>
    <p:extLst>
      <p:ext uri="{BB962C8B-B14F-4D97-AF65-F5344CB8AC3E}">
        <p14:creationId xmlns:p14="http://schemas.microsoft.com/office/powerpoint/2010/main" val="4186015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31356-EC75-3DC6-9CE2-DD417FD0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D6A2242-846C-665D-748A-58B0DFC04C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5355354"/>
              </p:ext>
            </p:extLst>
          </p:nvPr>
        </p:nvGraphicFramePr>
        <p:xfrm>
          <a:off x="579863" y="1313973"/>
          <a:ext cx="7835591" cy="3153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4B2A54C-927C-6EF4-D498-CA3A530B4151}"/>
              </a:ext>
            </a:extLst>
          </p:cNvPr>
          <p:cNvSpPr/>
          <p:nvPr/>
        </p:nvSpPr>
        <p:spPr>
          <a:xfrm>
            <a:off x="878750" y="221812"/>
            <a:ext cx="72378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One-Way Data Binding</a:t>
            </a:r>
          </a:p>
        </p:txBody>
      </p:sp>
    </p:spTree>
    <p:extLst>
      <p:ext uri="{BB962C8B-B14F-4D97-AF65-F5344CB8AC3E}">
        <p14:creationId xmlns:p14="http://schemas.microsoft.com/office/powerpoint/2010/main" val="794518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1E9DE8-8685-CFAF-201A-2DF9DE37CE82}"/>
              </a:ext>
            </a:extLst>
          </p:cNvPr>
          <p:cNvSpPr/>
          <p:nvPr/>
        </p:nvSpPr>
        <p:spPr>
          <a:xfrm>
            <a:off x="240424" y="288706"/>
            <a:ext cx="855907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One-Way Data Binding-From Component to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3EADA-5C86-747E-A708-76DE4FEE7DE1}"/>
              </a:ext>
            </a:extLst>
          </p:cNvPr>
          <p:cNvSpPr txBox="1"/>
          <p:nvPr/>
        </p:nvSpPr>
        <p:spPr>
          <a:xfrm>
            <a:off x="386577" y="1142239"/>
            <a:ext cx="8311374" cy="345094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2060"/>
                </a:solidFill>
                <a:effectLst/>
                <a:latin typeface="Google Sans"/>
              </a:rPr>
              <a:t> Interpolation</a:t>
            </a:r>
            <a:r>
              <a:rPr lang="en-US" sz="2000" b="0" i="0" dirty="0">
                <a:solidFill>
                  <a:srgbClr val="002060"/>
                </a:solidFill>
                <a:effectLst/>
                <a:latin typeface="Google Sans"/>
              </a:rPr>
              <a:t> (</a:t>
            </a:r>
            <a:r>
              <a:rPr lang="en-US" sz="2000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{{ ... }}</a:t>
            </a:r>
            <a:r>
              <a:rPr lang="en-US" sz="2000" b="0" i="0" dirty="0">
                <a:solidFill>
                  <a:srgbClr val="002060"/>
                </a:solidFill>
                <a:effectLst/>
                <a:latin typeface="Google Sans"/>
              </a:rPr>
              <a:t>): 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The simplest form, used to display dynamic text values from the component into the HTML view. The expression inside the double curly braces is converted to a string and inserted into the text flow.</a:t>
            </a:r>
          </a:p>
          <a:p>
            <a:pPr marL="742950" lvl="1" indent="-285750"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i="1" dirty="0">
                <a:solidFill>
                  <a:srgbClr val="0A0A0A"/>
                </a:solidFill>
                <a:effectLst/>
                <a:latin typeface="Google Sans"/>
              </a:rPr>
              <a:t>Example: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&lt;p&gt;Hello, {{ name }}!&lt;/p&gt;</a:t>
            </a:r>
            <a:endParaRPr lang="en-US" sz="20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Google Sans"/>
              </a:rPr>
              <a:t> Property Binding ([property]="..."): 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Used to bind a component property to a DOM element's property, allowing for non-string values like </a:t>
            </a:r>
            <a:r>
              <a:rPr lang="en-US" sz="2000" b="0" i="0" dirty="0" err="1">
                <a:solidFill>
                  <a:srgbClr val="0A0A0A"/>
                </a:solidFill>
                <a:effectLst/>
                <a:latin typeface="Google Sans"/>
              </a:rPr>
              <a:t>booleans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, objects, or arrays.</a:t>
            </a:r>
          </a:p>
          <a:p>
            <a:pPr marL="742950" lvl="1" indent="-285750"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i="1" dirty="0">
                <a:solidFill>
                  <a:srgbClr val="0A0A0A"/>
                </a:solidFill>
                <a:effectLst/>
                <a:latin typeface="Google Sans"/>
              </a:rPr>
              <a:t>Example: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sz="2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[</a:t>
            </a:r>
            <a:r>
              <a:rPr lang="en-US" sz="2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src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]="</a:t>
            </a:r>
            <a:r>
              <a:rPr lang="en-US" sz="2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imageUrl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"&gt;</a:t>
            </a:r>
            <a:endParaRPr lang="en-US" sz="20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Google Sans"/>
              </a:rPr>
              <a:t> Attribute Binding ([</a:t>
            </a:r>
            <a:r>
              <a:rPr lang="en-US" sz="2000" b="1" dirty="0" err="1">
                <a:solidFill>
                  <a:srgbClr val="002060"/>
                </a:solidFill>
                <a:latin typeface="Google Sans"/>
              </a:rPr>
              <a:t>attr.attribute</a:t>
            </a:r>
            <a:r>
              <a:rPr lang="en-US" sz="2000" b="1" dirty="0">
                <a:solidFill>
                  <a:srgbClr val="002060"/>
                </a:solidFill>
                <a:latin typeface="Google Sans"/>
              </a:rPr>
              <a:t>]="..."): 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Used when a property binding is not available, typically for standard HTML attributes like </a:t>
            </a:r>
            <a:r>
              <a:rPr lang="en-US" sz="2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colspan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 or ARIA attributes.</a:t>
            </a:r>
          </a:p>
          <a:p>
            <a:pPr marL="742950" lvl="1" indent="-285750"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i="1" dirty="0">
                <a:solidFill>
                  <a:srgbClr val="0A0A0A"/>
                </a:solidFill>
                <a:effectLst/>
                <a:latin typeface="Google Sans"/>
              </a:rPr>
              <a:t>Example: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&lt;td [</a:t>
            </a:r>
            <a:r>
              <a:rPr lang="en-US" sz="2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attr.colspan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]="span"&gt;&lt;/td&gt;</a:t>
            </a:r>
            <a:endParaRPr lang="en-US" sz="2000" b="0" i="0" dirty="0">
              <a:solidFill>
                <a:srgbClr val="0A0A0A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812011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46FFE-D6B0-9324-B68F-7F395022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93D4D5-293C-327D-E3B4-43E72EE31267}"/>
              </a:ext>
            </a:extLst>
          </p:cNvPr>
          <p:cNvSpPr/>
          <p:nvPr/>
        </p:nvSpPr>
        <p:spPr>
          <a:xfrm>
            <a:off x="240424" y="288706"/>
            <a:ext cx="855907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One-Way Data Binding-From Component to 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C1BDB-A6C2-D78D-1079-878793C0D031}"/>
              </a:ext>
            </a:extLst>
          </p:cNvPr>
          <p:cNvSpPr txBox="1"/>
          <p:nvPr/>
        </p:nvSpPr>
        <p:spPr>
          <a:xfrm>
            <a:off x="706243" y="1348360"/>
            <a:ext cx="7731513" cy="20659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 Class Binding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(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class.className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]="..."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): Conditionally adds or removes a CSS class to an element based on a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Google Sans"/>
              </a:rPr>
              <a:t>boolean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 value in the component.</a:t>
            </a:r>
          </a:p>
          <a:p>
            <a:pPr marL="742950" lvl="1" indent="-285750"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0A0A0A"/>
                </a:solidFill>
                <a:effectLst/>
                <a:latin typeface="Google Sans"/>
              </a:rPr>
              <a:t>Example: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&lt;div [class.is-active]="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isActive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"&gt;&lt;/div&gt;</a:t>
            </a:r>
            <a:b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</a:b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 Style Binding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(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style.styleProperty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]="..."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): Conditionally sets an inline style for an HTML element.</a:t>
            </a:r>
          </a:p>
          <a:p>
            <a:pPr marL="742950" lvl="1" indent="-285750"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0A0A0A"/>
                </a:solidFill>
                <a:effectLst/>
                <a:latin typeface="Google Sans"/>
              </a:rPr>
              <a:t>Example: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&lt;h1 [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style.color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]="color"&gt;&lt;/h1&gt;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03498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59675-71E1-D82E-35F5-5EA308E8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11A59A-437D-0B28-9144-EB25709E9719}"/>
              </a:ext>
            </a:extLst>
          </p:cNvPr>
          <p:cNvSpPr/>
          <p:nvPr/>
        </p:nvSpPr>
        <p:spPr>
          <a:xfrm>
            <a:off x="240424" y="288706"/>
            <a:ext cx="855907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One-Way Data Binding- From View to Component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8D7114F-1045-0942-7C42-F3A9296FF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" y="1350335"/>
            <a:ext cx="8372778" cy="280076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	This binding allows the application to respond to user actions in the view, such as clicks or keystrokes, and execute methods in the component. 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Event Binding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(event)="..."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): Binds a DOM event (e.g.,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click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input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submit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 to a method in the component's class.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$event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object can be passed to the handler to access data about the event.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Example: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&lt;button (click)="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onClick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()"&gt;Click me&lt;/button&gt;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25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CEA2CB-7EEF-9003-3199-27A44051E4A2}"/>
              </a:ext>
            </a:extLst>
          </p:cNvPr>
          <p:cNvSpPr/>
          <p:nvPr/>
        </p:nvSpPr>
        <p:spPr>
          <a:xfrm>
            <a:off x="685432" y="80563"/>
            <a:ext cx="760958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Two-Way Data Binding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B606DF1-5EB5-1B19-5479-BFFA02F803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3830418"/>
              </p:ext>
            </p:extLst>
          </p:nvPr>
        </p:nvGraphicFramePr>
        <p:xfrm>
          <a:off x="588787" y="981307"/>
          <a:ext cx="8019954" cy="38062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1742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579</Words>
  <Application>Microsoft Office PowerPoint</Application>
  <PresentationFormat>On-screen Show (16:9)</PresentationFormat>
  <Paragraphs>46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Unicode MS</vt:lpstr>
      <vt:lpstr>Courier New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 Gs</cp:lastModifiedBy>
  <cp:revision>5</cp:revision>
  <dcterms:created xsi:type="dcterms:W3CDTF">2019-03-30T04:54:26Z</dcterms:created>
  <dcterms:modified xsi:type="dcterms:W3CDTF">2026-03-03T16:33:16Z</dcterms:modified>
</cp:coreProperties>
</file>