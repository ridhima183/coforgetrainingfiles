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76" r:id="rId15"/>
    <p:sldId id="277" r:id="rId16"/>
    <p:sldId id="297" r:id="rId17"/>
    <p:sldId id="278" r:id="rId18"/>
    <p:sldId id="299" r:id="rId19"/>
    <p:sldId id="300" r:id="rId20"/>
    <p:sldId id="279" r:id="rId21"/>
    <p:sldId id="301" r:id="rId22"/>
    <p:sldId id="280" r:id="rId23"/>
    <p:sldId id="298" r:id="rId24"/>
    <p:sldId id="281" r:id="rId25"/>
    <p:sldId id="282" r:id="rId26"/>
    <p:sldId id="286" r:id="rId27"/>
    <p:sldId id="302" r:id="rId28"/>
    <p:sldId id="303" r:id="rId29"/>
    <p:sldId id="292" r:id="rId30"/>
    <p:sldId id="293" r:id="rId31"/>
    <p:sldId id="294" r:id="rId32"/>
    <p:sldId id="295" r:id="rId33"/>
    <p:sldId id="296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783"/>
    <a:srgbClr val="2D5C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85" d="100"/>
          <a:sy n="85" d="100"/>
        </p:scale>
        <p:origin x="8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hyperlink" Target="https://angular.io/api/router/Route" TargetMode="External"/><Relationship Id="rId1" Type="http://schemas.openxmlformats.org/officeDocument/2006/relationships/hyperlink" Target="https://angular.io/api/router/Route#redirectTo" TargetMode="Externa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hyperlink" Target="https://angular.io/api/router/RouterOutlet" TargetMode="External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hyperlink" Target="https://angular.io/api/router/Route" TargetMode="External"/><Relationship Id="rId1" Type="http://schemas.openxmlformats.org/officeDocument/2006/relationships/hyperlink" Target="https://angular.io/api/router/Route#redirectTo" TargetMode="External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hyperlink" Target="https://angular.io/api/router/RouterOutlet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383545-1F00-4CEC-8599-D8EB21D06760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A3D31ADC-5844-4626-AFF3-76886DD997A4}">
      <dgm:prSet/>
      <dgm:spPr/>
      <dgm:t>
        <a:bodyPr/>
        <a:lstStyle/>
        <a:p>
          <a:pPr rtl="0"/>
          <a:r>
            <a:rPr lang="en-IN"/>
            <a:t>Angular Router is a powerful JavaScript router built and maintained by the Angular core team that can be installed from the </a:t>
          </a:r>
          <a:r>
            <a:rPr lang="en-IN" b="1"/>
            <a:t>@angular/router </a:t>
          </a:r>
          <a:r>
            <a:rPr lang="en-IN"/>
            <a:t>package. </a:t>
          </a:r>
        </a:p>
      </dgm:t>
    </dgm:pt>
    <dgm:pt modelId="{FA953762-44C4-4960-A7D6-434C3398014F}" type="parTrans" cxnId="{1692603F-1E61-4A21-8AEF-1F3CC8C5E1D3}">
      <dgm:prSet/>
      <dgm:spPr/>
      <dgm:t>
        <a:bodyPr/>
        <a:lstStyle/>
        <a:p>
          <a:endParaRPr lang="en-IN"/>
        </a:p>
      </dgm:t>
    </dgm:pt>
    <dgm:pt modelId="{CE1D13F7-0FC8-4E3D-935F-8D0063417B1D}" type="sibTrans" cxnId="{1692603F-1E61-4A21-8AEF-1F3CC8C5E1D3}">
      <dgm:prSet/>
      <dgm:spPr/>
      <dgm:t>
        <a:bodyPr/>
        <a:lstStyle/>
        <a:p>
          <a:endParaRPr lang="en-IN"/>
        </a:p>
      </dgm:t>
    </dgm:pt>
    <dgm:pt modelId="{C440396A-6BA2-4388-8720-19D9E466440E}">
      <dgm:prSet/>
      <dgm:spPr/>
      <dgm:t>
        <a:bodyPr/>
        <a:lstStyle/>
        <a:p>
          <a:pPr rtl="0"/>
          <a:r>
            <a:rPr lang="en-IN"/>
            <a:t>It provides a complete routing library with the possibility to have multiple router outlets, different path matching strategies</a:t>
          </a:r>
        </a:p>
      </dgm:t>
    </dgm:pt>
    <dgm:pt modelId="{228C35EC-E70E-4711-985F-21CBFE060414}" type="parTrans" cxnId="{F017EC63-2334-482D-B702-F96944A2753D}">
      <dgm:prSet/>
      <dgm:spPr/>
      <dgm:t>
        <a:bodyPr/>
        <a:lstStyle/>
        <a:p>
          <a:endParaRPr lang="en-IN"/>
        </a:p>
      </dgm:t>
    </dgm:pt>
    <dgm:pt modelId="{7CF9BD31-3929-42BD-8081-021F5B074C75}" type="sibTrans" cxnId="{F017EC63-2334-482D-B702-F96944A2753D}">
      <dgm:prSet/>
      <dgm:spPr/>
      <dgm:t>
        <a:bodyPr/>
        <a:lstStyle/>
        <a:p>
          <a:endParaRPr lang="en-IN"/>
        </a:p>
      </dgm:t>
    </dgm:pt>
    <dgm:pt modelId="{63CC494A-6E86-4C28-ABC2-28C0B2B40608}">
      <dgm:prSet/>
      <dgm:spPr/>
      <dgm:t>
        <a:bodyPr/>
        <a:lstStyle/>
        <a:p>
          <a:pPr rtl="0"/>
          <a:r>
            <a:rPr lang="en-IN"/>
            <a:t>It also provides easy access to route parameters and route guards to protect components from unauthorized access.</a:t>
          </a:r>
        </a:p>
      </dgm:t>
    </dgm:pt>
    <dgm:pt modelId="{652B89D4-C8A4-4F22-AD1E-DE1826CFF75E}" type="parTrans" cxnId="{FCAEDED5-648D-458D-849A-1BB302D8FD87}">
      <dgm:prSet/>
      <dgm:spPr/>
      <dgm:t>
        <a:bodyPr/>
        <a:lstStyle/>
        <a:p>
          <a:endParaRPr lang="en-IN"/>
        </a:p>
      </dgm:t>
    </dgm:pt>
    <dgm:pt modelId="{6A83491E-2CD5-4B61-AD25-98DB00270310}" type="sibTrans" cxnId="{FCAEDED5-648D-458D-849A-1BB302D8FD87}">
      <dgm:prSet/>
      <dgm:spPr/>
      <dgm:t>
        <a:bodyPr/>
        <a:lstStyle/>
        <a:p>
          <a:endParaRPr lang="en-IN"/>
        </a:p>
      </dgm:t>
    </dgm:pt>
    <dgm:pt modelId="{98A06CFA-00F6-4375-918B-E212671C24F9}">
      <dgm:prSet/>
      <dgm:spPr/>
      <dgm:t>
        <a:bodyPr/>
        <a:lstStyle/>
        <a:p>
          <a:pPr rtl="0"/>
          <a:r>
            <a:rPr lang="en-IN"/>
            <a:t>The Angular router is a core part of the Angular platform. </a:t>
          </a:r>
        </a:p>
      </dgm:t>
    </dgm:pt>
    <dgm:pt modelId="{A9610335-BCC8-4BB5-9E17-DBD3D01166F8}" type="parTrans" cxnId="{F93268A1-C599-46E3-ADB6-81EAD556016B}">
      <dgm:prSet/>
      <dgm:spPr/>
      <dgm:t>
        <a:bodyPr/>
        <a:lstStyle/>
        <a:p>
          <a:endParaRPr lang="en-IN"/>
        </a:p>
      </dgm:t>
    </dgm:pt>
    <dgm:pt modelId="{E1CEA2F0-4934-41B5-B252-62B93B7A259A}" type="sibTrans" cxnId="{F93268A1-C599-46E3-ADB6-81EAD556016B}">
      <dgm:prSet/>
      <dgm:spPr/>
      <dgm:t>
        <a:bodyPr/>
        <a:lstStyle/>
        <a:p>
          <a:endParaRPr lang="en-IN"/>
        </a:p>
      </dgm:t>
    </dgm:pt>
    <dgm:pt modelId="{0F27DADA-9505-4178-B107-29859DFCE77C}">
      <dgm:prSet/>
      <dgm:spPr/>
      <dgm:t>
        <a:bodyPr/>
        <a:lstStyle/>
        <a:p>
          <a:pPr rtl="0"/>
          <a:r>
            <a:rPr lang="en-IN"/>
            <a:t>It enables developers to build Single Page Applications with multiple views and allow navigation between these views.</a:t>
          </a:r>
        </a:p>
      </dgm:t>
    </dgm:pt>
    <dgm:pt modelId="{564C9375-2F90-43DC-825D-132FEFF9AAEC}" type="parTrans" cxnId="{CC57CEE2-F426-47A6-9E96-92060FCE1E21}">
      <dgm:prSet/>
      <dgm:spPr/>
      <dgm:t>
        <a:bodyPr/>
        <a:lstStyle/>
        <a:p>
          <a:endParaRPr lang="en-IN"/>
        </a:p>
      </dgm:t>
    </dgm:pt>
    <dgm:pt modelId="{26EAB545-F615-41FC-9D99-ADA15BDAE712}" type="sibTrans" cxnId="{CC57CEE2-F426-47A6-9E96-92060FCE1E21}">
      <dgm:prSet/>
      <dgm:spPr/>
      <dgm:t>
        <a:bodyPr/>
        <a:lstStyle/>
        <a:p>
          <a:endParaRPr lang="en-IN"/>
        </a:p>
      </dgm:t>
    </dgm:pt>
    <dgm:pt modelId="{7AD3337D-2817-48D5-9029-8A7BC87647CB}" type="pres">
      <dgm:prSet presAssocID="{DF383545-1F00-4CEC-8599-D8EB21D06760}" presName="linear" presStyleCnt="0">
        <dgm:presLayoutVars>
          <dgm:animLvl val="lvl"/>
          <dgm:resizeHandles val="exact"/>
        </dgm:presLayoutVars>
      </dgm:prSet>
      <dgm:spPr/>
    </dgm:pt>
    <dgm:pt modelId="{0DAAEB67-87D2-4A0B-8CE2-84AF57D18B0E}" type="pres">
      <dgm:prSet presAssocID="{A3D31ADC-5844-4626-AFF3-76886DD997A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0E472CD-148C-47DB-A4D6-B8F9E28C0289}" type="pres">
      <dgm:prSet presAssocID="{CE1D13F7-0FC8-4E3D-935F-8D0063417B1D}" presName="spacer" presStyleCnt="0"/>
      <dgm:spPr/>
    </dgm:pt>
    <dgm:pt modelId="{B8A1A159-0E59-485F-996D-7B6FF1976901}" type="pres">
      <dgm:prSet presAssocID="{C440396A-6BA2-4388-8720-19D9E466440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4DC077F-DE1A-4233-88D6-4EFA79E242A8}" type="pres">
      <dgm:prSet presAssocID="{7CF9BD31-3929-42BD-8081-021F5B074C75}" presName="spacer" presStyleCnt="0"/>
      <dgm:spPr/>
    </dgm:pt>
    <dgm:pt modelId="{C20EFA01-5C0B-40A7-93CC-2FA7CEA7D98F}" type="pres">
      <dgm:prSet presAssocID="{63CC494A-6E86-4C28-ABC2-28C0B2B4060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D76AF8B-D2CD-49F1-8AF3-9A713B366CC2}" type="pres">
      <dgm:prSet presAssocID="{6A83491E-2CD5-4B61-AD25-98DB00270310}" presName="spacer" presStyleCnt="0"/>
      <dgm:spPr/>
    </dgm:pt>
    <dgm:pt modelId="{3FE25D37-5C20-418A-8749-D036A3DC2805}" type="pres">
      <dgm:prSet presAssocID="{98A06CFA-00F6-4375-918B-E212671C24F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43DD294-B750-46E2-9148-A34A7E2815FB}" type="pres">
      <dgm:prSet presAssocID="{E1CEA2F0-4934-41B5-B252-62B93B7A259A}" presName="spacer" presStyleCnt="0"/>
      <dgm:spPr/>
    </dgm:pt>
    <dgm:pt modelId="{A710AEA4-4860-4CEB-977E-2D7F47022C70}" type="pres">
      <dgm:prSet presAssocID="{0F27DADA-9505-4178-B107-29859DFCE77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9231F36-063E-46DA-9FCA-6B3FE328A94F}" type="presOf" srcId="{A3D31ADC-5844-4626-AFF3-76886DD997A4}" destId="{0DAAEB67-87D2-4A0B-8CE2-84AF57D18B0E}" srcOrd="0" destOrd="0" presId="urn:microsoft.com/office/officeart/2005/8/layout/vList2"/>
    <dgm:cxn modelId="{1692603F-1E61-4A21-8AEF-1F3CC8C5E1D3}" srcId="{DF383545-1F00-4CEC-8599-D8EB21D06760}" destId="{A3D31ADC-5844-4626-AFF3-76886DD997A4}" srcOrd="0" destOrd="0" parTransId="{FA953762-44C4-4960-A7D6-434C3398014F}" sibTransId="{CE1D13F7-0FC8-4E3D-935F-8D0063417B1D}"/>
    <dgm:cxn modelId="{B34EF75D-7B44-4CEE-85C5-A8D563D73684}" type="presOf" srcId="{63CC494A-6E86-4C28-ABC2-28C0B2B40608}" destId="{C20EFA01-5C0B-40A7-93CC-2FA7CEA7D98F}" srcOrd="0" destOrd="0" presId="urn:microsoft.com/office/officeart/2005/8/layout/vList2"/>
    <dgm:cxn modelId="{F017EC63-2334-482D-B702-F96944A2753D}" srcId="{DF383545-1F00-4CEC-8599-D8EB21D06760}" destId="{C440396A-6BA2-4388-8720-19D9E466440E}" srcOrd="1" destOrd="0" parTransId="{228C35EC-E70E-4711-985F-21CBFE060414}" sibTransId="{7CF9BD31-3929-42BD-8081-021F5B074C75}"/>
    <dgm:cxn modelId="{C2C3A974-752F-46B6-81B6-40CF61562516}" type="presOf" srcId="{C440396A-6BA2-4388-8720-19D9E466440E}" destId="{B8A1A159-0E59-485F-996D-7B6FF1976901}" srcOrd="0" destOrd="0" presId="urn:microsoft.com/office/officeart/2005/8/layout/vList2"/>
    <dgm:cxn modelId="{5CC2169D-7665-4FAB-9100-CDA41C779FA7}" type="presOf" srcId="{0F27DADA-9505-4178-B107-29859DFCE77C}" destId="{A710AEA4-4860-4CEB-977E-2D7F47022C70}" srcOrd="0" destOrd="0" presId="urn:microsoft.com/office/officeart/2005/8/layout/vList2"/>
    <dgm:cxn modelId="{F93268A1-C599-46E3-ADB6-81EAD556016B}" srcId="{DF383545-1F00-4CEC-8599-D8EB21D06760}" destId="{98A06CFA-00F6-4375-918B-E212671C24F9}" srcOrd="3" destOrd="0" parTransId="{A9610335-BCC8-4BB5-9E17-DBD3D01166F8}" sibTransId="{E1CEA2F0-4934-41B5-B252-62B93B7A259A}"/>
    <dgm:cxn modelId="{467DD8C5-A4B5-478A-9169-E6FB40299B5A}" type="presOf" srcId="{DF383545-1F00-4CEC-8599-D8EB21D06760}" destId="{7AD3337D-2817-48D5-9029-8A7BC87647CB}" srcOrd="0" destOrd="0" presId="urn:microsoft.com/office/officeart/2005/8/layout/vList2"/>
    <dgm:cxn modelId="{FCAEDED5-648D-458D-849A-1BB302D8FD87}" srcId="{DF383545-1F00-4CEC-8599-D8EB21D06760}" destId="{63CC494A-6E86-4C28-ABC2-28C0B2B40608}" srcOrd="2" destOrd="0" parTransId="{652B89D4-C8A4-4F22-AD1E-DE1826CFF75E}" sibTransId="{6A83491E-2CD5-4B61-AD25-98DB00270310}"/>
    <dgm:cxn modelId="{CC57CEE2-F426-47A6-9E96-92060FCE1E21}" srcId="{DF383545-1F00-4CEC-8599-D8EB21D06760}" destId="{0F27DADA-9505-4178-B107-29859DFCE77C}" srcOrd="4" destOrd="0" parTransId="{564C9375-2F90-43DC-825D-132FEFF9AAEC}" sibTransId="{26EAB545-F615-41FC-9D99-ADA15BDAE712}"/>
    <dgm:cxn modelId="{A07DF3FD-151D-4032-B58D-A281BD01F12B}" type="presOf" srcId="{98A06CFA-00F6-4375-918B-E212671C24F9}" destId="{3FE25D37-5C20-418A-8749-D036A3DC2805}" srcOrd="0" destOrd="0" presId="urn:microsoft.com/office/officeart/2005/8/layout/vList2"/>
    <dgm:cxn modelId="{D031E6BF-598E-4FF6-A598-680C4FB860E9}" type="presParOf" srcId="{7AD3337D-2817-48D5-9029-8A7BC87647CB}" destId="{0DAAEB67-87D2-4A0B-8CE2-84AF57D18B0E}" srcOrd="0" destOrd="0" presId="urn:microsoft.com/office/officeart/2005/8/layout/vList2"/>
    <dgm:cxn modelId="{F8588543-E4AD-42FE-848D-5CAC7CCF3299}" type="presParOf" srcId="{7AD3337D-2817-48D5-9029-8A7BC87647CB}" destId="{70E472CD-148C-47DB-A4D6-B8F9E28C0289}" srcOrd="1" destOrd="0" presId="urn:microsoft.com/office/officeart/2005/8/layout/vList2"/>
    <dgm:cxn modelId="{DAC45F71-3F70-48DA-B72B-3A0D22143E26}" type="presParOf" srcId="{7AD3337D-2817-48D5-9029-8A7BC87647CB}" destId="{B8A1A159-0E59-485F-996D-7B6FF1976901}" srcOrd="2" destOrd="0" presId="urn:microsoft.com/office/officeart/2005/8/layout/vList2"/>
    <dgm:cxn modelId="{2826C49A-3597-4BBF-84AA-8F2D494DF486}" type="presParOf" srcId="{7AD3337D-2817-48D5-9029-8A7BC87647CB}" destId="{E4DC077F-DE1A-4233-88D6-4EFA79E242A8}" srcOrd="3" destOrd="0" presId="urn:microsoft.com/office/officeart/2005/8/layout/vList2"/>
    <dgm:cxn modelId="{F43CE93C-4876-49A4-8C44-B8791DF0F195}" type="presParOf" srcId="{7AD3337D-2817-48D5-9029-8A7BC87647CB}" destId="{C20EFA01-5C0B-40A7-93CC-2FA7CEA7D98F}" srcOrd="4" destOrd="0" presId="urn:microsoft.com/office/officeart/2005/8/layout/vList2"/>
    <dgm:cxn modelId="{0F5419D2-BF14-4AC2-A436-1816A8E90E20}" type="presParOf" srcId="{7AD3337D-2817-48D5-9029-8A7BC87647CB}" destId="{0D76AF8B-D2CD-49F1-8AF3-9A713B366CC2}" srcOrd="5" destOrd="0" presId="urn:microsoft.com/office/officeart/2005/8/layout/vList2"/>
    <dgm:cxn modelId="{69BFA821-CAF4-436D-8138-A0F5C20583A1}" type="presParOf" srcId="{7AD3337D-2817-48D5-9029-8A7BC87647CB}" destId="{3FE25D37-5C20-418A-8749-D036A3DC2805}" srcOrd="6" destOrd="0" presId="urn:microsoft.com/office/officeart/2005/8/layout/vList2"/>
    <dgm:cxn modelId="{12BB55D5-5B0A-4405-9C4E-F411C72E2EA3}" type="presParOf" srcId="{7AD3337D-2817-48D5-9029-8A7BC87647CB}" destId="{943DD294-B750-46E2-9148-A34A7E2815FB}" srcOrd="7" destOrd="0" presId="urn:microsoft.com/office/officeart/2005/8/layout/vList2"/>
    <dgm:cxn modelId="{5261CA59-1041-4BBF-B56E-E28EEE228145}" type="presParOf" srcId="{7AD3337D-2817-48D5-9029-8A7BC87647CB}" destId="{A710AEA4-4860-4CEB-977E-2D7F47022C7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383545-1F00-4CEC-8599-D8EB21D06760}" type="doc">
      <dgm:prSet loTypeId="urn:microsoft.com/office/officeart/2005/8/layout/vList2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IN"/>
        </a:p>
      </dgm:t>
    </dgm:pt>
    <dgm:pt modelId="{2E009186-A5F0-425D-AEB9-60D17A7AE69C}">
      <dgm:prSet/>
      <dgm:spPr/>
      <dgm:t>
        <a:bodyPr/>
        <a:lstStyle/>
        <a:p>
          <a:r>
            <a:rPr lang="en-IN" b="1" i="0" dirty="0"/>
            <a:t>Routes are definitions (objects) comprised from at least a path and a component (or a </a:t>
          </a:r>
          <a:r>
            <a:rPr lang="en-IN" b="1" i="0" dirty="0" err="1">
              <a:hlinkClick xmlns:r="http://schemas.openxmlformats.org/officeDocument/2006/relationships" r:id="rId1"/>
            </a:rPr>
            <a:t>redirectTo</a:t>
          </a:r>
          <a:r>
            <a:rPr lang="en-IN" b="1" i="0" dirty="0"/>
            <a:t> path) attributes.</a:t>
          </a:r>
          <a:endParaRPr lang="en-IN" b="1" dirty="0"/>
        </a:p>
      </dgm:t>
    </dgm:pt>
    <dgm:pt modelId="{3526389E-C7BA-4653-BCA6-77FD6AA557CE}" type="parTrans" cxnId="{E33712A5-2644-450E-A8CA-66F8C5619455}">
      <dgm:prSet/>
      <dgm:spPr/>
      <dgm:t>
        <a:bodyPr/>
        <a:lstStyle/>
        <a:p>
          <a:endParaRPr lang="en-IN"/>
        </a:p>
      </dgm:t>
    </dgm:pt>
    <dgm:pt modelId="{54BDC9CD-A03B-4563-9872-390BD8AB540F}" type="sibTrans" cxnId="{E33712A5-2644-450E-A8CA-66F8C5619455}">
      <dgm:prSet/>
      <dgm:spPr/>
      <dgm:t>
        <a:bodyPr/>
        <a:lstStyle/>
        <a:p>
          <a:endParaRPr lang="en-IN"/>
        </a:p>
      </dgm:t>
    </dgm:pt>
    <dgm:pt modelId="{6ECF4A5E-B3A1-471D-BA8F-67FACBA8B5E4}">
      <dgm:prSet/>
      <dgm:spPr/>
      <dgm:t>
        <a:bodyPr/>
        <a:lstStyle/>
        <a:p>
          <a:r>
            <a:rPr lang="en-IN" b="1" i="0" dirty="0"/>
            <a:t>The path refers to the part of the URL that determines a unique view that should be displayed, and component refers to the Angular component that needs to be associated with a path. </a:t>
          </a:r>
          <a:endParaRPr lang="en-IN" b="1" dirty="0"/>
        </a:p>
      </dgm:t>
    </dgm:pt>
    <dgm:pt modelId="{54ED85DF-89C6-4319-B80B-8AFEBDB78DA7}" type="parTrans" cxnId="{8F35806E-8377-4604-8A9A-97AD5194B1F4}">
      <dgm:prSet/>
      <dgm:spPr/>
      <dgm:t>
        <a:bodyPr/>
        <a:lstStyle/>
        <a:p>
          <a:endParaRPr lang="en-IN"/>
        </a:p>
      </dgm:t>
    </dgm:pt>
    <dgm:pt modelId="{E6ED0E16-74CA-49E1-955F-15F257CB697A}" type="sibTrans" cxnId="{8F35806E-8377-4604-8A9A-97AD5194B1F4}">
      <dgm:prSet/>
      <dgm:spPr/>
      <dgm:t>
        <a:bodyPr/>
        <a:lstStyle/>
        <a:p>
          <a:endParaRPr lang="en-IN"/>
        </a:p>
      </dgm:t>
    </dgm:pt>
    <dgm:pt modelId="{52AF30EB-4859-4453-88EA-4AF38DF92594}">
      <dgm:prSet/>
      <dgm:spPr/>
      <dgm:t>
        <a:bodyPr/>
        <a:lstStyle/>
        <a:p>
          <a:r>
            <a:rPr lang="en-IN" b="1" i="0" dirty="0"/>
            <a:t>Based on a route definition that we provide (via a static  method), the Router is able to navigate the user to a specific view.</a:t>
          </a:r>
          <a:endParaRPr lang="en-IN" b="1" dirty="0"/>
        </a:p>
      </dgm:t>
    </dgm:pt>
    <dgm:pt modelId="{0B91CC65-5308-461B-B816-186EF2C49542}" type="parTrans" cxnId="{2C3EE9F1-9B01-4F47-9A6D-74090055F09E}">
      <dgm:prSet/>
      <dgm:spPr/>
      <dgm:t>
        <a:bodyPr/>
        <a:lstStyle/>
        <a:p>
          <a:endParaRPr lang="en-IN"/>
        </a:p>
      </dgm:t>
    </dgm:pt>
    <dgm:pt modelId="{1FF2A921-2E7B-48A6-95F4-0B0F030EF7F5}" type="sibTrans" cxnId="{2C3EE9F1-9B01-4F47-9A6D-74090055F09E}">
      <dgm:prSet/>
      <dgm:spPr/>
      <dgm:t>
        <a:bodyPr/>
        <a:lstStyle/>
        <a:p>
          <a:endParaRPr lang="en-IN"/>
        </a:p>
      </dgm:t>
    </dgm:pt>
    <dgm:pt modelId="{A9A21C45-8D61-43D9-B514-F5BA9FE0D552}">
      <dgm:prSet/>
      <dgm:spPr/>
      <dgm:t>
        <a:bodyPr/>
        <a:lstStyle/>
        <a:p>
          <a:r>
            <a:rPr lang="en-IN" b="1" i="0" dirty="0"/>
            <a:t>Each </a:t>
          </a:r>
          <a:r>
            <a:rPr lang="en-IN" b="1" i="0" dirty="0">
              <a:hlinkClick xmlns:r="http://schemas.openxmlformats.org/officeDocument/2006/relationships" r:id="rId2"/>
            </a:rPr>
            <a:t>Route</a:t>
          </a:r>
          <a:r>
            <a:rPr lang="en-IN" b="1" i="0" dirty="0"/>
            <a:t> maps a URL path to a component.</a:t>
          </a:r>
          <a:endParaRPr lang="en-IN" b="1" dirty="0"/>
        </a:p>
      </dgm:t>
    </dgm:pt>
    <dgm:pt modelId="{233FF4D4-F514-43C9-9021-CEB9C64FDE25}" type="parTrans" cxnId="{85A742F1-D4A4-4628-843E-A2514077CAE8}">
      <dgm:prSet/>
      <dgm:spPr/>
      <dgm:t>
        <a:bodyPr/>
        <a:lstStyle/>
        <a:p>
          <a:endParaRPr lang="en-IN"/>
        </a:p>
      </dgm:t>
    </dgm:pt>
    <dgm:pt modelId="{94C35D74-611E-471C-AB36-48A5FFD43633}" type="sibTrans" cxnId="{85A742F1-D4A4-4628-843E-A2514077CAE8}">
      <dgm:prSet/>
      <dgm:spPr/>
      <dgm:t>
        <a:bodyPr/>
        <a:lstStyle/>
        <a:p>
          <a:endParaRPr lang="en-IN"/>
        </a:p>
      </dgm:t>
    </dgm:pt>
    <dgm:pt modelId="{7AD3337D-2817-48D5-9029-8A7BC87647CB}" type="pres">
      <dgm:prSet presAssocID="{DF383545-1F00-4CEC-8599-D8EB21D06760}" presName="linear" presStyleCnt="0">
        <dgm:presLayoutVars>
          <dgm:animLvl val="lvl"/>
          <dgm:resizeHandles val="exact"/>
        </dgm:presLayoutVars>
      </dgm:prSet>
      <dgm:spPr/>
    </dgm:pt>
    <dgm:pt modelId="{959DE923-48BD-4AC1-BFB0-647867EA1275}" type="pres">
      <dgm:prSet presAssocID="{2E009186-A5F0-425D-AEB9-60D17A7AE6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B433EF2-93E3-4690-8F37-38A8BF01F537}" type="pres">
      <dgm:prSet presAssocID="{54BDC9CD-A03B-4563-9872-390BD8AB540F}" presName="spacer" presStyleCnt="0"/>
      <dgm:spPr/>
    </dgm:pt>
    <dgm:pt modelId="{81C94FD4-7CF1-4C4D-B67E-021258DABFC0}" type="pres">
      <dgm:prSet presAssocID="{6ECF4A5E-B3A1-471D-BA8F-67FACBA8B5E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43E57F8-A078-4EAF-B847-DB0492634939}" type="pres">
      <dgm:prSet presAssocID="{E6ED0E16-74CA-49E1-955F-15F257CB697A}" presName="spacer" presStyleCnt="0"/>
      <dgm:spPr/>
    </dgm:pt>
    <dgm:pt modelId="{7773E3EC-A5C3-406E-BCE7-E04E89239480}" type="pres">
      <dgm:prSet presAssocID="{52AF30EB-4859-4453-88EA-4AF38DF9259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11766C4-8914-4E66-8610-2545FF4D9396}" type="pres">
      <dgm:prSet presAssocID="{1FF2A921-2E7B-48A6-95F4-0B0F030EF7F5}" presName="spacer" presStyleCnt="0"/>
      <dgm:spPr/>
    </dgm:pt>
    <dgm:pt modelId="{B9F69F1C-EDA7-4308-9971-84316EC0D9EE}" type="pres">
      <dgm:prSet presAssocID="{A9A21C45-8D61-43D9-B514-F5BA9FE0D55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438B05C-680A-4533-8453-FC9CDC6585A3}" type="presOf" srcId="{6ECF4A5E-B3A1-471D-BA8F-67FACBA8B5E4}" destId="{81C94FD4-7CF1-4C4D-B67E-021258DABFC0}" srcOrd="0" destOrd="0" presId="urn:microsoft.com/office/officeart/2005/8/layout/vList2"/>
    <dgm:cxn modelId="{8F35806E-8377-4604-8A9A-97AD5194B1F4}" srcId="{DF383545-1F00-4CEC-8599-D8EB21D06760}" destId="{6ECF4A5E-B3A1-471D-BA8F-67FACBA8B5E4}" srcOrd="1" destOrd="0" parTransId="{54ED85DF-89C6-4319-B80B-8AFEBDB78DA7}" sibTransId="{E6ED0E16-74CA-49E1-955F-15F257CB697A}"/>
    <dgm:cxn modelId="{D6F74F90-CBFC-4A0B-AAD9-853F56434C10}" type="presOf" srcId="{A9A21C45-8D61-43D9-B514-F5BA9FE0D552}" destId="{B9F69F1C-EDA7-4308-9971-84316EC0D9EE}" srcOrd="0" destOrd="0" presId="urn:microsoft.com/office/officeart/2005/8/layout/vList2"/>
    <dgm:cxn modelId="{35CA869B-CD21-484C-A53C-1B8BFDFE6CB1}" type="presOf" srcId="{52AF30EB-4859-4453-88EA-4AF38DF92594}" destId="{7773E3EC-A5C3-406E-BCE7-E04E89239480}" srcOrd="0" destOrd="0" presId="urn:microsoft.com/office/officeart/2005/8/layout/vList2"/>
    <dgm:cxn modelId="{53B778A1-0974-4400-B9E2-69BA92967919}" type="presOf" srcId="{2E009186-A5F0-425D-AEB9-60D17A7AE69C}" destId="{959DE923-48BD-4AC1-BFB0-647867EA1275}" srcOrd="0" destOrd="0" presId="urn:microsoft.com/office/officeart/2005/8/layout/vList2"/>
    <dgm:cxn modelId="{E33712A5-2644-450E-A8CA-66F8C5619455}" srcId="{DF383545-1F00-4CEC-8599-D8EB21D06760}" destId="{2E009186-A5F0-425D-AEB9-60D17A7AE69C}" srcOrd="0" destOrd="0" parTransId="{3526389E-C7BA-4653-BCA6-77FD6AA557CE}" sibTransId="{54BDC9CD-A03B-4563-9872-390BD8AB540F}"/>
    <dgm:cxn modelId="{656CC2B1-8F70-4986-9B90-932DF428D9A7}" type="presOf" srcId="{DF383545-1F00-4CEC-8599-D8EB21D06760}" destId="{7AD3337D-2817-48D5-9029-8A7BC87647CB}" srcOrd="0" destOrd="0" presId="urn:microsoft.com/office/officeart/2005/8/layout/vList2"/>
    <dgm:cxn modelId="{85A742F1-D4A4-4628-843E-A2514077CAE8}" srcId="{DF383545-1F00-4CEC-8599-D8EB21D06760}" destId="{A9A21C45-8D61-43D9-B514-F5BA9FE0D552}" srcOrd="3" destOrd="0" parTransId="{233FF4D4-F514-43C9-9021-CEB9C64FDE25}" sibTransId="{94C35D74-611E-471C-AB36-48A5FFD43633}"/>
    <dgm:cxn modelId="{2C3EE9F1-9B01-4F47-9A6D-74090055F09E}" srcId="{DF383545-1F00-4CEC-8599-D8EB21D06760}" destId="{52AF30EB-4859-4453-88EA-4AF38DF92594}" srcOrd="2" destOrd="0" parTransId="{0B91CC65-5308-461B-B816-186EF2C49542}" sibTransId="{1FF2A921-2E7B-48A6-95F4-0B0F030EF7F5}"/>
    <dgm:cxn modelId="{410799C5-9FC8-40F7-8F0B-9937A66F3F26}" type="presParOf" srcId="{7AD3337D-2817-48D5-9029-8A7BC87647CB}" destId="{959DE923-48BD-4AC1-BFB0-647867EA1275}" srcOrd="0" destOrd="0" presId="urn:microsoft.com/office/officeart/2005/8/layout/vList2"/>
    <dgm:cxn modelId="{2D985A95-EBA9-4A3A-8294-3F1526772FC3}" type="presParOf" srcId="{7AD3337D-2817-48D5-9029-8A7BC87647CB}" destId="{8B433EF2-93E3-4690-8F37-38A8BF01F537}" srcOrd="1" destOrd="0" presId="urn:microsoft.com/office/officeart/2005/8/layout/vList2"/>
    <dgm:cxn modelId="{B27843BD-CAC1-4690-822E-3DCAEB23EB3E}" type="presParOf" srcId="{7AD3337D-2817-48D5-9029-8A7BC87647CB}" destId="{81C94FD4-7CF1-4C4D-B67E-021258DABFC0}" srcOrd="2" destOrd="0" presId="urn:microsoft.com/office/officeart/2005/8/layout/vList2"/>
    <dgm:cxn modelId="{2D1D96C6-04F2-41AD-9F5E-9C8942DC9692}" type="presParOf" srcId="{7AD3337D-2817-48D5-9029-8A7BC87647CB}" destId="{E43E57F8-A078-4EAF-B847-DB0492634939}" srcOrd="3" destOrd="0" presId="urn:microsoft.com/office/officeart/2005/8/layout/vList2"/>
    <dgm:cxn modelId="{94FCD6B5-146E-41B2-A0E6-39B0FE6E048C}" type="presParOf" srcId="{7AD3337D-2817-48D5-9029-8A7BC87647CB}" destId="{7773E3EC-A5C3-406E-BCE7-E04E89239480}" srcOrd="4" destOrd="0" presId="urn:microsoft.com/office/officeart/2005/8/layout/vList2"/>
    <dgm:cxn modelId="{5B99CC66-FD88-4E3B-9E71-F0B8E885B9A5}" type="presParOf" srcId="{7AD3337D-2817-48D5-9029-8A7BC87647CB}" destId="{C11766C4-8914-4E66-8610-2545FF4D9396}" srcOrd="5" destOrd="0" presId="urn:microsoft.com/office/officeart/2005/8/layout/vList2"/>
    <dgm:cxn modelId="{8F09267C-D770-4342-B68D-EC41DD60CBC0}" type="presParOf" srcId="{7AD3337D-2817-48D5-9029-8A7BC87647CB}" destId="{B9F69F1C-EDA7-4308-9971-84316EC0D9E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383545-1F00-4CEC-8599-D8EB21D06760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69B4E1BA-31FF-4DF3-AA0F-9B940E13CD64}">
      <dgm:prSet/>
      <dgm:spPr/>
      <dgm:t>
        <a:bodyPr/>
        <a:lstStyle/>
        <a:p>
          <a:r>
            <a:rPr lang="en-IN" b="1" i="0" dirty="0"/>
            <a:t>The path can be empty which denotes the default path of an application and it’s usually the start of the application.</a:t>
          </a:r>
        </a:p>
      </dgm:t>
    </dgm:pt>
    <dgm:pt modelId="{71F70FDF-51E7-4EE1-9BF4-F6205D79787B}" type="parTrans" cxnId="{04D419CD-64AF-4CDF-BD6B-A5833A2EAAA5}">
      <dgm:prSet/>
      <dgm:spPr/>
      <dgm:t>
        <a:bodyPr/>
        <a:lstStyle/>
        <a:p>
          <a:endParaRPr lang="en-IN"/>
        </a:p>
      </dgm:t>
    </dgm:pt>
    <dgm:pt modelId="{7776F506-67A9-4317-B982-0A3D049591EF}" type="sibTrans" cxnId="{04D419CD-64AF-4CDF-BD6B-A5833A2EAAA5}">
      <dgm:prSet/>
      <dgm:spPr/>
      <dgm:t>
        <a:bodyPr/>
        <a:lstStyle/>
        <a:p>
          <a:endParaRPr lang="en-IN"/>
        </a:p>
      </dgm:t>
    </dgm:pt>
    <dgm:pt modelId="{6182B904-48B4-4353-86B9-07D43BE591E5}">
      <dgm:prSet/>
      <dgm:spPr/>
      <dgm:t>
        <a:bodyPr/>
        <a:lstStyle/>
        <a:p>
          <a:r>
            <a:rPr lang="en-IN" b="1" i="0" dirty="0"/>
            <a:t>The path can take a wildcard string (**). </a:t>
          </a:r>
        </a:p>
      </dgm:t>
    </dgm:pt>
    <dgm:pt modelId="{750FE544-B5EB-4163-AD4A-0F7F59749C9F}" type="parTrans" cxnId="{503D4AAB-B2BC-4B60-A2F0-F7E47164E53D}">
      <dgm:prSet/>
      <dgm:spPr/>
      <dgm:t>
        <a:bodyPr/>
        <a:lstStyle/>
        <a:p>
          <a:endParaRPr lang="en-IN"/>
        </a:p>
      </dgm:t>
    </dgm:pt>
    <dgm:pt modelId="{74DE62A3-60BD-411D-98B8-7A113AE59D4C}" type="sibTrans" cxnId="{503D4AAB-B2BC-4B60-A2F0-F7E47164E53D}">
      <dgm:prSet/>
      <dgm:spPr/>
      <dgm:t>
        <a:bodyPr/>
        <a:lstStyle/>
        <a:p>
          <a:endParaRPr lang="en-IN"/>
        </a:p>
      </dgm:t>
    </dgm:pt>
    <dgm:pt modelId="{766DB608-6A44-4C13-84FC-82F850138A04}">
      <dgm:prSet/>
      <dgm:spPr/>
      <dgm:t>
        <a:bodyPr/>
        <a:lstStyle/>
        <a:p>
          <a:r>
            <a:rPr lang="en-IN" b="1" i="0" dirty="0"/>
            <a:t>The router will select this route if the requested URL doesn’t match any paths for the defined routes. </a:t>
          </a:r>
        </a:p>
      </dgm:t>
    </dgm:pt>
    <dgm:pt modelId="{CEFA867C-D945-40CF-85EE-FE125B354121}" type="parTrans" cxnId="{96D16E44-E691-4F9A-BE39-BC6C8CF33F1E}">
      <dgm:prSet/>
      <dgm:spPr/>
      <dgm:t>
        <a:bodyPr/>
        <a:lstStyle/>
        <a:p>
          <a:endParaRPr lang="en-IN"/>
        </a:p>
      </dgm:t>
    </dgm:pt>
    <dgm:pt modelId="{06540632-179C-49A3-82B7-510047FDAD4B}" type="sibTrans" cxnId="{96D16E44-E691-4F9A-BE39-BC6C8CF33F1E}">
      <dgm:prSet/>
      <dgm:spPr/>
      <dgm:t>
        <a:bodyPr/>
        <a:lstStyle/>
        <a:p>
          <a:endParaRPr lang="en-IN"/>
        </a:p>
      </dgm:t>
    </dgm:pt>
    <dgm:pt modelId="{CBEDD296-06D4-4080-A7FE-8A77B4438887}">
      <dgm:prSet/>
      <dgm:spPr/>
      <dgm:t>
        <a:bodyPr/>
        <a:lstStyle/>
        <a:p>
          <a:r>
            <a:rPr lang="en-IN" b="1" i="0" dirty="0"/>
            <a:t>This can be used for displaying a “Not Found” view or redirecting to a specific view if no match is found.</a:t>
          </a:r>
        </a:p>
      </dgm:t>
    </dgm:pt>
    <dgm:pt modelId="{B3F48EFE-B4B2-4B3D-BF86-2C8BDEBEB9DF}" type="parTrans" cxnId="{4C871AF1-3644-4EA3-AA91-2504ECEC2866}">
      <dgm:prSet/>
      <dgm:spPr/>
      <dgm:t>
        <a:bodyPr/>
        <a:lstStyle/>
        <a:p>
          <a:endParaRPr lang="en-IN"/>
        </a:p>
      </dgm:t>
    </dgm:pt>
    <dgm:pt modelId="{158227C8-5CA8-47BE-9431-0323E216B660}" type="sibTrans" cxnId="{4C871AF1-3644-4EA3-AA91-2504ECEC2866}">
      <dgm:prSet/>
      <dgm:spPr/>
      <dgm:t>
        <a:bodyPr/>
        <a:lstStyle/>
        <a:p>
          <a:endParaRPr lang="en-IN"/>
        </a:p>
      </dgm:t>
    </dgm:pt>
    <dgm:pt modelId="{710E837C-6476-4B4E-B4F9-1873AA1D05CB}">
      <dgm:prSet/>
      <dgm:spPr/>
      <dgm:t>
        <a:bodyPr/>
        <a:lstStyle/>
        <a:p>
          <a:pPr algn="ctr"/>
          <a:r>
            <a:rPr lang="en-IN" b="1" i="0" dirty="0">
              <a:solidFill>
                <a:srgbClr val="C00000"/>
              </a:solidFill>
            </a:rPr>
            <a:t>{ path:  'contacts', component:  </a:t>
          </a:r>
          <a:r>
            <a:rPr lang="en-IN" b="1" i="0" dirty="0" err="1">
              <a:solidFill>
                <a:srgbClr val="C00000"/>
              </a:solidFill>
            </a:rPr>
            <a:t>ContactListComponent</a:t>
          </a:r>
          <a:r>
            <a:rPr lang="en-IN" b="1" i="0" dirty="0">
              <a:solidFill>
                <a:srgbClr val="C00000"/>
              </a:solidFill>
            </a:rPr>
            <a:t>}</a:t>
          </a:r>
        </a:p>
      </dgm:t>
    </dgm:pt>
    <dgm:pt modelId="{28AA1BCD-D283-443F-AECB-4E8DADFE5414}" type="parTrans" cxnId="{A75A8BAA-5129-4C65-AF12-A7991F77343F}">
      <dgm:prSet/>
      <dgm:spPr/>
      <dgm:t>
        <a:bodyPr/>
        <a:lstStyle/>
        <a:p>
          <a:endParaRPr lang="en-IN"/>
        </a:p>
      </dgm:t>
    </dgm:pt>
    <dgm:pt modelId="{4C7D6E80-C336-4971-96E6-C40C8AA06706}" type="sibTrans" cxnId="{A75A8BAA-5129-4C65-AF12-A7991F77343F}">
      <dgm:prSet/>
      <dgm:spPr/>
      <dgm:t>
        <a:bodyPr/>
        <a:lstStyle/>
        <a:p>
          <a:endParaRPr lang="en-IN"/>
        </a:p>
      </dgm:t>
    </dgm:pt>
    <dgm:pt modelId="{A5DC16EE-AA19-4829-8D3F-5F88A0FDA0C9}">
      <dgm:prSet/>
      <dgm:spPr/>
      <dgm:t>
        <a:bodyPr/>
        <a:lstStyle/>
        <a:p>
          <a:r>
            <a:rPr lang="en-IN" b="1" i="0" dirty="0"/>
            <a:t>If this route definition is provided to the Router configuration, the router will render  when the browser URL for the web a</a:t>
          </a:r>
          <a:r>
            <a:rPr lang="en-IN" b="0" i="0" dirty="0"/>
            <a:t>pplication becomes </a:t>
          </a:r>
        </a:p>
      </dgm:t>
    </dgm:pt>
    <dgm:pt modelId="{5F657946-B07A-469E-B14F-EFA81D6BDD7C}" type="parTrans" cxnId="{D47165B3-1263-484A-AEB1-D4054FDCBB28}">
      <dgm:prSet/>
      <dgm:spPr/>
      <dgm:t>
        <a:bodyPr/>
        <a:lstStyle/>
        <a:p>
          <a:endParaRPr lang="en-IN"/>
        </a:p>
      </dgm:t>
    </dgm:pt>
    <dgm:pt modelId="{6AA14604-EFD1-4A70-92A4-27CA7113A542}" type="sibTrans" cxnId="{D47165B3-1263-484A-AEB1-D4054FDCBB28}">
      <dgm:prSet/>
      <dgm:spPr/>
      <dgm:t>
        <a:bodyPr/>
        <a:lstStyle/>
        <a:p>
          <a:endParaRPr lang="en-IN"/>
        </a:p>
      </dgm:t>
    </dgm:pt>
    <dgm:pt modelId="{7AD3337D-2817-48D5-9029-8A7BC87647CB}" type="pres">
      <dgm:prSet presAssocID="{DF383545-1F00-4CEC-8599-D8EB21D06760}" presName="linear" presStyleCnt="0">
        <dgm:presLayoutVars>
          <dgm:animLvl val="lvl"/>
          <dgm:resizeHandles val="exact"/>
        </dgm:presLayoutVars>
      </dgm:prSet>
      <dgm:spPr/>
    </dgm:pt>
    <dgm:pt modelId="{1A96FD8D-766E-4AE4-B8BE-BA5A82160AD6}" type="pres">
      <dgm:prSet presAssocID="{69B4E1BA-31FF-4DF3-AA0F-9B940E13CD6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BB0E87B-98C8-4CC1-9060-AA168D33DED9}" type="pres">
      <dgm:prSet presAssocID="{7776F506-67A9-4317-B982-0A3D049591EF}" presName="spacer" presStyleCnt="0"/>
      <dgm:spPr/>
    </dgm:pt>
    <dgm:pt modelId="{6CA92872-9888-4920-BF8B-700EA490175B}" type="pres">
      <dgm:prSet presAssocID="{6182B904-48B4-4353-86B9-07D43BE591E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3710407-EAD4-4D69-A828-737D720FC8BC}" type="pres">
      <dgm:prSet presAssocID="{74DE62A3-60BD-411D-98B8-7A113AE59D4C}" presName="spacer" presStyleCnt="0"/>
      <dgm:spPr/>
    </dgm:pt>
    <dgm:pt modelId="{B2454429-893C-4CB6-9897-693492C284E7}" type="pres">
      <dgm:prSet presAssocID="{766DB608-6A44-4C13-84FC-82F850138A0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1A76126-9A79-46E0-9989-A3ADDE28A785}" type="pres">
      <dgm:prSet presAssocID="{06540632-179C-49A3-82B7-510047FDAD4B}" presName="spacer" presStyleCnt="0"/>
      <dgm:spPr/>
    </dgm:pt>
    <dgm:pt modelId="{4CF02EE9-1F71-4C7B-B899-9E68CB949B25}" type="pres">
      <dgm:prSet presAssocID="{CBEDD296-06D4-4080-A7FE-8A77B443888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22E755D-FEB6-4039-9878-D8B34861AC7C}" type="pres">
      <dgm:prSet presAssocID="{158227C8-5CA8-47BE-9431-0323E216B660}" presName="spacer" presStyleCnt="0"/>
      <dgm:spPr/>
    </dgm:pt>
    <dgm:pt modelId="{D4501FB7-8DE3-44B4-8A9F-11B22533C2CA}" type="pres">
      <dgm:prSet presAssocID="{710E837C-6476-4B4E-B4F9-1873AA1D05C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CF089A4-488F-4E9B-BA5E-A4AD17EA1B74}" type="pres">
      <dgm:prSet presAssocID="{4C7D6E80-C336-4971-96E6-C40C8AA06706}" presName="spacer" presStyleCnt="0"/>
      <dgm:spPr/>
    </dgm:pt>
    <dgm:pt modelId="{8B6E34E1-7547-42C7-8E73-8B5EDCD753DA}" type="pres">
      <dgm:prSet presAssocID="{A5DC16EE-AA19-4829-8D3F-5F88A0FDA0C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C4E0720-743E-4A19-9ACA-3D00733E6723}" type="presOf" srcId="{69B4E1BA-31FF-4DF3-AA0F-9B940E13CD64}" destId="{1A96FD8D-766E-4AE4-B8BE-BA5A82160AD6}" srcOrd="0" destOrd="0" presId="urn:microsoft.com/office/officeart/2005/8/layout/vList2"/>
    <dgm:cxn modelId="{96D16E44-E691-4F9A-BE39-BC6C8CF33F1E}" srcId="{DF383545-1F00-4CEC-8599-D8EB21D06760}" destId="{766DB608-6A44-4C13-84FC-82F850138A04}" srcOrd="2" destOrd="0" parTransId="{CEFA867C-D945-40CF-85EE-FE125B354121}" sibTransId="{06540632-179C-49A3-82B7-510047FDAD4B}"/>
    <dgm:cxn modelId="{68266769-2552-4088-9392-E1A2855BD213}" type="presOf" srcId="{710E837C-6476-4B4E-B4F9-1873AA1D05CB}" destId="{D4501FB7-8DE3-44B4-8A9F-11B22533C2CA}" srcOrd="0" destOrd="0" presId="urn:microsoft.com/office/officeart/2005/8/layout/vList2"/>
    <dgm:cxn modelId="{5E71AF6F-3A33-459F-9E56-5A907C4437B4}" type="presOf" srcId="{766DB608-6A44-4C13-84FC-82F850138A04}" destId="{B2454429-893C-4CB6-9897-693492C284E7}" srcOrd="0" destOrd="0" presId="urn:microsoft.com/office/officeart/2005/8/layout/vList2"/>
    <dgm:cxn modelId="{3D620B7D-286C-4008-929E-7E0148FA31D5}" type="presOf" srcId="{DF383545-1F00-4CEC-8599-D8EB21D06760}" destId="{7AD3337D-2817-48D5-9029-8A7BC87647CB}" srcOrd="0" destOrd="0" presId="urn:microsoft.com/office/officeart/2005/8/layout/vList2"/>
    <dgm:cxn modelId="{A75A8BAA-5129-4C65-AF12-A7991F77343F}" srcId="{DF383545-1F00-4CEC-8599-D8EB21D06760}" destId="{710E837C-6476-4B4E-B4F9-1873AA1D05CB}" srcOrd="4" destOrd="0" parTransId="{28AA1BCD-D283-443F-AECB-4E8DADFE5414}" sibTransId="{4C7D6E80-C336-4971-96E6-C40C8AA06706}"/>
    <dgm:cxn modelId="{503D4AAB-B2BC-4B60-A2F0-F7E47164E53D}" srcId="{DF383545-1F00-4CEC-8599-D8EB21D06760}" destId="{6182B904-48B4-4353-86B9-07D43BE591E5}" srcOrd="1" destOrd="0" parTransId="{750FE544-B5EB-4163-AD4A-0F7F59749C9F}" sibTransId="{74DE62A3-60BD-411D-98B8-7A113AE59D4C}"/>
    <dgm:cxn modelId="{D47165B3-1263-484A-AEB1-D4054FDCBB28}" srcId="{DF383545-1F00-4CEC-8599-D8EB21D06760}" destId="{A5DC16EE-AA19-4829-8D3F-5F88A0FDA0C9}" srcOrd="5" destOrd="0" parTransId="{5F657946-B07A-469E-B14F-EFA81D6BDD7C}" sibTransId="{6AA14604-EFD1-4A70-92A4-27CA7113A542}"/>
    <dgm:cxn modelId="{920A8EBE-D63E-4FF8-816E-B0BA21767DFB}" type="presOf" srcId="{6182B904-48B4-4353-86B9-07D43BE591E5}" destId="{6CA92872-9888-4920-BF8B-700EA490175B}" srcOrd="0" destOrd="0" presId="urn:microsoft.com/office/officeart/2005/8/layout/vList2"/>
    <dgm:cxn modelId="{899F93C4-27BD-4E36-AA97-B9471EBBD9B6}" type="presOf" srcId="{A5DC16EE-AA19-4829-8D3F-5F88A0FDA0C9}" destId="{8B6E34E1-7547-42C7-8E73-8B5EDCD753DA}" srcOrd="0" destOrd="0" presId="urn:microsoft.com/office/officeart/2005/8/layout/vList2"/>
    <dgm:cxn modelId="{04D419CD-64AF-4CDF-BD6B-A5833A2EAAA5}" srcId="{DF383545-1F00-4CEC-8599-D8EB21D06760}" destId="{69B4E1BA-31FF-4DF3-AA0F-9B940E13CD64}" srcOrd="0" destOrd="0" parTransId="{71F70FDF-51E7-4EE1-9BF4-F6205D79787B}" sibTransId="{7776F506-67A9-4317-B982-0A3D049591EF}"/>
    <dgm:cxn modelId="{B80BCAD8-341E-426C-A1ED-B0D1BED76B75}" type="presOf" srcId="{CBEDD296-06D4-4080-A7FE-8A77B4438887}" destId="{4CF02EE9-1F71-4C7B-B899-9E68CB949B25}" srcOrd="0" destOrd="0" presId="urn:microsoft.com/office/officeart/2005/8/layout/vList2"/>
    <dgm:cxn modelId="{4C871AF1-3644-4EA3-AA91-2504ECEC2866}" srcId="{DF383545-1F00-4CEC-8599-D8EB21D06760}" destId="{CBEDD296-06D4-4080-A7FE-8A77B4438887}" srcOrd="3" destOrd="0" parTransId="{B3F48EFE-B4B2-4B3D-BF86-2C8BDEBEB9DF}" sibTransId="{158227C8-5CA8-47BE-9431-0323E216B660}"/>
    <dgm:cxn modelId="{7E9C9825-4CD6-44E4-A308-CB30D033B5E0}" type="presParOf" srcId="{7AD3337D-2817-48D5-9029-8A7BC87647CB}" destId="{1A96FD8D-766E-4AE4-B8BE-BA5A82160AD6}" srcOrd="0" destOrd="0" presId="urn:microsoft.com/office/officeart/2005/8/layout/vList2"/>
    <dgm:cxn modelId="{00E02C74-D9D6-4593-957B-B777A7B83156}" type="presParOf" srcId="{7AD3337D-2817-48D5-9029-8A7BC87647CB}" destId="{4BB0E87B-98C8-4CC1-9060-AA168D33DED9}" srcOrd="1" destOrd="0" presId="urn:microsoft.com/office/officeart/2005/8/layout/vList2"/>
    <dgm:cxn modelId="{3C5BDFA9-D065-4B68-8079-4EE13A6898C5}" type="presParOf" srcId="{7AD3337D-2817-48D5-9029-8A7BC87647CB}" destId="{6CA92872-9888-4920-BF8B-700EA490175B}" srcOrd="2" destOrd="0" presId="urn:microsoft.com/office/officeart/2005/8/layout/vList2"/>
    <dgm:cxn modelId="{BA58B4C8-AF10-4295-BBB9-FCB3D44D5774}" type="presParOf" srcId="{7AD3337D-2817-48D5-9029-8A7BC87647CB}" destId="{B3710407-EAD4-4D69-A828-737D720FC8BC}" srcOrd="3" destOrd="0" presId="urn:microsoft.com/office/officeart/2005/8/layout/vList2"/>
    <dgm:cxn modelId="{1A391D9B-5A0D-4893-8DA9-B2A7E432CCE9}" type="presParOf" srcId="{7AD3337D-2817-48D5-9029-8A7BC87647CB}" destId="{B2454429-893C-4CB6-9897-693492C284E7}" srcOrd="4" destOrd="0" presId="urn:microsoft.com/office/officeart/2005/8/layout/vList2"/>
    <dgm:cxn modelId="{7285DA49-F8FA-4AD6-844E-3A8C114DD3EA}" type="presParOf" srcId="{7AD3337D-2817-48D5-9029-8A7BC87647CB}" destId="{81A76126-9A79-46E0-9989-A3ADDE28A785}" srcOrd="5" destOrd="0" presId="urn:microsoft.com/office/officeart/2005/8/layout/vList2"/>
    <dgm:cxn modelId="{B3B8229D-40AC-444B-9319-0BEDABE807C1}" type="presParOf" srcId="{7AD3337D-2817-48D5-9029-8A7BC87647CB}" destId="{4CF02EE9-1F71-4C7B-B899-9E68CB949B25}" srcOrd="6" destOrd="0" presId="urn:microsoft.com/office/officeart/2005/8/layout/vList2"/>
    <dgm:cxn modelId="{3596064F-B649-47A2-A0EF-EB70C574F9E1}" type="presParOf" srcId="{7AD3337D-2817-48D5-9029-8A7BC87647CB}" destId="{922E755D-FEB6-4039-9878-D8B34861AC7C}" srcOrd="7" destOrd="0" presId="urn:microsoft.com/office/officeart/2005/8/layout/vList2"/>
    <dgm:cxn modelId="{3CAD8250-4BF2-4DF7-80B7-8E59451370ED}" type="presParOf" srcId="{7AD3337D-2817-48D5-9029-8A7BC87647CB}" destId="{D4501FB7-8DE3-44B4-8A9F-11B22533C2CA}" srcOrd="8" destOrd="0" presId="urn:microsoft.com/office/officeart/2005/8/layout/vList2"/>
    <dgm:cxn modelId="{1DDEE265-96C4-4834-802C-31AA1397A98F}" type="presParOf" srcId="{7AD3337D-2817-48D5-9029-8A7BC87647CB}" destId="{3CF089A4-488F-4E9B-BA5E-A4AD17EA1B74}" srcOrd="9" destOrd="0" presId="urn:microsoft.com/office/officeart/2005/8/layout/vList2"/>
    <dgm:cxn modelId="{184FD610-D1C0-4F09-90D4-2DBE2464CBF5}" type="presParOf" srcId="{7AD3337D-2817-48D5-9029-8A7BC87647CB}" destId="{8B6E34E1-7547-42C7-8E73-8B5EDCD753D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383545-1F00-4CEC-8599-D8EB21D06760}" type="doc">
      <dgm:prSet loTypeId="urn:microsoft.com/office/officeart/2005/8/layout/vList2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349C7F61-FA64-4ACF-8D08-2FB0EE0BAB24}">
      <dgm:prSet/>
      <dgm:spPr/>
      <dgm:t>
        <a:bodyPr/>
        <a:lstStyle/>
        <a:p>
          <a:r>
            <a:rPr lang="en-IN" b="0" i="0" dirty="0"/>
            <a:t>The Angular Router provides the  directive to create navigation links. </a:t>
          </a:r>
          <a:endParaRPr lang="en-IN" dirty="0"/>
        </a:p>
      </dgm:t>
    </dgm:pt>
    <dgm:pt modelId="{09E0130B-DDFF-4F14-A3F3-33F3A0D6D068}" type="parTrans" cxnId="{868EF856-EBBF-472C-A5D0-F82D2D5EBAF8}">
      <dgm:prSet/>
      <dgm:spPr/>
      <dgm:t>
        <a:bodyPr/>
        <a:lstStyle/>
        <a:p>
          <a:endParaRPr lang="en-IN"/>
        </a:p>
      </dgm:t>
    </dgm:pt>
    <dgm:pt modelId="{2E0BC139-4C01-442E-8735-B33C1AA63CF1}" type="sibTrans" cxnId="{868EF856-EBBF-472C-A5D0-F82D2D5EBAF8}">
      <dgm:prSet/>
      <dgm:spPr/>
      <dgm:t>
        <a:bodyPr/>
        <a:lstStyle/>
        <a:p>
          <a:endParaRPr lang="en-IN"/>
        </a:p>
      </dgm:t>
    </dgm:pt>
    <dgm:pt modelId="{8FA65D76-4766-4E05-9374-0165FC5108E6}">
      <dgm:prSet/>
      <dgm:spPr/>
      <dgm:t>
        <a:bodyPr/>
        <a:lstStyle/>
        <a:p>
          <a:r>
            <a:rPr lang="en-IN"/>
            <a:t>&lt;a [</a:t>
          </a:r>
          <a:r>
            <a:rPr lang="en-IN" dirty="0" err="1"/>
            <a:t>routerLink</a:t>
          </a:r>
          <a:r>
            <a:rPr lang="en-IN" dirty="0"/>
            <a:t>]="'/contacts'"&gt;Contacts&lt;/a&gt;</a:t>
          </a:r>
        </a:p>
      </dgm:t>
    </dgm:pt>
    <dgm:pt modelId="{81720C91-8B66-470C-8841-FF8C3E821FFE}" type="parTrans" cxnId="{1556B887-00F0-452B-BCBA-20F67F15A8AB}">
      <dgm:prSet/>
      <dgm:spPr/>
      <dgm:t>
        <a:bodyPr/>
        <a:lstStyle/>
        <a:p>
          <a:endParaRPr lang="en-IN"/>
        </a:p>
      </dgm:t>
    </dgm:pt>
    <dgm:pt modelId="{E76D400B-BDF3-4928-8310-FA8B1F03F9AA}" type="sibTrans" cxnId="{1556B887-00F0-452B-BCBA-20F67F15A8AB}">
      <dgm:prSet/>
      <dgm:spPr/>
      <dgm:t>
        <a:bodyPr/>
        <a:lstStyle/>
        <a:p>
          <a:endParaRPr lang="en-IN"/>
        </a:p>
      </dgm:t>
    </dgm:pt>
    <dgm:pt modelId="{7493E996-396D-4441-801C-3998D730B1CC}">
      <dgm:prSet/>
      <dgm:spPr/>
      <dgm:t>
        <a:bodyPr/>
        <a:lstStyle/>
        <a:p>
          <a:r>
            <a:rPr lang="en-IN" b="0" i="0"/>
            <a:t>This </a:t>
          </a:r>
          <a:r>
            <a:rPr lang="en-IN" b="0" i="0" dirty="0"/>
            <a:t>directive takes the path associated with the component to navigate to.</a:t>
          </a:r>
          <a:endParaRPr lang="en-IN" dirty="0"/>
        </a:p>
      </dgm:t>
    </dgm:pt>
    <dgm:pt modelId="{8F61B7AA-0E4F-441C-A9D3-6D9D8FB69E2A}" type="parTrans" cxnId="{E4AFE6FD-FFE6-4E4F-96B2-61834BEFD6BC}">
      <dgm:prSet/>
      <dgm:spPr/>
      <dgm:t>
        <a:bodyPr/>
        <a:lstStyle/>
        <a:p>
          <a:endParaRPr lang="en-IN"/>
        </a:p>
      </dgm:t>
    </dgm:pt>
    <dgm:pt modelId="{B83A803B-D0B7-4ADC-83BD-57ECAD4846A5}" type="sibTrans" cxnId="{E4AFE6FD-FFE6-4E4F-96B2-61834BEFD6BC}">
      <dgm:prSet/>
      <dgm:spPr/>
      <dgm:t>
        <a:bodyPr/>
        <a:lstStyle/>
        <a:p>
          <a:endParaRPr lang="en-IN"/>
        </a:p>
      </dgm:t>
    </dgm:pt>
    <dgm:pt modelId="{7AD3337D-2817-48D5-9029-8A7BC87647CB}" type="pres">
      <dgm:prSet presAssocID="{DF383545-1F00-4CEC-8599-D8EB21D06760}" presName="linear" presStyleCnt="0">
        <dgm:presLayoutVars>
          <dgm:animLvl val="lvl"/>
          <dgm:resizeHandles val="exact"/>
        </dgm:presLayoutVars>
      </dgm:prSet>
      <dgm:spPr/>
    </dgm:pt>
    <dgm:pt modelId="{AC0E3196-7012-4066-9167-B2C871162AED}" type="pres">
      <dgm:prSet presAssocID="{349C7F61-FA64-4ACF-8D08-2FB0EE0BAB2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8D99479-CA80-42A8-AF6A-3AD0CEA31B59}" type="pres">
      <dgm:prSet presAssocID="{2E0BC139-4C01-442E-8735-B33C1AA63CF1}" presName="spacer" presStyleCnt="0"/>
      <dgm:spPr/>
    </dgm:pt>
    <dgm:pt modelId="{E67CC429-0A0A-48A2-A517-471BC8DF9D25}" type="pres">
      <dgm:prSet presAssocID="{7493E996-396D-4441-801C-3998D730B1C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A539DDD-8B9B-48C3-9A54-11FE33AAAACF}" type="pres">
      <dgm:prSet presAssocID="{B83A803B-D0B7-4ADC-83BD-57ECAD4846A5}" presName="spacer" presStyleCnt="0"/>
      <dgm:spPr/>
    </dgm:pt>
    <dgm:pt modelId="{0AD34908-23EC-4D39-9711-5299768DF312}" type="pres">
      <dgm:prSet presAssocID="{8FA65D76-4766-4E05-9374-0165FC5108E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F9A7C2E-3DB3-4D86-84C6-C7CA17A47452}" type="presOf" srcId="{7493E996-396D-4441-801C-3998D730B1CC}" destId="{E67CC429-0A0A-48A2-A517-471BC8DF9D25}" srcOrd="0" destOrd="0" presId="urn:microsoft.com/office/officeart/2005/8/layout/vList2"/>
    <dgm:cxn modelId="{6E2ADF4C-6752-4802-B064-0EDEC2F712CC}" type="presOf" srcId="{8FA65D76-4766-4E05-9374-0165FC5108E6}" destId="{0AD34908-23EC-4D39-9711-5299768DF312}" srcOrd="0" destOrd="0" presId="urn:microsoft.com/office/officeart/2005/8/layout/vList2"/>
    <dgm:cxn modelId="{55652E6D-7B8B-4C4A-B88C-A98FE78625DC}" type="presOf" srcId="{DF383545-1F00-4CEC-8599-D8EB21D06760}" destId="{7AD3337D-2817-48D5-9029-8A7BC87647CB}" srcOrd="0" destOrd="0" presId="urn:microsoft.com/office/officeart/2005/8/layout/vList2"/>
    <dgm:cxn modelId="{868EF856-EBBF-472C-A5D0-F82D2D5EBAF8}" srcId="{DF383545-1F00-4CEC-8599-D8EB21D06760}" destId="{349C7F61-FA64-4ACF-8D08-2FB0EE0BAB24}" srcOrd="0" destOrd="0" parTransId="{09E0130B-DDFF-4F14-A3F3-33F3A0D6D068}" sibTransId="{2E0BC139-4C01-442E-8735-B33C1AA63CF1}"/>
    <dgm:cxn modelId="{1556B887-00F0-452B-BCBA-20F67F15A8AB}" srcId="{DF383545-1F00-4CEC-8599-D8EB21D06760}" destId="{8FA65D76-4766-4E05-9374-0165FC5108E6}" srcOrd="2" destOrd="0" parTransId="{81720C91-8B66-470C-8841-FF8C3E821FFE}" sibTransId="{E76D400B-BDF3-4928-8310-FA8B1F03F9AA}"/>
    <dgm:cxn modelId="{DFC325DC-BF92-4C25-B446-5494A114C37F}" type="presOf" srcId="{349C7F61-FA64-4ACF-8D08-2FB0EE0BAB24}" destId="{AC0E3196-7012-4066-9167-B2C871162AED}" srcOrd="0" destOrd="0" presId="urn:microsoft.com/office/officeart/2005/8/layout/vList2"/>
    <dgm:cxn modelId="{E4AFE6FD-FFE6-4E4F-96B2-61834BEFD6BC}" srcId="{DF383545-1F00-4CEC-8599-D8EB21D06760}" destId="{7493E996-396D-4441-801C-3998D730B1CC}" srcOrd="1" destOrd="0" parTransId="{8F61B7AA-0E4F-441C-A9D3-6D9D8FB69E2A}" sibTransId="{B83A803B-D0B7-4ADC-83BD-57ECAD4846A5}"/>
    <dgm:cxn modelId="{8FA7D443-629F-4606-9FF6-CDD6F1E63384}" type="presParOf" srcId="{7AD3337D-2817-48D5-9029-8A7BC87647CB}" destId="{AC0E3196-7012-4066-9167-B2C871162AED}" srcOrd="0" destOrd="0" presId="urn:microsoft.com/office/officeart/2005/8/layout/vList2"/>
    <dgm:cxn modelId="{11BC532C-C49B-430C-8EC7-D17F994D972A}" type="presParOf" srcId="{7AD3337D-2817-48D5-9029-8A7BC87647CB}" destId="{58D99479-CA80-42A8-AF6A-3AD0CEA31B59}" srcOrd="1" destOrd="0" presId="urn:microsoft.com/office/officeart/2005/8/layout/vList2"/>
    <dgm:cxn modelId="{637E4373-254B-4B8A-B957-A2B2B7E0EBA5}" type="presParOf" srcId="{7AD3337D-2817-48D5-9029-8A7BC87647CB}" destId="{E67CC429-0A0A-48A2-A517-471BC8DF9D25}" srcOrd="2" destOrd="0" presId="urn:microsoft.com/office/officeart/2005/8/layout/vList2"/>
    <dgm:cxn modelId="{24393452-F84A-4BE8-8153-6E14E74A41D1}" type="presParOf" srcId="{7AD3337D-2817-48D5-9029-8A7BC87647CB}" destId="{BA539DDD-8B9B-48C3-9A54-11FE33AAAACF}" srcOrd="3" destOrd="0" presId="urn:microsoft.com/office/officeart/2005/8/layout/vList2"/>
    <dgm:cxn modelId="{3B8EEA59-586B-407F-99DB-771EFCFB28C6}" type="presParOf" srcId="{7AD3337D-2817-48D5-9029-8A7BC87647CB}" destId="{0AD34908-23EC-4D39-9711-5299768DF31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F383545-1F00-4CEC-8599-D8EB21D06760}" type="doc">
      <dgm:prSet loTypeId="urn:microsoft.com/office/officeart/2005/8/layout/vList2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IN"/>
        </a:p>
      </dgm:t>
    </dgm:pt>
    <dgm:pt modelId="{D406874B-4A93-4193-A877-C90D6E182C6C}">
      <dgm:prSet/>
      <dgm:spPr/>
      <dgm:t>
        <a:bodyPr/>
        <a:lstStyle/>
        <a:p>
          <a:r>
            <a:rPr lang="en-IN" b="0" i="0" dirty="0"/>
            <a:t>The </a:t>
          </a:r>
          <a:r>
            <a:rPr lang="en-IN" b="0" i="0" dirty="0">
              <a:hlinkClick xmlns:r="http://schemas.openxmlformats.org/officeDocument/2006/relationships" r:id="rId1"/>
            </a:rPr>
            <a:t>Router-Outlet</a:t>
          </a:r>
          <a:r>
            <a:rPr lang="en-IN" b="0" i="0" dirty="0"/>
            <a:t> is a directive that’s available from the router library.</a:t>
          </a:r>
          <a:endParaRPr lang="en-IN" dirty="0"/>
        </a:p>
      </dgm:t>
    </dgm:pt>
    <dgm:pt modelId="{F81203FD-7AC1-4C55-9C20-FF1D08CB035F}" type="parTrans" cxnId="{E2AF1492-11D5-40BC-9B2E-9D3761057C61}">
      <dgm:prSet/>
      <dgm:spPr/>
      <dgm:t>
        <a:bodyPr/>
        <a:lstStyle/>
        <a:p>
          <a:endParaRPr lang="en-IN"/>
        </a:p>
      </dgm:t>
    </dgm:pt>
    <dgm:pt modelId="{10908390-059F-4C80-BBD0-B2BE753568F8}" type="sibTrans" cxnId="{E2AF1492-11D5-40BC-9B2E-9D3761057C61}">
      <dgm:prSet/>
      <dgm:spPr/>
      <dgm:t>
        <a:bodyPr/>
        <a:lstStyle/>
        <a:p>
          <a:endParaRPr lang="en-IN"/>
        </a:p>
      </dgm:t>
    </dgm:pt>
    <dgm:pt modelId="{0D070EF4-CC72-40F7-B589-3EA284F8B7B0}">
      <dgm:prSet/>
      <dgm:spPr/>
      <dgm:t>
        <a:bodyPr/>
        <a:lstStyle/>
        <a:p>
          <a:r>
            <a:rPr lang="en-IN" b="0" i="0" dirty="0"/>
            <a:t>Router inserts the component that gets matched based on the current browser’s URL. </a:t>
          </a:r>
          <a:endParaRPr lang="en-IN" dirty="0"/>
        </a:p>
      </dgm:t>
    </dgm:pt>
    <dgm:pt modelId="{BE2B92EF-F63D-4D5D-9960-187A196056FE}" type="parTrans" cxnId="{DE2DD681-2621-4D3E-9666-887A85A7062C}">
      <dgm:prSet/>
      <dgm:spPr/>
      <dgm:t>
        <a:bodyPr/>
        <a:lstStyle/>
        <a:p>
          <a:endParaRPr lang="en-IN"/>
        </a:p>
      </dgm:t>
    </dgm:pt>
    <dgm:pt modelId="{BFB2B0C8-B716-41A4-8082-2749599EB8B6}" type="sibTrans" cxnId="{DE2DD681-2621-4D3E-9666-887A85A7062C}">
      <dgm:prSet/>
      <dgm:spPr/>
      <dgm:t>
        <a:bodyPr/>
        <a:lstStyle/>
        <a:p>
          <a:endParaRPr lang="en-IN"/>
        </a:p>
      </dgm:t>
    </dgm:pt>
    <dgm:pt modelId="{5E9E72E5-E248-435A-9869-0EE0A2A668BA}">
      <dgm:prSet/>
      <dgm:spPr/>
      <dgm:t>
        <a:bodyPr/>
        <a:lstStyle/>
        <a:p>
          <a:r>
            <a:rPr lang="en-IN" b="0" i="0" dirty="0"/>
            <a:t>You can add multiple outlets in your Angular application which enables you to implement advanced routing scenarios.</a:t>
          </a:r>
          <a:endParaRPr lang="en-IN" dirty="0"/>
        </a:p>
      </dgm:t>
    </dgm:pt>
    <dgm:pt modelId="{0ED91ED5-0187-47EC-96F9-EEF5480346E3}" type="parTrans" cxnId="{155D6901-85FD-4744-93B7-F8D8F0A0A6F5}">
      <dgm:prSet/>
      <dgm:spPr/>
      <dgm:t>
        <a:bodyPr/>
        <a:lstStyle/>
        <a:p>
          <a:endParaRPr lang="en-IN"/>
        </a:p>
      </dgm:t>
    </dgm:pt>
    <dgm:pt modelId="{A5871718-CEBB-4D91-8BD1-54DFFD3BB0C4}" type="sibTrans" cxnId="{155D6901-85FD-4744-93B7-F8D8F0A0A6F5}">
      <dgm:prSet/>
      <dgm:spPr/>
      <dgm:t>
        <a:bodyPr/>
        <a:lstStyle/>
        <a:p>
          <a:endParaRPr lang="en-IN"/>
        </a:p>
      </dgm:t>
    </dgm:pt>
    <dgm:pt modelId="{02951926-3D5F-4D4A-A72C-25113BAD9049}">
      <dgm:prSet/>
      <dgm:spPr/>
      <dgm:t>
        <a:bodyPr/>
        <a:lstStyle/>
        <a:p>
          <a:r>
            <a:rPr lang="en-IN" b="1" dirty="0"/>
            <a:t>&lt;router-outlet&gt;&lt;/router-outlet&gt;</a:t>
          </a:r>
        </a:p>
      </dgm:t>
    </dgm:pt>
    <dgm:pt modelId="{988A056E-2A5A-438F-AEB2-418D67B2B794}" type="parTrans" cxnId="{71F5C337-41A7-4C37-911F-9C5266351CDA}">
      <dgm:prSet/>
      <dgm:spPr/>
      <dgm:t>
        <a:bodyPr/>
        <a:lstStyle/>
        <a:p>
          <a:endParaRPr lang="en-IN"/>
        </a:p>
      </dgm:t>
    </dgm:pt>
    <dgm:pt modelId="{DE6D4AD9-C481-4BBC-B5E4-41FFBD762747}" type="sibTrans" cxnId="{71F5C337-41A7-4C37-911F-9C5266351CDA}">
      <dgm:prSet/>
      <dgm:spPr/>
      <dgm:t>
        <a:bodyPr/>
        <a:lstStyle/>
        <a:p>
          <a:endParaRPr lang="en-IN"/>
        </a:p>
      </dgm:t>
    </dgm:pt>
    <dgm:pt modelId="{2E009186-A5F0-425D-AEB9-60D17A7AE69C}">
      <dgm:prSet/>
      <dgm:spPr/>
      <dgm:t>
        <a:bodyPr/>
        <a:lstStyle/>
        <a:p>
          <a:r>
            <a:rPr lang="en-IN" b="0" i="0"/>
            <a:t>Any component that gets matched by the Router will render it as a sibling of the Router outlet.</a:t>
          </a:r>
          <a:endParaRPr lang="en-IN" dirty="0"/>
        </a:p>
      </dgm:t>
    </dgm:pt>
    <dgm:pt modelId="{3526389E-C7BA-4653-BCA6-77FD6AA557CE}" type="parTrans" cxnId="{E33712A5-2644-450E-A8CA-66F8C5619455}">
      <dgm:prSet/>
      <dgm:spPr/>
      <dgm:t>
        <a:bodyPr/>
        <a:lstStyle/>
        <a:p>
          <a:endParaRPr lang="en-IN"/>
        </a:p>
      </dgm:t>
    </dgm:pt>
    <dgm:pt modelId="{54BDC9CD-A03B-4563-9872-390BD8AB540F}" type="sibTrans" cxnId="{E33712A5-2644-450E-A8CA-66F8C5619455}">
      <dgm:prSet/>
      <dgm:spPr/>
      <dgm:t>
        <a:bodyPr/>
        <a:lstStyle/>
        <a:p>
          <a:endParaRPr lang="en-IN"/>
        </a:p>
      </dgm:t>
    </dgm:pt>
    <dgm:pt modelId="{7AD3337D-2817-48D5-9029-8A7BC87647CB}" type="pres">
      <dgm:prSet presAssocID="{DF383545-1F00-4CEC-8599-D8EB21D06760}" presName="linear" presStyleCnt="0">
        <dgm:presLayoutVars>
          <dgm:animLvl val="lvl"/>
          <dgm:resizeHandles val="exact"/>
        </dgm:presLayoutVars>
      </dgm:prSet>
      <dgm:spPr/>
    </dgm:pt>
    <dgm:pt modelId="{19EC3802-807E-4B31-BA53-8BA369D353BF}" type="pres">
      <dgm:prSet presAssocID="{D406874B-4A93-4193-A877-C90D6E182C6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7FF8842-5ECD-4D25-85CF-AEBB06318635}" type="pres">
      <dgm:prSet presAssocID="{10908390-059F-4C80-BBD0-B2BE753568F8}" presName="spacer" presStyleCnt="0"/>
      <dgm:spPr/>
    </dgm:pt>
    <dgm:pt modelId="{5E914338-A154-400B-A528-B24A2D6C0DFD}" type="pres">
      <dgm:prSet presAssocID="{0D070EF4-CC72-40F7-B589-3EA284F8B7B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FBCB4CD-75EA-408C-9D77-EDA8F467D7D2}" type="pres">
      <dgm:prSet presAssocID="{BFB2B0C8-B716-41A4-8082-2749599EB8B6}" presName="spacer" presStyleCnt="0"/>
      <dgm:spPr/>
    </dgm:pt>
    <dgm:pt modelId="{7D7D740F-52CA-47A3-9352-7390036C0A3A}" type="pres">
      <dgm:prSet presAssocID="{5E9E72E5-E248-435A-9869-0EE0A2A668B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8483DFC-B4E9-4A15-8C2B-318962D2C97A}" type="pres">
      <dgm:prSet presAssocID="{A5871718-CEBB-4D91-8BD1-54DFFD3BB0C4}" presName="spacer" presStyleCnt="0"/>
      <dgm:spPr/>
    </dgm:pt>
    <dgm:pt modelId="{648B811A-6176-43CF-BDEB-8060C4D5862C}" type="pres">
      <dgm:prSet presAssocID="{02951926-3D5F-4D4A-A72C-25113BAD904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9B8F9E1-19B4-40BB-8476-CB2192172E5A}" type="pres">
      <dgm:prSet presAssocID="{DE6D4AD9-C481-4BBC-B5E4-41FFBD762747}" presName="spacer" presStyleCnt="0"/>
      <dgm:spPr/>
    </dgm:pt>
    <dgm:pt modelId="{959DE923-48BD-4AC1-BFB0-647867EA1275}" type="pres">
      <dgm:prSet presAssocID="{2E009186-A5F0-425D-AEB9-60D17A7AE69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55D6901-85FD-4744-93B7-F8D8F0A0A6F5}" srcId="{DF383545-1F00-4CEC-8599-D8EB21D06760}" destId="{5E9E72E5-E248-435A-9869-0EE0A2A668BA}" srcOrd="2" destOrd="0" parTransId="{0ED91ED5-0187-47EC-96F9-EEF5480346E3}" sibTransId="{A5871718-CEBB-4D91-8BD1-54DFFD3BB0C4}"/>
    <dgm:cxn modelId="{96AE6911-3CE9-4549-BB3C-84E5BC8B2999}" type="presOf" srcId="{5E9E72E5-E248-435A-9869-0EE0A2A668BA}" destId="{7D7D740F-52CA-47A3-9352-7390036C0A3A}" srcOrd="0" destOrd="0" presId="urn:microsoft.com/office/officeart/2005/8/layout/vList2"/>
    <dgm:cxn modelId="{71F5C337-41A7-4C37-911F-9C5266351CDA}" srcId="{DF383545-1F00-4CEC-8599-D8EB21D06760}" destId="{02951926-3D5F-4D4A-A72C-25113BAD9049}" srcOrd="3" destOrd="0" parTransId="{988A056E-2A5A-438F-AEB2-418D67B2B794}" sibTransId="{DE6D4AD9-C481-4BBC-B5E4-41FFBD762747}"/>
    <dgm:cxn modelId="{C7AA6D48-6387-472D-A960-93DCB791CB10}" type="presOf" srcId="{0D070EF4-CC72-40F7-B589-3EA284F8B7B0}" destId="{5E914338-A154-400B-A528-B24A2D6C0DFD}" srcOrd="0" destOrd="0" presId="urn:microsoft.com/office/officeart/2005/8/layout/vList2"/>
    <dgm:cxn modelId="{82AEFB6D-1EB6-44B9-8411-AF168E3D127B}" type="presOf" srcId="{D406874B-4A93-4193-A877-C90D6E182C6C}" destId="{19EC3802-807E-4B31-BA53-8BA369D353BF}" srcOrd="0" destOrd="0" presId="urn:microsoft.com/office/officeart/2005/8/layout/vList2"/>
    <dgm:cxn modelId="{B5147B81-27C1-4DE7-A6F7-9D1D198A2225}" type="presOf" srcId="{2E009186-A5F0-425D-AEB9-60D17A7AE69C}" destId="{959DE923-48BD-4AC1-BFB0-647867EA1275}" srcOrd="0" destOrd="0" presId="urn:microsoft.com/office/officeart/2005/8/layout/vList2"/>
    <dgm:cxn modelId="{DE2DD681-2621-4D3E-9666-887A85A7062C}" srcId="{DF383545-1F00-4CEC-8599-D8EB21D06760}" destId="{0D070EF4-CC72-40F7-B589-3EA284F8B7B0}" srcOrd="1" destOrd="0" parTransId="{BE2B92EF-F63D-4D5D-9960-187A196056FE}" sibTransId="{BFB2B0C8-B716-41A4-8082-2749599EB8B6}"/>
    <dgm:cxn modelId="{E2AF1492-11D5-40BC-9B2E-9D3761057C61}" srcId="{DF383545-1F00-4CEC-8599-D8EB21D06760}" destId="{D406874B-4A93-4193-A877-C90D6E182C6C}" srcOrd="0" destOrd="0" parTransId="{F81203FD-7AC1-4C55-9C20-FF1D08CB035F}" sibTransId="{10908390-059F-4C80-BBD0-B2BE753568F8}"/>
    <dgm:cxn modelId="{E33712A5-2644-450E-A8CA-66F8C5619455}" srcId="{DF383545-1F00-4CEC-8599-D8EB21D06760}" destId="{2E009186-A5F0-425D-AEB9-60D17A7AE69C}" srcOrd="4" destOrd="0" parTransId="{3526389E-C7BA-4653-BCA6-77FD6AA557CE}" sibTransId="{54BDC9CD-A03B-4563-9872-390BD8AB540F}"/>
    <dgm:cxn modelId="{62B945BE-C014-4EB6-A1C9-E98F552161BF}" type="presOf" srcId="{02951926-3D5F-4D4A-A72C-25113BAD9049}" destId="{648B811A-6176-43CF-BDEB-8060C4D5862C}" srcOrd="0" destOrd="0" presId="urn:microsoft.com/office/officeart/2005/8/layout/vList2"/>
    <dgm:cxn modelId="{31AA3CCB-9199-4E66-95DF-6646DC6974A4}" type="presOf" srcId="{DF383545-1F00-4CEC-8599-D8EB21D06760}" destId="{7AD3337D-2817-48D5-9029-8A7BC87647CB}" srcOrd="0" destOrd="0" presId="urn:microsoft.com/office/officeart/2005/8/layout/vList2"/>
    <dgm:cxn modelId="{553F9EAC-81C2-421F-B6DC-B713F7B5845C}" type="presParOf" srcId="{7AD3337D-2817-48D5-9029-8A7BC87647CB}" destId="{19EC3802-807E-4B31-BA53-8BA369D353BF}" srcOrd="0" destOrd="0" presId="urn:microsoft.com/office/officeart/2005/8/layout/vList2"/>
    <dgm:cxn modelId="{7D0A17EB-7087-4289-9B8E-C80D58FF698D}" type="presParOf" srcId="{7AD3337D-2817-48D5-9029-8A7BC87647CB}" destId="{87FF8842-5ECD-4D25-85CF-AEBB06318635}" srcOrd="1" destOrd="0" presId="urn:microsoft.com/office/officeart/2005/8/layout/vList2"/>
    <dgm:cxn modelId="{BCCBDB7F-98A4-4361-943C-B9E8089CA302}" type="presParOf" srcId="{7AD3337D-2817-48D5-9029-8A7BC87647CB}" destId="{5E914338-A154-400B-A528-B24A2D6C0DFD}" srcOrd="2" destOrd="0" presId="urn:microsoft.com/office/officeart/2005/8/layout/vList2"/>
    <dgm:cxn modelId="{2306F236-495E-4B16-ACF0-9A2DFC69AEBD}" type="presParOf" srcId="{7AD3337D-2817-48D5-9029-8A7BC87647CB}" destId="{8FBCB4CD-75EA-408C-9D77-EDA8F467D7D2}" srcOrd="3" destOrd="0" presId="urn:microsoft.com/office/officeart/2005/8/layout/vList2"/>
    <dgm:cxn modelId="{502A502A-92C0-407E-8466-058034A41193}" type="presParOf" srcId="{7AD3337D-2817-48D5-9029-8A7BC87647CB}" destId="{7D7D740F-52CA-47A3-9352-7390036C0A3A}" srcOrd="4" destOrd="0" presId="urn:microsoft.com/office/officeart/2005/8/layout/vList2"/>
    <dgm:cxn modelId="{99111687-ED4B-4425-8258-37DB8AEADBA1}" type="presParOf" srcId="{7AD3337D-2817-48D5-9029-8A7BC87647CB}" destId="{78483DFC-B4E9-4A15-8C2B-318962D2C97A}" srcOrd="5" destOrd="0" presId="urn:microsoft.com/office/officeart/2005/8/layout/vList2"/>
    <dgm:cxn modelId="{9A09FA8F-9189-4E80-B56E-033B188CF029}" type="presParOf" srcId="{7AD3337D-2817-48D5-9029-8A7BC87647CB}" destId="{648B811A-6176-43CF-BDEB-8060C4D5862C}" srcOrd="6" destOrd="0" presId="urn:microsoft.com/office/officeart/2005/8/layout/vList2"/>
    <dgm:cxn modelId="{5B5A6225-4455-4EE6-B4E8-3D44A09BB599}" type="presParOf" srcId="{7AD3337D-2817-48D5-9029-8A7BC87647CB}" destId="{E9B8F9E1-19B4-40BB-8476-CB2192172E5A}" srcOrd="7" destOrd="0" presId="urn:microsoft.com/office/officeart/2005/8/layout/vList2"/>
    <dgm:cxn modelId="{DB5930F1-407A-4459-A7A8-5F194D8C5AE9}" type="presParOf" srcId="{7AD3337D-2817-48D5-9029-8A7BC87647CB}" destId="{959DE923-48BD-4AC1-BFB0-647867EA127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F383545-1F00-4CEC-8599-D8EB21D06760}" type="doc">
      <dgm:prSet loTypeId="urn:microsoft.com/office/officeart/2005/8/layout/vList2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IN"/>
        </a:p>
      </dgm:t>
    </dgm:pt>
    <dgm:pt modelId="{F9A5A070-3561-49BC-ADEE-8DC2F80F88A5}">
      <dgm:prSet/>
      <dgm:spPr/>
      <dgm:t>
        <a:bodyPr/>
        <a:lstStyle/>
        <a:p>
          <a:r>
            <a:rPr lang="en-IN" b="0" i="0"/>
            <a:t>Angular Router supports multiple outlets in the same application.</a:t>
          </a:r>
        </a:p>
      </dgm:t>
    </dgm:pt>
    <dgm:pt modelId="{7AE57C2C-8B39-4C53-BD93-B93B5B76B4A6}" type="parTrans" cxnId="{9806A378-2477-4DF6-B0F2-342BC06F527D}">
      <dgm:prSet/>
      <dgm:spPr/>
      <dgm:t>
        <a:bodyPr/>
        <a:lstStyle/>
        <a:p>
          <a:endParaRPr lang="en-IN"/>
        </a:p>
      </dgm:t>
    </dgm:pt>
    <dgm:pt modelId="{3E675C1E-0BDA-4AFF-B7C7-3B140A77BC80}" type="sibTrans" cxnId="{9806A378-2477-4DF6-B0F2-342BC06F527D}">
      <dgm:prSet/>
      <dgm:spPr/>
      <dgm:t>
        <a:bodyPr/>
        <a:lstStyle/>
        <a:p>
          <a:endParaRPr lang="en-IN"/>
        </a:p>
      </dgm:t>
    </dgm:pt>
    <dgm:pt modelId="{AA790A54-ADD9-4660-A5C0-FAE6BB239FB5}">
      <dgm:prSet/>
      <dgm:spPr/>
      <dgm:t>
        <a:bodyPr/>
        <a:lstStyle/>
        <a:p>
          <a:r>
            <a:rPr lang="en-IN" b="0" i="0" dirty="0"/>
            <a:t>A component has one associated primary route and can have auxiliary routes.</a:t>
          </a:r>
        </a:p>
      </dgm:t>
    </dgm:pt>
    <dgm:pt modelId="{B3A6E100-348E-4C8F-9389-0CF572372774}" type="parTrans" cxnId="{A2F8DD28-90BD-495B-AD53-C64687573360}">
      <dgm:prSet/>
      <dgm:spPr/>
      <dgm:t>
        <a:bodyPr/>
        <a:lstStyle/>
        <a:p>
          <a:endParaRPr lang="en-IN"/>
        </a:p>
      </dgm:t>
    </dgm:pt>
    <dgm:pt modelId="{12937730-987C-4EF3-90C4-A9B9B6EFBE40}" type="sibTrans" cxnId="{A2F8DD28-90BD-495B-AD53-C64687573360}">
      <dgm:prSet/>
      <dgm:spPr/>
      <dgm:t>
        <a:bodyPr/>
        <a:lstStyle/>
        <a:p>
          <a:endParaRPr lang="en-IN"/>
        </a:p>
      </dgm:t>
    </dgm:pt>
    <dgm:pt modelId="{45AAF0EE-7074-4598-A507-F766CD3BED05}">
      <dgm:prSet/>
      <dgm:spPr/>
      <dgm:t>
        <a:bodyPr/>
        <a:lstStyle/>
        <a:p>
          <a:r>
            <a:rPr lang="en-IN" b="0" i="0"/>
            <a:t>To create an auxiliary route, you’ll need a named router outlet where the component associated with the auxiliary route will be displayed.</a:t>
          </a:r>
        </a:p>
      </dgm:t>
    </dgm:pt>
    <dgm:pt modelId="{47B2FA27-B51B-4B5E-A3FE-FB909B3E31A3}" type="parTrans" cxnId="{7A066C11-8228-4D12-BFBC-830772AA906E}">
      <dgm:prSet/>
      <dgm:spPr/>
      <dgm:t>
        <a:bodyPr/>
        <a:lstStyle/>
        <a:p>
          <a:endParaRPr lang="en-IN"/>
        </a:p>
      </dgm:t>
    </dgm:pt>
    <dgm:pt modelId="{66C9B1BD-1D2C-460A-873A-959DF7284D7F}" type="sibTrans" cxnId="{7A066C11-8228-4D12-BFBC-830772AA906E}">
      <dgm:prSet/>
      <dgm:spPr/>
      <dgm:t>
        <a:bodyPr/>
        <a:lstStyle/>
        <a:p>
          <a:endParaRPr lang="en-IN"/>
        </a:p>
      </dgm:t>
    </dgm:pt>
    <dgm:pt modelId="{421B03B1-E844-463D-8AFA-385206870C83}">
      <dgm:prSet/>
      <dgm:spPr/>
      <dgm:t>
        <a:bodyPr/>
        <a:lstStyle/>
        <a:p>
          <a:r>
            <a:rPr lang="en-IN" b="0" i="0"/>
            <a:t>Auxiliary routes enable developers to navigate multiple routes at the same time.</a:t>
          </a:r>
        </a:p>
      </dgm:t>
    </dgm:pt>
    <dgm:pt modelId="{E818BAB1-1220-48DC-AD2F-69A43566D553}" type="parTrans" cxnId="{6DD68F9D-292A-4466-B96F-BB215630FF6A}">
      <dgm:prSet/>
      <dgm:spPr/>
      <dgm:t>
        <a:bodyPr/>
        <a:lstStyle/>
        <a:p>
          <a:endParaRPr lang="en-IN"/>
        </a:p>
      </dgm:t>
    </dgm:pt>
    <dgm:pt modelId="{12516515-227B-46B6-928C-E23CCB1038C5}" type="sibTrans" cxnId="{6DD68F9D-292A-4466-B96F-BB215630FF6A}">
      <dgm:prSet/>
      <dgm:spPr/>
      <dgm:t>
        <a:bodyPr/>
        <a:lstStyle/>
        <a:p>
          <a:endParaRPr lang="en-IN"/>
        </a:p>
      </dgm:t>
    </dgm:pt>
    <dgm:pt modelId="{7AD3337D-2817-48D5-9029-8A7BC87647CB}" type="pres">
      <dgm:prSet presAssocID="{DF383545-1F00-4CEC-8599-D8EB21D06760}" presName="linear" presStyleCnt="0">
        <dgm:presLayoutVars>
          <dgm:animLvl val="lvl"/>
          <dgm:resizeHandles val="exact"/>
        </dgm:presLayoutVars>
      </dgm:prSet>
      <dgm:spPr/>
    </dgm:pt>
    <dgm:pt modelId="{9BE80EA3-45EE-4143-8AFA-3C6E48014FC3}" type="pres">
      <dgm:prSet presAssocID="{F9A5A070-3561-49BC-ADEE-8DC2F80F88A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CF9E1E-C3F7-4430-AA99-78E642BA2858}" type="pres">
      <dgm:prSet presAssocID="{3E675C1E-0BDA-4AFF-B7C7-3B140A77BC80}" presName="spacer" presStyleCnt="0"/>
      <dgm:spPr/>
    </dgm:pt>
    <dgm:pt modelId="{9FFF72D8-4255-4891-8EAF-16E6B479E695}" type="pres">
      <dgm:prSet presAssocID="{AA790A54-ADD9-4660-A5C0-FAE6BB239F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92D806-1C03-42DA-A80D-BA35F26BE51E}" type="pres">
      <dgm:prSet presAssocID="{12937730-987C-4EF3-90C4-A9B9B6EFBE40}" presName="spacer" presStyleCnt="0"/>
      <dgm:spPr/>
    </dgm:pt>
    <dgm:pt modelId="{D2E28C4F-0B6C-4DAE-ADA0-824F830913DD}" type="pres">
      <dgm:prSet presAssocID="{421B03B1-E844-463D-8AFA-385206870C8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FEC5E1-35B6-47DC-9911-00AE19D094F9}" type="pres">
      <dgm:prSet presAssocID="{12516515-227B-46B6-928C-E23CCB1038C5}" presName="spacer" presStyleCnt="0"/>
      <dgm:spPr/>
    </dgm:pt>
    <dgm:pt modelId="{9C69EB42-DA60-47BC-B6BB-7098F612D40E}" type="pres">
      <dgm:prSet presAssocID="{45AAF0EE-7074-4598-A507-F766CD3BED0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A066C11-8228-4D12-BFBC-830772AA906E}" srcId="{DF383545-1F00-4CEC-8599-D8EB21D06760}" destId="{45AAF0EE-7074-4598-A507-F766CD3BED05}" srcOrd="3" destOrd="0" parTransId="{47B2FA27-B51B-4B5E-A3FE-FB909B3E31A3}" sibTransId="{66C9B1BD-1D2C-460A-873A-959DF7284D7F}"/>
    <dgm:cxn modelId="{BFEB141B-A72E-40CE-A181-0A5397E3E6A4}" type="presOf" srcId="{DF383545-1F00-4CEC-8599-D8EB21D06760}" destId="{7AD3337D-2817-48D5-9029-8A7BC87647CB}" srcOrd="0" destOrd="0" presId="urn:microsoft.com/office/officeart/2005/8/layout/vList2"/>
    <dgm:cxn modelId="{A2F8DD28-90BD-495B-AD53-C64687573360}" srcId="{DF383545-1F00-4CEC-8599-D8EB21D06760}" destId="{AA790A54-ADD9-4660-A5C0-FAE6BB239FB5}" srcOrd="1" destOrd="0" parTransId="{B3A6E100-348E-4C8F-9389-0CF572372774}" sibTransId="{12937730-987C-4EF3-90C4-A9B9B6EFBE40}"/>
    <dgm:cxn modelId="{6CA14831-C3FF-485B-B621-8CAFA9EE9F22}" type="presOf" srcId="{45AAF0EE-7074-4598-A507-F766CD3BED05}" destId="{9C69EB42-DA60-47BC-B6BB-7098F612D40E}" srcOrd="0" destOrd="0" presId="urn:microsoft.com/office/officeart/2005/8/layout/vList2"/>
    <dgm:cxn modelId="{8AD9973A-B9A4-46DB-B4D3-221485F60ECF}" type="presOf" srcId="{421B03B1-E844-463D-8AFA-385206870C83}" destId="{D2E28C4F-0B6C-4DAE-ADA0-824F830913DD}" srcOrd="0" destOrd="0" presId="urn:microsoft.com/office/officeart/2005/8/layout/vList2"/>
    <dgm:cxn modelId="{2C1EFC3C-2D7D-4127-8661-8C291550BE76}" type="presOf" srcId="{F9A5A070-3561-49BC-ADEE-8DC2F80F88A5}" destId="{9BE80EA3-45EE-4143-8AFA-3C6E48014FC3}" srcOrd="0" destOrd="0" presId="urn:microsoft.com/office/officeart/2005/8/layout/vList2"/>
    <dgm:cxn modelId="{B976496F-1B1D-4021-9DC4-D2C45103D934}" type="presOf" srcId="{AA790A54-ADD9-4660-A5C0-FAE6BB239FB5}" destId="{9FFF72D8-4255-4891-8EAF-16E6B479E695}" srcOrd="0" destOrd="0" presId="urn:microsoft.com/office/officeart/2005/8/layout/vList2"/>
    <dgm:cxn modelId="{9806A378-2477-4DF6-B0F2-342BC06F527D}" srcId="{DF383545-1F00-4CEC-8599-D8EB21D06760}" destId="{F9A5A070-3561-49BC-ADEE-8DC2F80F88A5}" srcOrd="0" destOrd="0" parTransId="{7AE57C2C-8B39-4C53-BD93-B93B5B76B4A6}" sibTransId="{3E675C1E-0BDA-4AFF-B7C7-3B140A77BC80}"/>
    <dgm:cxn modelId="{6DD68F9D-292A-4466-B96F-BB215630FF6A}" srcId="{DF383545-1F00-4CEC-8599-D8EB21D06760}" destId="{421B03B1-E844-463D-8AFA-385206870C83}" srcOrd="2" destOrd="0" parTransId="{E818BAB1-1220-48DC-AD2F-69A43566D553}" sibTransId="{12516515-227B-46B6-928C-E23CCB1038C5}"/>
    <dgm:cxn modelId="{8C53F33E-A8B5-453D-91CC-32BEB57EC749}" type="presParOf" srcId="{7AD3337D-2817-48D5-9029-8A7BC87647CB}" destId="{9BE80EA3-45EE-4143-8AFA-3C6E48014FC3}" srcOrd="0" destOrd="0" presId="urn:microsoft.com/office/officeart/2005/8/layout/vList2"/>
    <dgm:cxn modelId="{BBCE1652-B024-412A-BDEE-1D1BBBF01E11}" type="presParOf" srcId="{7AD3337D-2817-48D5-9029-8A7BC87647CB}" destId="{FCCF9E1E-C3F7-4430-AA99-78E642BA2858}" srcOrd="1" destOrd="0" presId="urn:microsoft.com/office/officeart/2005/8/layout/vList2"/>
    <dgm:cxn modelId="{495014A9-8672-44A8-B1C9-D1BD1ECBB673}" type="presParOf" srcId="{7AD3337D-2817-48D5-9029-8A7BC87647CB}" destId="{9FFF72D8-4255-4891-8EAF-16E6B479E695}" srcOrd="2" destOrd="0" presId="urn:microsoft.com/office/officeart/2005/8/layout/vList2"/>
    <dgm:cxn modelId="{0489F2EF-DA3A-4E78-B03F-2FD50A94EA62}" type="presParOf" srcId="{7AD3337D-2817-48D5-9029-8A7BC87647CB}" destId="{7F92D806-1C03-42DA-A80D-BA35F26BE51E}" srcOrd="3" destOrd="0" presId="urn:microsoft.com/office/officeart/2005/8/layout/vList2"/>
    <dgm:cxn modelId="{48FEC836-578B-4CDF-906D-022A3C6F049D}" type="presParOf" srcId="{7AD3337D-2817-48D5-9029-8A7BC87647CB}" destId="{D2E28C4F-0B6C-4DAE-ADA0-824F830913DD}" srcOrd="4" destOrd="0" presId="urn:microsoft.com/office/officeart/2005/8/layout/vList2"/>
    <dgm:cxn modelId="{29051FB8-21D8-423B-B0B3-EDE9139EF0F5}" type="presParOf" srcId="{7AD3337D-2817-48D5-9029-8A7BC87647CB}" destId="{B8FEC5E1-35B6-47DC-9911-00AE19D094F9}" srcOrd="5" destOrd="0" presId="urn:microsoft.com/office/officeart/2005/8/layout/vList2"/>
    <dgm:cxn modelId="{A5554CC4-D90A-4B12-AF5D-F18058FDC789}" type="presParOf" srcId="{7AD3337D-2817-48D5-9029-8A7BC87647CB}" destId="{9C69EB42-DA60-47BC-B6BB-7098F612D4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7685B6-6599-460C-96E5-6D80059986AD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D8DCC01-8319-43C5-A3FD-E5B5E767C261}">
      <dgm:prSet/>
      <dgm:spPr/>
      <dgm:t>
        <a:bodyPr/>
        <a:lstStyle/>
        <a:p>
          <a:pPr rtl="0"/>
          <a:r>
            <a:rPr lang="en-IN"/>
            <a:t>The outlet with no name is the primary outlet.</a:t>
          </a:r>
        </a:p>
      </dgm:t>
    </dgm:pt>
    <dgm:pt modelId="{55219C15-AECA-4E99-A32B-D7CD2B462DB5}" type="parTrans" cxnId="{B48A3D80-FEE2-461F-81B9-51CCAF8D0A9B}">
      <dgm:prSet/>
      <dgm:spPr/>
      <dgm:t>
        <a:bodyPr/>
        <a:lstStyle/>
        <a:p>
          <a:endParaRPr lang="en-IN"/>
        </a:p>
      </dgm:t>
    </dgm:pt>
    <dgm:pt modelId="{567EAD42-F022-4F3F-ADB3-241618E6EEFD}" type="sibTrans" cxnId="{B48A3D80-FEE2-461F-81B9-51CCAF8D0A9B}">
      <dgm:prSet/>
      <dgm:spPr/>
      <dgm:t>
        <a:bodyPr/>
        <a:lstStyle/>
        <a:p>
          <a:endParaRPr lang="en-IN"/>
        </a:p>
      </dgm:t>
    </dgm:pt>
    <dgm:pt modelId="{D95C18B4-B7E4-41B2-967F-E3688649348B}">
      <dgm:prSet/>
      <dgm:spPr/>
      <dgm:t>
        <a:bodyPr/>
        <a:lstStyle/>
        <a:p>
          <a:pPr rtl="0"/>
          <a:r>
            <a:rPr lang="en-IN"/>
            <a:t>All outlets should have a name except for the primary outlet.</a:t>
          </a:r>
        </a:p>
      </dgm:t>
    </dgm:pt>
    <dgm:pt modelId="{41C7C61F-A767-417E-9419-3CCCD08B89B7}" type="parTrans" cxnId="{E9D931FD-35FA-41D0-8CB0-1CD386B2FDAF}">
      <dgm:prSet/>
      <dgm:spPr/>
      <dgm:t>
        <a:bodyPr/>
        <a:lstStyle/>
        <a:p>
          <a:endParaRPr lang="en-IN"/>
        </a:p>
      </dgm:t>
    </dgm:pt>
    <dgm:pt modelId="{39DCD6E4-1593-485F-9493-5DC3DAD69A02}" type="sibTrans" cxnId="{E9D931FD-35FA-41D0-8CB0-1CD386B2FDAF}">
      <dgm:prSet/>
      <dgm:spPr/>
      <dgm:t>
        <a:bodyPr/>
        <a:lstStyle/>
        <a:p>
          <a:endParaRPr lang="en-IN"/>
        </a:p>
      </dgm:t>
    </dgm:pt>
    <dgm:pt modelId="{71401BD9-D573-46A0-825A-9BFC3D5BACF0}">
      <dgm:prSet/>
      <dgm:spPr/>
      <dgm:t>
        <a:bodyPr/>
        <a:lstStyle/>
        <a:p>
          <a:pPr rtl="0"/>
          <a:r>
            <a:rPr lang="en-IN"/>
            <a:t>You can then specify the outlet where you want to render your component using the outlet attribute:</a:t>
          </a:r>
        </a:p>
      </dgm:t>
    </dgm:pt>
    <dgm:pt modelId="{84070C33-02B2-41C4-AD37-C570D5860436}" type="parTrans" cxnId="{7AA445D4-8910-4540-8F10-39CC288FB606}">
      <dgm:prSet/>
      <dgm:spPr/>
      <dgm:t>
        <a:bodyPr/>
        <a:lstStyle/>
        <a:p>
          <a:endParaRPr lang="en-IN"/>
        </a:p>
      </dgm:t>
    </dgm:pt>
    <dgm:pt modelId="{CF9C685C-9C29-4FDD-BE09-38E135B055B8}" type="sibTrans" cxnId="{7AA445D4-8910-4540-8F10-39CC288FB606}">
      <dgm:prSet/>
      <dgm:spPr/>
      <dgm:t>
        <a:bodyPr/>
        <a:lstStyle/>
        <a:p>
          <a:endParaRPr lang="en-IN"/>
        </a:p>
      </dgm:t>
    </dgm:pt>
    <dgm:pt modelId="{B95F834E-A168-4419-B381-A28593BAA626}" type="pres">
      <dgm:prSet presAssocID="{EE7685B6-6599-460C-96E5-6D80059986AD}" presName="linear" presStyleCnt="0">
        <dgm:presLayoutVars>
          <dgm:animLvl val="lvl"/>
          <dgm:resizeHandles val="exact"/>
        </dgm:presLayoutVars>
      </dgm:prSet>
      <dgm:spPr/>
    </dgm:pt>
    <dgm:pt modelId="{F48267EC-5CB9-490A-A324-78599E4258E5}" type="pres">
      <dgm:prSet presAssocID="{DD8DCC01-8319-43C5-A3FD-E5B5E767C26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EA4C81-41E8-48BA-845B-240F2AB58746}" type="pres">
      <dgm:prSet presAssocID="{567EAD42-F022-4F3F-ADB3-241618E6EEFD}" presName="spacer" presStyleCnt="0"/>
      <dgm:spPr/>
    </dgm:pt>
    <dgm:pt modelId="{BB0545AC-8B78-4791-822E-C411D9AFCA0F}" type="pres">
      <dgm:prSet presAssocID="{D95C18B4-B7E4-41B2-967F-E3688649348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D778A7D-94DC-4DC7-854F-54683C891653}" type="pres">
      <dgm:prSet presAssocID="{39DCD6E4-1593-485F-9493-5DC3DAD69A02}" presName="spacer" presStyleCnt="0"/>
      <dgm:spPr/>
    </dgm:pt>
    <dgm:pt modelId="{746D062E-62AA-4432-B04C-3A482BAC436B}" type="pres">
      <dgm:prSet presAssocID="{71401BD9-D573-46A0-825A-9BFC3D5BACF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7AC3505-85DE-4A6F-83F6-3872C27B6F71}" type="presOf" srcId="{EE7685B6-6599-460C-96E5-6D80059986AD}" destId="{B95F834E-A168-4419-B381-A28593BAA626}" srcOrd="0" destOrd="0" presId="urn:microsoft.com/office/officeart/2005/8/layout/vList2"/>
    <dgm:cxn modelId="{8DA19610-FF53-4DBE-8DAF-6649EA930840}" type="presOf" srcId="{DD8DCC01-8319-43C5-A3FD-E5B5E767C261}" destId="{F48267EC-5CB9-490A-A324-78599E4258E5}" srcOrd="0" destOrd="0" presId="urn:microsoft.com/office/officeart/2005/8/layout/vList2"/>
    <dgm:cxn modelId="{D7FE1836-AE3B-4BAF-B0CD-5F08643436AE}" type="presOf" srcId="{D95C18B4-B7E4-41B2-967F-E3688649348B}" destId="{BB0545AC-8B78-4791-822E-C411D9AFCA0F}" srcOrd="0" destOrd="0" presId="urn:microsoft.com/office/officeart/2005/8/layout/vList2"/>
    <dgm:cxn modelId="{B48A3D80-FEE2-461F-81B9-51CCAF8D0A9B}" srcId="{EE7685B6-6599-460C-96E5-6D80059986AD}" destId="{DD8DCC01-8319-43C5-A3FD-E5B5E767C261}" srcOrd="0" destOrd="0" parTransId="{55219C15-AECA-4E99-A32B-D7CD2B462DB5}" sibTransId="{567EAD42-F022-4F3F-ADB3-241618E6EEFD}"/>
    <dgm:cxn modelId="{7AA445D4-8910-4540-8F10-39CC288FB606}" srcId="{EE7685B6-6599-460C-96E5-6D80059986AD}" destId="{71401BD9-D573-46A0-825A-9BFC3D5BACF0}" srcOrd="2" destOrd="0" parTransId="{84070C33-02B2-41C4-AD37-C570D5860436}" sibTransId="{CF9C685C-9C29-4FDD-BE09-38E135B055B8}"/>
    <dgm:cxn modelId="{A27A71F0-7892-4797-854E-150F827DF7F2}" type="presOf" srcId="{71401BD9-D573-46A0-825A-9BFC3D5BACF0}" destId="{746D062E-62AA-4432-B04C-3A482BAC436B}" srcOrd="0" destOrd="0" presId="urn:microsoft.com/office/officeart/2005/8/layout/vList2"/>
    <dgm:cxn modelId="{E9D931FD-35FA-41D0-8CB0-1CD386B2FDAF}" srcId="{EE7685B6-6599-460C-96E5-6D80059986AD}" destId="{D95C18B4-B7E4-41B2-967F-E3688649348B}" srcOrd="1" destOrd="0" parTransId="{41C7C61F-A767-417E-9419-3CCCD08B89B7}" sibTransId="{39DCD6E4-1593-485F-9493-5DC3DAD69A02}"/>
    <dgm:cxn modelId="{E576D5C4-1B6B-49CD-9725-755FC03F5125}" type="presParOf" srcId="{B95F834E-A168-4419-B381-A28593BAA626}" destId="{F48267EC-5CB9-490A-A324-78599E4258E5}" srcOrd="0" destOrd="0" presId="urn:microsoft.com/office/officeart/2005/8/layout/vList2"/>
    <dgm:cxn modelId="{BB98E520-0CA9-4E8F-A6F5-8166ED508262}" type="presParOf" srcId="{B95F834E-A168-4419-B381-A28593BAA626}" destId="{FFEA4C81-41E8-48BA-845B-240F2AB58746}" srcOrd="1" destOrd="0" presId="urn:microsoft.com/office/officeart/2005/8/layout/vList2"/>
    <dgm:cxn modelId="{0188C14B-5DFA-4206-B765-965032D7A2A0}" type="presParOf" srcId="{B95F834E-A168-4419-B381-A28593BAA626}" destId="{BB0545AC-8B78-4791-822E-C411D9AFCA0F}" srcOrd="2" destOrd="0" presId="urn:microsoft.com/office/officeart/2005/8/layout/vList2"/>
    <dgm:cxn modelId="{3DA1CD67-596E-41FE-8175-7C4F80ED49BA}" type="presParOf" srcId="{B95F834E-A168-4419-B381-A28593BAA626}" destId="{1D778A7D-94DC-4DC7-854F-54683C891653}" srcOrd="3" destOrd="0" presId="urn:microsoft.com/office/officeart/2005/8/layout/vList2"/>
    <dgm:cxn modelId="{43068BAE-3F7A-4542-ABE1-82075DFFDA84}" type="presParOf" srcId="{B95F834E-A168-4419-B381-A28593BAA626}" destId="{746D062E-62AA-4432-B04C-3A482BAC436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AEB67-87D2-4A0B-8CE2-84AF57D18B0E}">
      <dsp:nvSpPr>
        <dsp:cNvPr id="0" name=""/>
        <dsp:cNvSpPr/>
      </dsp:nvSpPr>
      <dsp:spPr>
        <a:xfrm>
          <a:off x="0" y="96603"/>
          <a:ext cx="8022772" cy="6563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Angular Router is a powerful JavaScript router built and maintained by the Angular core team that can be installed from the </a:t>
          </a:r>
          <a:r>
            <a:rPr lang="en-IN" sz="1700" b="1" kern="1200"/>
            <a:t>@angular/router </a:t>
          </a:r>
          <a:r>
            <a:rPr lang="en-IN" sz="1700" kern="1200"/>
            <a:t>package. </a:t>
          </a:r>
        </a:p>
      </dsp:txBody>
      <dsp:txXfrm>
        <a:off x="32041" y="128644"/>
        <a:ext cx="7958690" cy="592288"/>
      </dsp:txXfrm>
    </dsp:sp>
    <dsp:sp modelId="{B8A1A159-0E59-485F-996D-7B6FF1976901}">
      <dsp:nvSpPr>
        <dsp:cNvPr id="0" name=""/>
        <dsp:cNvSpPr/>
      </dsp:nvSpPr>
      <dsp:spPr>
        <a:xfrm>
          <a:off x="0" y="801933"/>
          <a:ext cx="8022772" cy="6563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It provides a complete routing library with the possibility to have multiple router outlets, different path matching strategies</a:t>
          </a:r>
        </a:p>
      </dsp:txBody>
      <dsp:txXfrm>
        <a:off x="32041" y="833974"/>
        <a:ext cx="7958690" cy="592288"/>
      </dsp:txXfrm>
    </dsp:sp>
    <dsp:sp modelId="{C20EFA01-5C0B-40A7-93CC-2FA7CEA7D98F}">
      <dsp:nvSpPr>
        <dsp:cNvPr id="0" name=""/>
        <dsp:cNvSpPr/>
      </dsp:nvSpPr>
      <dsp:spPr>
        <a:xfrm>
          <a:off x="0" y="1507263"/>
          <a:ext cx="8022772" cy="6563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It also provides easy access to route parameters and route guards to protect components from unauthorized access.</a:t>
          </a:r>
        </a:p>
      </dsp:txBody>
      <dsp:txXfrm>
        <a:off x="32041" y="1539304"/>
        <a:ext cx="7958690" cy="592288"/>
      </dsp:txXfrm>
    </dsp:sp>
    <dsp:sp modelId="{3FE25D37-5C20-418A-8749-D036A3DC2805}">
      <dsp:nvSpPr>
        <dsp:cNvPr id="0" name=""/>
        <dsp:cNvSpPr/>
      </dsp:nvSpPr>
      <dsp:spPr>
        <a:xfrm>
          <a:off x="0" y="2212593"/>
          <a:ext cx="8022772" cy="6563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The Angular router is a core part of the Angular platform. </a:t>
          </a:r>
        </a:p>
      </dsp:txBody>
      <dsp:txXfrm>
        <a:off x="32041" y="2244634"/>
        <a:ext cx="7958690" cy="592288"/>
      </dsp:txXfrm>
    </dsp:sp>
    <dsp:sp modelId="{A710AEA4-4860-4CEB-977E-2D7F47022C70}">
      <dsp:nvSpPr>
        <dsp:cNvPr id="0" name=""/>
        <dsp:cNvSpPr/>
      </dsp:nvSpPr>
      <dsp:spPr>
        <a:xfrm>
          <a:off x="0" y="2917923"/>
          <a:ext cx="8022772" cy="6563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It enables developers to build Single Page Applications with multiple views and allow navigation between these views.</a:t>
          </a:r>
        </a:p>
      </dsp:txBody>
      <dsp:txXfrm>
        <a:off x="32041" y="2949964"/>
        <a:ext cx="7958690" cy="5922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DE923-48BD-4AC1-BFB0-647867EA1275}">
      <dsp:nvSpPr>
        <dsp:cNvPr id="0" name=""/>
        <dsp:cNvSpPr/>
      </dsp:nvSpPr>
      <dsp:spPr>
        <a:xfrm>
          <a:off x="0" y="4770"/>
          <a:ext cx="8022772" cy="90250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kern="1200" dirty="0"/>
            <a:t>Routes are definitions (objects) comprised from at least a path and a component (or a </a:t>
          </a:r>
          <a:r>
            <a:rPr lang="en-IN" sz="1700" b="1" i="0" kern="1200" dirty="0" err="1">
              <a:hlinkClick xmlns:r="http://schemas.openxmlformats.org/officeDocument/2006/relationships" r:id="rId1"/>
            </a:rPr>
            <a:t>redirectTo</a:t>
          </a:r>
          <a:r>
            <a:rPr lang="en-IN" sz="1700" b="1" i="0" kern="1200" dirty="0"/>
            <a:t> path) attributes.</a:t>
          </a:r>
          <a:endParaRPr lang="en-IN" sz="1700" b="1" kern="1200" dirty="0"/>
        </a:p>
      </dsp:txBody>
      <dsp:txXfrm>
        <a:off x="44057" y="48827"/>
        <a:ext cx="7934658" cy="814394"/>
      </dsp:txXfrm>
    </dsp:sp>
    <dsp:sp modelId="{81C94FD4-7CF1-4C4D-B67E-021258DABFC0}">
      <dsp:nvSpPr>
        <dsp:cNvPr id="0" name=""/>
        <dsp:cNvSpPr/>
      </dsp:nvSpPr>
      <dsp:spPr>
        <a:xfrm>
          <a:off x="0" y="956239"/>
          <a:ext cx="8022772" cy="90250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kern="1200" dirty="0"/>
            <a:t>The path refers to the part of the URL that determines a unique view that should be displayed, and component refers to the Angular component that needs to be associated with a path. </a:t>
          </a:r>
          <a:endParaRPr lang="en-IN" sz="1700" b="1" kern="1200" dirty="0"/>
        </a:p>
      </dsp:txBody>
      <dsp:txXfrm>
        <a:off x="44057" y="1000296"/>
        <a:ext cx="7934658" cy="814394"/>
      </dsp:txXfrm>
    </dsp:sp>
    <dsp:sp modelId="{7773E3EC-A5C3-406E-BCE7-E04E89239480}">
      <dsp:nvSpPr>
        <dsp:cNvPr id="0" name=""/>
        <dsp:cNvSpPr/>
      </dsp:nvSpPr>
      <dsp:spPr>
        <a:xfrm>
          <a:off x="0" y="1907708"/>
          <a:ext cx="8022772" cy="90250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kern="1200" dirty="0"/>
            <a:t>Based on a route definition that we provide (via a static  method), the Router is able to navigate the user to a specific view.</a:t>
          </a:r>
          <a:endParaRPr lang="en-IN" sz="1700" b="1" kern="1200" dirty="0"/>
        </a:p>
      </dsp:txBody>
      <dsp:txXfrm>
        <a:off x="44057" y="1951765"/>
        <a:ext cx="7934658" cy="814394"/>
      </dsp:txXfrm>
    </dsp:sp>
    <dsp:sp modelId="{B9F69F1C-EDA7-4308-9971-84316EC0D9EE}">
      <dsp:nvSpPr>
        <dsp:cNvPr id="0" name=""/>
        <dsp:cNvSpPr/>
      </dsp:nvSpPr>
      <dsp:spPr>
        <a:xfrm>
          <a:off x="0" y="2859177"/>
          <a:ext cx="8022772" cy="90250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kern="1200" dirty="0"/>
            <a:t>Each </a:t>
          </a:r>
          <a:r>
            <a:rPr lang="en-IN" sz="1700" b="1" i="0" kern="1200" dirty="0">
              <a:hlinkClick xmlns:r="http://schemas.openxmlformats.org/officeDocument/2006/relationships" r:id="rId2"/>
            </a:rPr>
            <a:t>Route</a:t>
          </a:r>
          <a:r>
            <a:rPr lang="en-IN" sz="1700" b="1" i="0" kern="1200" dirty="0"/>
            <a:t> maps a URL path to a component.</a:t>
          </a:r>
          <a:endParaRPr lang="en-IN" sz="1700" b="1" kern="1200" dirty="0"/>
        </a:p>
      </dsp:txBody>
      <dsp:txXfrm>
        <a:off x="44057" y="2903234"/>
        <a:ext cx="7934658" cy="8143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6FD8D-766E-4AE4-B8BE-BA5A82160AD6}">
      <dsp:nvSpPr>
        <dsp:cNvPr id="0" name=""/>
        <dsp:cNvSpPr/>
      </dsp:nvSpPr>
      <dsp:spPr>
        <a:xfrm>
          <a:off x="0" y="113028"/>
          <a:ext cx="8022772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/>
            <a:t>The path can be empty which denotes the default path of an application and it’s usually the start of the application.</a:t>
          </a:r>
        </a:p>
      </dsp:txBody>
      <dsp:txXfrm>
        <a:off x="26387" y="139415"/>
        <a:ext cx="7969998" cy="487766"/>
      </dsp:txXfrm>
    </dsp:sp>
    <dsp:sp modelId="{6CA92872-9888-4920-BF8B-700EA490175B}">
      <dsp:nvSpPr>
        <dsp:cNvPr id="0" name=""/>
        <dsp:cNvSpPr/>
      </dsp:nvSpPr>
      <dsp:spPr>
        <a:xfrm>
          <a:off x="0" y="693888"/>
          <a:ext cx="8022772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/>
            <a:t>The path can take a wildcard string (**). </a:t>
          </a:r>
        </a:p>
      </dsp:txBody>
      <dsp:txXfrm>
        <a:off x="26387" y="720275"/>
        <a:ext cx="7969998" cy="487766"/>
      </dsp:txXfrm>
    </dsp:sp>
    <dsp:sp modelId="{B2454429-893C-4CB6-9897-693492C284E7}">
      <dsp:nvSpPr>
        <dsp:cNvPr id="0" name=""/>
        <dsp:cNvSpPr/>
      </dsp:nvSpPr>
      <dsp:spPr>
        <a:xfrm>
          <a:off x="0" y="1274748"/>
          <a:ext cx="8022772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/>
            <a:t>The router will select this route if the requested URL doesn’t match any paths for the defined routes. </a:t>
          </a:r>
        </a:p>
      </dsp:txBody>
      <dsp:txXfrm>
        <a:off x="26387" y="1301135"/>
        <a:ext cx="7969998" cy="487766"/>
      </dsp:txXfrm>
    </dsp:sp>
    <dsp:sp modelId="{4CF02EE9-1F71-4C7B-B899-9E68CB949B25}">
      <dsp:nvSpPr>
        <dsp:cNvPr id="0" name=""/>
        <dsp:cNvSpPr/>
      </dsp:nvSpPr>
      <dsp:spPr>
        <a:xfrm>
          <a:off x="0" y="1855608"/>
          <a:ext cx="8022772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/>
            <a:t>This can be used for displaying a “Not Found” view or redirecting to a specific view if no match is found.</a:t>
          </a:r>
        </a:p>
      </dsp:txBody>
      <dsp:txXfrm>
        <a:off x="26387" y="1881995"/>
        <a:ext cx="7969998" cy="487766"/>
      </dsp:txXfrm>
    </dsp:sp>
    <dsp:sp modelId="{D4501FB7-8DE3-44B4-8A9F-11B22533C2CA}">
      <dsp:nvSpPr>
        <dsp:cNvPr id="0" name=""/>
        <dsp:cNvSpPr/>
      </dsp:nvSpPr>
      <dsp:spPr>
        <a:xfrm>
          <a:off x="0" y="2436468"/>
          <a:ext cx="8022772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>
              <a:solidFill>
                <a:srgbClr val="C00000"/>
              </a:solidFill>
            </a:rPr>
            <a:t>{ path:  'contacts', component:  </a:t>
          </a:r>
          <a:r>
            <a:rPr lang="en-IN" sz="1400" b="1" i="0" kern="1200" dirty="0" err="1">
              <a:solidFill>
                <a:srgbClr val="C00000"/>
              </a:solidFill>
            </a:rPr>
            <a:t>ContactListComponent</a:t>
          </a:r>
          <a:r>
            <a:rPr lang="en-IN" sz="1400" b="1" i="0" kern="1200" dirty="0">
              <a:solidFill>
                <a:srgbClr val="C00000"/>
              </a:solidFill>
            </a:rPr>
            <a:t>}</a:t>
          </a:r>
        </a:p>
      </dsp:txBody>
      <dsp:txXfrm>
        <a:off x="26387" y="2462855"/>
        <a:ext cx="7969998" cy="487766"/>
      </dsp:txXfrm>
    </dsp:sp>
    <dsp:sp modelId="{8B6E34E1-7547-42C7-8E73-8B5EDCD753DA}">
      <dsp:nvSpPr>
        <dsp:cNvPr id="0" name=""/>
        <dsp:cNvSpPr/>
      </dsp:nvSpPr>
      <dsp:spPr>
        <a:xfrm>
          <a:off x="0" y="3017328"/>
          <a:ext cx="8022772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/>
            <a:t>If this route definition is provided to the Router configuration, the router will render  when the browser URL for the web a</a:t>
          </a:r>
          <a:r>
            <a:rPr lang="en-IN" sz="1400" b="0" i="0" kern="1200" dirty="0"/>
            <a:t>pplication becomes </a:t>
          </a:r>
        </a:p>
      </dsp:txBody>
      <dsp:txXfrm>
        <a:off x="26387" y="3043715"/>
        <a:ext cx="7969998" cy="4877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E3196-7012-4066-9167-B2C871162AED}">
      <dsp:nvSpPr>
        <dsp:cNvPr id="0" name=""/>
        <dsp:cNvSpPr/>
      </dsp:nvSpPr>
      <dsp:spPr>
        <a:xfrm>
          <a:off x="0" y="11598"/>
          <a:ext cx="8022772" cy="11582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0" i="0" kern="1200" dirty="0"/>
            <a:t>The Angular Router provides the  directive to create navigation links. </a:t>
          </a:r>
          <a:endParaRPr lang="en-IN" sz="3000" kern="1200" dirty="0"/>
        </a:p>
      </dsp:txBody>
      <dsp:txXfrm>
        <a:off x="56543" y="68141"/>
        <a:ext cx="7909686" cy="1045213"/>
      </dsp:txXfrm>
    </dsp:sp>
    <dsp:sp modelId="{E67CC429-0A0A-48A2-A517-471BC8DF9D25}">
      <dsp:nvSpPr>
        <dsp:cNvPr id="0" name=""/>
        <dsp:cNvSpPr/>
      </dsp:nvSpPr>
      <dsp:spPr>
        <a:xfrm>
          <a:off x="0" y="1256298"/>
          <a:ext cx="8022772" cy="115829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0" i="0" kern="1200"/>
            <a:t>This </a:t>
          </a:r>
          <a:r>
            <a:rPr lang="en-IN" sz="3000" b="0" i="0" kern="1200" dirty="0"/>
            <a:t>directive takes the path associated with the component to navigate to.</a:t>
          </a:r>
          <a:endParaRPr lang="en-IN" sz="3000" kern="1200" dirty="0"/>
        </a:p>
      </dsp:txBody>
      <dsp:txXfrm>
        <a:off x="56543" y="1312841"/>
        <a:ext cx="7909686" cy="1045213"/>
      </dsp:txXfrm>
    </dsp:sp>
    <dsp:sp modelId="{0AD34908-23EC-4D39-9711-5299768DF312}">
      <dsp:nvSpPr>
        <dsp:cNvPr id="0" name=""/>
        <dsp:cNvSpPr/>
      </dsp:nvSpPr>
      <dsp:spPr>
        <a:xfrm>
          <a:off x="0" y="2500998"/>
          <a:ext cx="8022772" cy="115829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&lt;a [</a:t>
          </a:r>
          <a:r>
            <a:rPr lang="en-IN" sz="3000" kern="1200" dirty="0" err="1"/>
            <a:t>routerLink</a:t>
          </a:r>
          <a:r>
            <a:rPr lang="en-IN" sz="3000" kern="1200" dirty="0"/>
            <a:t>]="'/contacts'"&gt;Contacts&lt;/a&gt;</a:t>
          </a:r>
        </a:p>
      </dsp:txBody>
      <dsp:txXfrm>
        <a:off x="56543" y="2557541"/>
        <a:ext cx="7909686" cy="10452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C3802-807E-4B31-BA53-8BA369D353BF}">
      <dsp:nvSpPr>
        <dsp:cNvPr id="0" name=""/>
        <dsp:cNvSpPr/>
      </dsp:nvSpPr>
      <dsp:spPr>
        <a:xfrm>
          <a:off x="0" y="20643"/>
          <a:ext cx="8022772" cy="6844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The </a:t>
          </a:r>
          <a:r>
            <a:rPr lang="en-IN" sz="1800" b="0" i="0" kern="1200" dirty="0">
              <a:hlinkClick xmlns:r="http://schemas.openxmlformats.org/officeDocument/2006/relationships" r:id="rId1"/>
            </a:rPr>
            <a:t>Router-Outlet</a:t>
          </a:r>
          <a:r>
            <a:rPr lang="en-IN" sz="1800" b="0" i="0" kern="1200" dirty="0"/>
            <a:t> is a directive that’s available from the router library.</a:t>
          </a:r>
          <a:endParaRPr lang="en-IN" sz="1800" kern="1200" dirty="0"/>
        </a:p>
      </dsp:txBody>
      <dsp:txXfrm>
        <a:off x="33412" y="54055"/>
        <a:ext cx="7955948" cy="617626"/>
      </dsp:txXfrm>
    </dsp:sp>
    <dsp:sp modelId="{5E914338-A154-400B-A528-B24A2D6C0DFD}">
      <dsp:nvSpPr>
        <dsp:cNvPr id="0" name=""/>
        <dsp:cNvSpPr/>
      </dsp:nvSpPr>
      <dsp:spPr>
        <a:xfrm>
          <a:off x="0" y="756933"/>
          <a:ext cx="8022772" cy="6844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Router inserts the component that gets matched based on the current browser’s URL. </a:t>
          </a:r>
          <a:endParaRPr lang="en-IN" sz="1800" kern="1200" dirty="0"/>
        </a:p>
      </dsp:txBody>
      <dsp:txXfrm>
        <a:off x="33412" y="790345"/>
        <a:ext cx="7955948" cy="617626"/>
      </dsp:txXfrm>
    </dsp:sp>
    <dsp:sp modelId="{7D7D740F-52CA-47A3-9352-7390036C0A3A}">
      <dsp:nvSpPr>
        <dsp:cNvPr id="0" name=""/>
        <dsp:cNvSpPr/>
      </dsp:nvSpPr>
      <dsp:spPr>
        <a:xfrm>
          <a:off x="0" y="1493223"/>
          <a:ext cx="8022772" cy="6844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You can add multiple outlets in your Angular application which enables you to implement advanced routing scenarios.</a:t>
          </a:r>
          <a:endParaRPr lang="en-IN" sz="1800" kern="1200" dirty="0"/>
        </a:p>
      </dsp:txBody>
      <dsp:txXfrm>
        <a:off x="33412" y="1526635"/>
        <a:ext cx="7955948" cy="617626"/>
      </dsp:txXfrm>
    </dsp:sp>
    <dsp:sp modelId="{648B811A-6176-43CF-BDEB-8060C4D5862C}">
      <dsp:nvSpPr>
        <dsp:cNvPr id="0" name=""/>
        <dsp:cNvSpPr/>
      </dsp:nvSpPr>
      <dsp:spPr>
        <a:xfrm>
          <a:off x="0" y="2229513"/>
          <a:ext cx="8022772" cy="6844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&lt;router-outlet&gt;&lt;/router-outlet&gt;</a:t>
          </a:r>
        </a:p>
      </dsp:txBody>
      <dsp:txXfrm>
        <a:off x="33412" y="2262925"/>
        <a:ext cx="7955948" cy="617626"/>
      </dsp:txXfrm>
    </dsp:sp>
    <dsp:sp modelId="{959DE923-48BD-4AC1-BFB0-647867EA1275}">
      <dsp:nvSpPr>
        <dsp:cNvPr id="0" name=""/>
        <dsp:cNvSpPr/>
      </dsp:nvSpPr>
      <dsp:spPr>
        <a:xfrm>
          <a:off x="0" y="2965803"/>
          <a:ext cx="8022772" cy="6844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Any component that gets matched by the Router will render it as a sibling of the Router outlet.</a:t>
          </a:r>
          <a:endParaRPr lang="en-IN" sz="1800" kern="1200" dirty="0"/>
        </a:p>
      </dsp:txBody>
      <dsp:txXfrm>
        <a:off x="33412" y="2999215"/>
        <a:ext cx="7955948" cy="6176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80EA3-45EE-4143-8AFA-3C6E48014FC3}">
      <dsp:nvSpPr>
        <dsp:cNvPr id="0" name=""/>
        <dsp:cNvSpPr/>
      </dsp:nvSpPr>
      <dsp:spPr>
        <a:xfrm>
          <a:off x="0" y="228048"/>
          <a:ext cx="8022772" cy="760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/>
            <a:t>Angular Router supports multiple outlets in the same application.</a:t>
          </a:r>
        </a:p>
      </dsp:txBody>
      <dsp:txXfrm>
        <a:off x="37125" y="265173"/>
        <a:ext cx="7948522" cy="686250"/>
      </dsp:txXfrm>
    </dsp:sp>
    <dsp:sp modelId="{9FFF72D8-4255-4891-8EAF-16E6B479E695}">
      <dsp:nvSpPr>
        <dsp:cNvPr id="0" name=""/>
        <dsp:cNvSpPr/>
      </dsp:nvSpPr>
      <dsp:spPr>
        <a:xfrm>
          <a:off x="0" y="1046148"/>
          <a:ext cx="8022772" cy="760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A component has one associated primary route and can have auxiliary routes.</a:t>
          </a:r>
        </a:p>
      </dsp:txBody>
      <dsp:txXfrm>
        <a:off x="37125" y="1083273"/>
        <a:ext cx="7948522" cy="686250"/>
      </dsp:txXfrm>
    </dsp:sp>
    <dsp:sp modelId="{D2E28C4F-0B6C-4DAE-ADA0-824F830913DD}">
      <dsp:nvSpPr>
        <dsp:cNvPr id="0" name=""/>
        <dsp:cNvSpPr/>
      </dsp:nvSpPr>
      <dsp:spPr>
        <a:xfrm>
          <a:off x="0" y="1864248"/>
          <a:ext cx="8022772" cy="760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/>
            <a:t>Auxiliary routes enable developers to navigate multiple routes at the same time.</a:t>
          </a:r>
        </a:p>
      </dsp:txBody>
      <dsp:txXfrm>
        <a:off x="37125" y="1901373"/>
        <a:ext cx="7948522" cy="686250"/>
      </dsp:txXfrm>
    </dsp:sp>
    <dsp:sp modelId="{9C69EB42-DA60-47BC-B6BB-7098F612D40E}">
      <dsp:nvSpPr>
        <dsp:cNvPr id="0" name=""/>
        <dsp:cNvSpPr/>
      </dsp:nvSpPr>
      <dsp:spPr>
        <a:xfrm>
          <a:off x="0" y="2682348"/>
          <a:ext cx="8022772" cy="760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/>
            <a:t>To create an auxiliary route, you’ll need a named router outlet where the component associated with the auxiliary route will be displayed.</a:t>
          </a:r>
        </a:p>
      </dsp:txBody>
      <dsp:txXfrm>
        <a:off x="37125" y="2719473"/>
        <a:ext cx="7948522" cy="6862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267EC-5CB9-490A-A324-78599E4258E5}">
      <dsp:nvSpPr>
        <dsp:cNvPr id="0" name=""/>
        <dsp:cNvSpPr/>
      </dsp:nvSpPr>
      <dsp:spPr>
        <a:xfrm>
          <a:off x="0" y="30464"/>
          <a:ext cx="8636000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The outlet with no name is the primary outlet.</a:t>
          </a:r>
        </a:p>
      </dsp:txBody>
      <dsp:txXfrm>
        <a:off x="17134" y="47598"/>
        <a:ext cx="8601732" cy="316732"/>
      </dsp:txXfrm>
    </dsp:sp>
    <dsp:sp modelId="{BB0545AC-8B78-4791-822E-C411D9AFCA0F}">
      <dsp:nvSpPr>
        <dsp:cNvPr id="0" name=""/>
        <dsp:cNvSpPr/>
      </dsp:nvSpPr>
      <dsp:spPr>
        <a:xfrm>
          <a:off x="0" y="424664"/>
          <a:ext cx="8636000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All outlets should have a name except for the primary outlet.</a:t>
          </a:r>
        </a:p>
      </dsp:txBody>
      <dsp:txXfrm>
        <a:off x="17134" y="441798"/>
        <a:ext cx="8601732" cy="316732"/>
      </dsp:txXfrm>
    </dsp:sp>
    <dsp:sp modelId="{746D062E-62AA-4432-B04C-3A482BAC436B}">
      <dsp:nvSpPr>
        <dsp:cNvPr id="0" name=""/>
        <dsp:cNvSpPr/>
      </dsp:nvSpPr>
      <dsp:spPr>
        <a:xfrm>
          <a:off x="0" y="818864"/>
          <a:ext cx="8636000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You can then specify the outlet where you want to render your component using the outlet attribute:</a:t>
          </a:r>
        </a:p>
      </dsp:txBody>
      <dsp:txXfrm>
        <a:off x="17134" y="835998"/>
        <a:ext cx="8601732" cy="316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173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DA416E0-6201-3C9B-BF1E-B4744C9E7689}"/>
              </a:ext>
            </a:extLst>
          </p:cNvPr>
          <p:cNvGrpSpPr/>
          <p:nvPr/>
        </p:nvGrpSpPr>
        <p:grpSpPr>
          <a:xfrm>
            <a:off x="0" y="0"/>
            <a:ext cx="9753600" cy="5486400"/>
            <a:chOff x="0" y="0"/>
            <a:chExt cx="9753600" cy="5486400"/>
          </a:xfrm>
        </p:grpSpPr>
        <p:grpSp>
          <p:nvGrpSpPr>
            <p:cNvPr id="6" name="Group 5"/>
            <p:cNvGrpSpPr/>
            <p:nvPr/>
          </p:nvGrpSpPr>
          <p:grpSpPr>
            <a:xfrm>
              <a:off x="0" y="0"/>
              <a:ext cx="9753600" cy="5486400"/>
              <a:chOff x="0" y="0"/>
              <a:chExt cx="9753600" cy="5486400"/>
            </a:xfrm>
          </p:grpSpPr>
          <p:pic>
            <p:nvPicPr>
              <p:cNvPr id="2" name="Object 1" descr="preencoded.png"/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0" y="0"/>
                <a:ext cx="9753600" cy="5486400"/>
              </a:xfrm>
              <a:prstGeom prst="rect">
                <a:avLst/>
              </a:prstGeom>
            </p:spPr>
          </p:pic>
          <p:sp>
            <p:nvSpPr>
              <p:cNvPr id="4" name="Rectangle 3"/>
              <p:cNvSpPr/>
              <p:nvPr/>
            </p:nvSpPr>
            <p:spPr>
              <a:xfrm>
                <a:off x="3189514" y="3581400"/>
                <a:ext cx="3309257" cy="587829"/>
              </a:xfrm>
              <a:prstGeom prst="rect">
                <a:avLst/>
              </a:prstGeom>
              <a:solidFill>
                <a:srgbClr val="2D5C8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1783645" y="3413649"/>
                <a:ext cx="6186309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b="1" cap="none" spc="0" dirty="0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Angular 7 Routers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A96B66B-2A4A-D91C-44F4-4849044E6CD9}"/>
                </a:ext>
              </a:extLst>
            </p:cNvPr>
            <p:cNvSpPr/>
            <p:nvPr/>
          </p:nvSpPr>
          <p:spPr>
            <a:xfrm>
              <a:off x="3804356" y="1083733"/>
              <a:ext cx="2133600" cy="541867"/>
            </a:xfrm>
            <a:prstGeom prst="rect">
              <a:avLst/>
            </a:prstGeom>
            <a:solidFill>
              <a:srgbClr val="2E578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1242" y="185058"/>
            <a:ext cx="8022772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Introducing Angular Router</a:t>
            </a:r>
          </a:p>
          <a:p>
            <a:pPr algn="ctr"/>
            <a:endParaRPr lang="en-IN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66532918"/>
              </p:ext>
            </p:extLst>
          </p:nvPr>
        </p:nvGraphicFramePr>
        <p:xfrm>
          <a:off x="691242" y="1140588"/>
          <a:ext cx="8022772" cy="3670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8750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1242" y="185058"/>
            <a:ext cx="8022772" cy="73866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ROUTES &amp; PATHS</a:t>
            </a:r>
          </a:p>
          <a:p>
            <a:pPr algn="ctr"/>
            <a:endParaRPr lang="en-IN" b="1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868428263"/>
              </p:ext>
            </p:extLst>
          </p:nvPr>
        </p:nvGraphicFramePr>
        <p:xfrm>
          <a:off x="691242" y="1208314"/>
          <a:ext cx="8022772" cy="3766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5240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1242" y="323557"/>
            <a:ext cx="8022772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ROUTES &amp; PATHS</a:t>
            </a: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137327357"/>
              </p:ext>
            </p:extLst>
          </p:nvPr>
        </p:nvGraphicFramePr>
        <p:xfrm>
          <a:off x="691242" y="1140588"/>
          <a:ext cx="8022772" cy="3670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1879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1242" y="323557"/>
            <a:ext cx="8022772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N" sz="2400" b="1">
                <a:solidFill>
                  <a:schemeClr val="accent1">
                    <a:lumMod val="75000"/>
                  </a:schemeClr>
                </a:solidFill>
              </a:rPr>
              <a:t>NAVIGATION DIRECTIVE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508594551"/>
              </p:ext>
            </p:extLst>
          </p:nvPr>
        </p:nvGraphicFramePr>
        <p:xfrm>
          <a:off x="691242" y="1140588"/>
          <a:ext cx="8022772" cy="3670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6491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1242" y="185058"/>
            <a:ext cx="8022772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ROUTER-OUTLET</a:t>
            </a:r>
          </a:p>
          <a:p>
            <a:pPr algn="ctr"/>
            <a:endParaRPr lang="en-IN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920356601"/>
              </p:ext>
            </p:extLst>
          </p:nvPr>
        </p:nvGraphicFramePr>
        <p:xfrm>
          <a:off x="691242" y="1140588"/>
          <a:ext cx="8022772" cy="3670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3734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1242" y="323557"/>
            <a:ext cx="8022772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MULTIPLE OUTLETS AND AUXILIARY ROUTES</a:t>
            </a:r>
            <a:endParaRPr lang="en-IN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797896601"/>
              </p:ext>
            </p:extLst>
          </p:nvPr>
        </p:nvGraphicFramePr>
        <p:xfrm>
          <a:off x="691242" y="1140588"/>
          <a:ext cx="8022772" cy="3670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9887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1242" y="323557"/>
            <a:ext cx="8022772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MULTIPLE OUTLETS AND AUXILIARY ROUTES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92842" y="1132395"/>
            <a:ext cx="7526061" cy="775803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router-outlet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router-outlet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router-outlet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outlet1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"&gt;&lt;/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router-outlet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060554861"/>
              </p:ext>
            </p:extLst>
          </p:nvPr>
        </p:nvGraphicFramePr>
        <p:xfrm>
          <a:off x="338667" y="2163268"/>
          <a:ext cx="8636000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38667" y="3750697"/>
            <a:ext cx="8544076" cy="406471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990055"/>
                </a:solidFill>
                <a:latin typeface="Consolas" panose="020B0609020204030204" pitchFamily="49" charset="0"/>
              </a:rPr>
              <a:t>{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990055"/>
                </a:solidFill>
                <a:latin typeface="Consolas" panose="020B0609020204030204" pitchFamily="49" charset="0"/>
              </a:rPr>
              <a:t>path: "contacts", component: </a:t>
            </a:r>
            <a:r>
              <a:rPr lang="en-US" altLang="en-US" sz="1600" dirty="0" err="1">
                <a:solidFill>
                  <a:srgbClr val="990055"/>
                </a:solidFill>
                <a:latin typeface="Consolas" panose="020B0609020204030204" pitchFamily="49" charset="0"/>
              </a:rPr>
              <a:t>ContactListComponent</a:t>
            </a:r>
            <a:r>
              <a:rPr lang="en-US" altLang="en-US" sz="1600" dirty="0">
                <a:solidFill>
                  <a:srgbClr val="990055"/>
                </a:solidFill>
                <a:latin typeface="Consolas" panose="020B0609020204030204" pitchFamily="49" charset="0"/>
              </a:rPr>
              <a:t>, outlet: "outlet1" } </a:t>
            </a:r>
          </a:p>
        </p:txBody>
      </p:sp>
    </p:spTree>
    <p:extLst>
      <p:ext uri="{BB962C8B-B14F-4D97-AF65-F5344CB8AC3E}">
        <p14:creationId xmlns:p14="http://schemas.microsoft.com/office/powerpoint/2010/main" val="4012992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753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578</Words>
  <Application>Microsoft Office PowerPoint</Application>
  <PresentationFormat>On-screen Show (16:9)</PresentationFormat>
  <Paragraphs>67</Paragraphs>
  <Slides>33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rAJ</dc:creator>
  <cp:lastModifiedBy>Rajashekar gs</cp:lastModifiedBy>
  <cp:revision>22</cp:revision>
  <dcterms:created xsi:type="dcterms:W3CDTF">2019-03-30T04:56:54Z</dcterms:created>
  <dcterms:modified xsi:type="dcterms:W3CDTF">2022-07-28T04:15:00Z</dcterms:modified>
</cp:coreProperties>
</file>