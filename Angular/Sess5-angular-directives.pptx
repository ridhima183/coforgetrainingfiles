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85" d="100"/>
          <a:sy n="85" d="100"/>
        </p:scale>
        <p:origin x="8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49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4E64DD9-372C-4284-BEEC-3EA793DBBA07}"/>
              </a:ext>
            </a:extLst>
          </p:cNvPr>
          <p:cNvGrpSpPr/>
          <p:nvPr/>
        </p:nvGrpSpPr>
        <p:grpSpPr>
          <a:xfrm>
            <a:off x="0" y="0"/>
            <a:ext cx="9753600" cy="5486400"/>
            <a:chOff x="0" y="0"/>
            <a:chExt cx="9753600" cy="5486400"/>
          </a:xfrm>
        </p:grpSpPr>
        <p:pic>
          <p:nvPicPr>
            <p:cNvPr id="2" name="Object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0" y="0"/>
              <a:ext cx="9753600" cy="54864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9131CCC-56F1-4BB8-A0F4-BC8E73A5ABA9}"/>
                </a:ext>
              </a:extLst>
            </p:cNvPr>
            <p:cNvSpPr txBox="1"/>
            <p:nvPr/>
          </p:nvSpPr>
          <p:spPr>
            <a:xfrm>
              <a:off x="485422" y="316088"/>
              <a:ext cx="6886222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IN" sz="3200" b="1" dirty="0">
                  <a:solidFill>
                    <a:srgbClr val="0070C0"/>
                  </a:solidFill>
                </a:rPr>
                <a:t>Types of Angular Directives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</Words>
  <Application>Microsoft Office PowerPoint</Application>
  <PresentationFormat>On-screen Show (16:9)</PresentationFormat>
  <Paragraphs>15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Raja</dc:creator>
  <cp:lastModifiedBy>Rajashekar gs</cp:lastModifiedBy>
  <cp:revision>4</cp:revision>
  <dcterms:created xsi:type="dcterms:W3CDTF">2019-04-03T18:04:55Z</dcterms:created>
  <dcterms:modified xsi:type="dcterms:W3CDTF">2022-04-20T06:53:11Z</dcterms:modified>
</cp:coreProperties>
</file>