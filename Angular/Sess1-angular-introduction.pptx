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A85"/>
    <a:srgbClr val="174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C36F8-E9C3-45D3-95FC-AFC31DA30EC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EFD54CF-6315-4E61-B424-13DEE3A92CF2}">
      <dgm:prSet/>
      <dgm:spPr/>
      <dgm:t>
        <a:bodyPr/>
        <a:lstStyle/>
        <a:p>
          <a:r>
            <a:rPr lang="en-US"/>
            <a:t>Angular is a popular, TypeScript-based open-source web application framework led by Google, designed for building scalable single-page applications. </a:t>
          </a:r>
          <a:endParaRPr lang="en-IN"/>
        </a:p>
      </dgm:t>
    </dgm:pt>
    <dgm:pt modelId="{13C1BC54-8705-4C33-8A34-CB768C5F6518}" type="parTrans" cxnId="{B31243D2-115D-43F1-86B4-583DB05C6E4F}">
      <dgm:prSet/>
      <dgm:spPr/>
      <dgm:t>
        <a:bodyPr/>
        <a:lstStyle/>
        <a:p>
          <a:endParaRPr lang="en-IN"/>
        </a:p>
      </dgm:t>
    </dgm:pt>
    <dgm:pt modelId="{464F9392-AF24-46FB-BA5F-9126535EA24E}" type="sibTrans" cxnId="{B31243D2-115D-43F1-86B4-583DB05C6E4F}">
      <dgm:prSet/>
      <dgm:spPr/>
      <dgm:t>
        <a:bodyPr/>
        <a:lstStyle/>
        <a:p>
          <a:endParaRPr lang="en-IN"/>
        </a:p>
      </dgm:t>
    </dgm:pt>
    <dgm:pt modelId="{920FE5F9-36BB-4F5A-8825-4E660E0B2537}">
      <dgm:prSet/>
      <dgm:spPr/>
      <dgm:t>
        <a:bodyPr/>
        <a:lstStyle/>
        <a:p>
          <a:r>
            <a:rPr lang="en-IN"/>
            <a:t>It is used to build </a:t>
          </a:r>
          <a:r>
            <a:rPr lang="en-IN" b="1"/>
            <a:t>Single Page Applications (SPAs)</a:t>
          </a:r>
          <a:r>
            <a:rPr lang="en-IN"/>
            <a:t> and dynamic, responsive web applications.</a:t>
          </a:r>
        </a:p>
      </dgm:t>
    </dgm:pt>
    <dgm:pt modelId="{7D5A53CD-E108-4E15-86B5-03FD63AD36CB}" type="parTrans" cxnId="{741D6787-14AB-48DB-B2C1-A6FD20BA1C9C}">
      <dgm:prSet/>
      <dgm:spPr/>
      <dgm:t>
        <a:bodyPr/>
        <a:lstStyle/>
        <a:p>
          <a:endParaRPr lang="en-IN"/>
        </a:p>
      </dgm:t>
    </dgm:pt>
    <dgm:pt modelId="{E729301E-6482-43A6-AFB0-46ED4EE86E42}" type="sibTrans" cxnId="{741D6787-14AB-48DB-B2C1-A6FD20BA1C9C}">
      <dgm:prSet/>
      <dgm:spPr/>
      <dgm:t>
        <a:bodyPr/>
        <a:lstStyle/>
        <a:p>
          <a:endParaRPr lang="en-IN"/>
        </a:p>
      </dgm:t>
    </dgm:pt>
    <dgm:pt modelId="{880A7215-43B3-491D-B3AC-A2FCA951427C}">
      <dgm:prSet/>
      <dgm:spPr/>
      <dgm:t>
        <a:bodyPr/>
        <a:lstStyle/>
        <a:p>
          <a:r>
            <a:rPr lang="en-US"/>
            <a:t>Key features include components, dependency injection, and a built-in CLI.</a:t>
          </a:r>
          <a:endParaRPr lang="en-IN"/>
        </a:p>
      </dgm:t>
    </dgm:pt>
    <dgm:pt modelId="{7F2FF791-68B0-4FA9-91AB-B13A121F3331}" type="parTrans" cxnId="{1AED83E0-E20F-4D6C-A33A-309EB6C40F00}">
      <dgm:prSet/>
      <dgm:spPr/>
      <dgm:t>
        <a:bodyPr/>
        <a:lstStyle/>
        <a:p>
          <a:endParaRPr lang="en-IN"/>
        </a:p>
      </dgm:t>
    </dgm:pt>
    <dgm:pt modelId="{A86F841E-3F50-40BB-BD06-5D5BB6F2D074}" type="sibTrans" cxnId="{1AED83E0-E20F-4D6C-A33A-309EB6C40F00}">
      <dgm:prSet/>
      <dgm:spPr/>
      <dgm:t>
        <a:bodyPr/>
        <a:lstStyle/>
        <a:p>
          <a:endParaRPr lang="en-IN"/>
        </a:p>
      </dgm:t>
    </dgm:pt>
    <dgm:pt modelId="{5D2C2B82-9575-40A3-B139-95BC3E19ED71}">
      <dgm:prSet/>
      <dgm:spPr/>
      <dgm:t>
        <a:bodyPr/>
        <a:lstStyle/>
        <a:p>
          <a:r>
            <a:rPr lang="en-IN" dirty="0"/>
            <a:t>Unlike traditional websites that reload the entire page, Angular updates only the required part of the page, providing a faster and smoother user experience.</a:t>
          </a:r>
        </a:p>
      </dgm:t>
    </dgm:pt>
    <dgm:pt modelId="{8C83B0D3-56BA-47BD-ABCC-EF8908147222}" type="parTrans" cxnId="{3599860D-FE34-468F-A6FC-1CF6B618A82D}">
      <dgm:prSet/>
      <dgm:spPr/>
      <dgm:t>
        <a:bodyPr/>
        <a:lstStyle/>
        <a:p>
          <a:endParaRPr lang="en-IN"/>
        </a:p>
      </dgm:t>
    </dgm:pt>
    <dgm:pt modelId="{FF9D837F-2675-4F01-AC11-503350AFAA6E}" type="sibTrans" cxnId="{3599860D-FE34-468F-A6FC-1CF6B618A82D}">
      <dgm:prSet/>
      <dgm:spPr/>
      <dgm:t>
        <a:bodyPr/>
        <a:lstStyle/>
        <a:p>
          <a:endParaRPr lang="en-IN"/>
        </a:p>
      </dgm:t>
    </dgm:pt>
    <dgm:pt modelId="{08136528-0A4C-408C-A9AF-5C304766BB5A}" type="pres">
      <dgm:prSet presAssocID="{18EC36F8-E9C3-45D3-95FC-AFC31DA30ECA}" presName="linear" presStyleCnt="0">
        <dgm:presLayoutVars>
          <dgm:animLvl val="lvl"/>
          <dgm:resizeHandles val="exact"/>
        </dgm:presLayoutVars>
      </dgm:prSet>
      <dgm:spPr/>
    </dgm:pt>
    <dgm:pt modelId="{027A1AEC-8C8A-41F6-A53D-42A7BEAAFF8F}" type="pres">
      <dgm:prSet presAssocID="{6EFD54CF-6315-4E61-B424-13DEE3A92C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832291-E2F3-4B17-BEF3-92371ACE569A}" type="pres">
      <dgm:prSet presAssocID="{464F9392-AF24-46FB-BA5F-9126535EA24E}" presName="spacer" presStyleCnt="0"/>
      <dgm:spPr/>
    </dgm:pt>
    <dgm:pt modelId="{28093FA0-B73B-4711-8601-7E754F6EDBC9}" type="pres">
      <dgm:prSet presAssocID="{920FE5F9-36BB-4F5A-8825-4E660E0B25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432A9B-755A-4928-9AE6-FEB6AE00B6B0}" type="pres">
      <dgm:prSet presAssocID="{E729301E-6482-43A6-AFB0-46ED4EE86E42}" presName="spacer" presStyleCnt="0"/>
      <dgm:spPr/>
    </dgm:pt>
    <dgm:pt modelId="{54D316E1-BA0E-42E2-BE0C-EE65313D766B}" type="pres">
      <dgm:prSet presAssocID="{880A7215-43B3-491D-B3AC-A2FCA95142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40550F5-C16A-44A8-95DD-20B2FE4A42DC}" type="pres">
      <dgm:prSet presAssocID="{A86F841E-3F50-40BB-BD06-5D5BB6F2D074}" presName="spacer" presStyleCnt="0"/>
      <dgm:spPr/>
    </dgm:pt>
    <dgm:pt modelId="{11084BA5-CEBD-4E6A-83C5-2326745D80D1}" type="pres">
      <dgm:prSet presAssocID="{5D2C2B82-9575-40A3-B139-95BC3E19ED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599860D-FE34-468F-A6FC-1CF6B618A82D}" srcId="{18EC36F8-E9C3-45D3-95FC-AFC31DA30ECA}" destId="{5D2C2B82-9575-40A3-B139-95BC3E19ED71}" srcOrd="3" destOrd="0" parTransId="{8C83B0D3-56BA-47BD-ABCC-EF8908147222}" sibTransId="{FF9D837F-2675-4F01-AC11-503350AFAA6E}"/>
    <dgm:cxn modelId="{7EFF7630-D01C-45C5-9A7D-88CB6D72CF53}" type="presOf" srcId="{880A7215-43B3-491D-B3AC-A2FCA951427C}" destId="{54D316E1-BA0E-42E2-BE0C-EE65313D766B}" srcOrd="0" destOrd="0" presId="urn:microsoft.com/office/officeart/2005/8/layout/vList2"/>
    <dgm:cxn modelId="{A0634741-FE9B-4584-8069-F1DB522A619E}" type="presOf" srcId="{6EFD54CF-6315-4E61-B424-13DEE3A92CF2}" destId="{027A1AEC-8C8A-41F6-A53D-42A7BEAAFF8F}" srcOrd="0" destOrd="0" presId="urn:microsoft.com/office/officeart/2005/8/layout/vList2"/>
    <dgm:cxn modelId="{741D6787-14AB-48DB-B2C1-A6FD20BA1C9C}" srcId="{18EC36F8-E9C3-45D3-95FC-AFC31DA30ECA}" destId="{920FE5F9-36BB-4F5A-8825-4E660E0B2537}" srcOrd="1" destOrd="0" parTransId="{7D5A53CD-E108-4E15-86B5-03FD63AD36CB}" sibTransId="{E729301E-6482-43A6-AFB0-46ED4EE86E42}"/>
    <dgm:cxn modelId="{3C4D0A8F-904A-42B0-837E-08A2B853CE07}" type="presOf" srcId="{5D2C2B82-9575-40A3-B139-95BC3E19ED71}" destId="{11084BA5-CEBD-4E6A-83C5-2326745D80D1}" srcOrd="0" destOrd="0" presId="urn:microsoft.com/office/officeart/2005/8/layout/vList2"/>
    <dgm:cxn modelId="{7EDD0296-ABB0-431E-AC02-B746EEAD4DCC}" type="presOf" srcId="{18EC36F8-E9C3-45D3-95FC-AFC31DA30ECA}" destId="{08136528-0A4C-408C-A9AF-5C304766BB5A}" srcOrd="0" destOrd="0" presId="urn:microsoft.com/office/officeart/2005/8/layout/vList2"/>
    <dgm:cxn modelId="{B31243D2-115D-43F1-86B4-583DB05C6E4F}" srcId="{18EC36F8-E9C3-45D3-95FC-AFC31DA30ECA}" destId="{6EFD54CF-6315-4E61-B424-13DEE3A92CF2}" srcOrd="0" destOrd="0" parTransId="{13C1BC54-8705-4C33-8A34-CB768C5F6518}" sibTransId="{464F9392-AF24-46FB-BA5F-9126535EA24E}"/>
    <dgm:cxn modelId="{1BF2CCDC-4754-4A7D-835F-D31E8012BEBA}" type="presOf" srcId="{920FE5F9-36BB-4F5A-8825-4E660E0B2537}" destId="{28093FA0-B73B-4711-8601-7E754F6EDBC9}" srcOrd="0" destOrd="0" presId="urn:microsoft.com/office/officeart/2005/8/layout/vList2"/>
    <dgm:cxn modelId="{1AED83E0-E20F-4D6C-A33A-309EB6C40F00}" srcId="{18EC36F8-E9C3-45D3-95FC-AFC31DA30ECA}" destId="{880A7215-43B3-491D-B3AC-A2FCA951427C}" srcOrd="2" destOrd="0" parTransId="{7F2FF791-68B0-4FA9-91AB-B13A121F3331}" sibTransId="{A86F841E-3F50-40BB-BD06-5D5BB6F2D074}"/>
    <dgm:cxn modelId="{50B5EE25-8825-4BA6-95A7-DFF922552471}" type="presParOf" srcId="{08136528-0A4C-408C-A9AF-5C304766BB5A}" destId="{027A1AEC-8C8A-41F6-A53D-42A7BEAAFF8F}" srcOrd="0" destOrd="0" presId="urn:microsoft.com/office/officeart/2005/8/layout/vList2"/>
    <dgm:cxn modelId="{7FA6C18A-2C40-4FBB-B30F-885499A85C57}" type="presParOf" srcId="{08136528-0A4C-408C-A9AF-5C304766BB5A}" destId="{40832291-E2F3-4B17-BEF3-92371ACE569A}" srcOrd="1" destOrd="0" presId="urn:microsoft.com/office/officeart/2005/8/layout/vList2"/>
    <dgm:cxn modelId="{B901B506-6BAE-401F-855E-D32189A5451A}" type="presParOf" srcId="{08136528-0A4C-408C-A9AF-5C304766BB5A}" destId="{28093FA0-B73B-4711-8601-7E754F6EDBC9}" srcOrd="2" destOrd="0" presId="urn:microsoft.com/office/officeart/2005/8/layout/vList2"/>
    <dgm:cxn modelId="{85237973-9582-472D-AC79-961D11EF5073}" type="presParOf" srcId="{08136528-0A4C-408C-A9AF-5C304766BB5A}" destId="{9B432A9B-755A-4928-9AE6-FEB6AE00B6B0}" srcOrd="3" destOrd="0" presId="urn:microsoft.com/office/officeart/2005/8/layout/vList2"/>
    <dgm:cxn modelId="{AFFA329C-8D0C-421F-A8DB-BC75B29A73D4}" type="presParOf" srcId="{08136528-0A4C-408C-A9AF-5C304766BB5A}" destId="{54D316E1-BA0E-42E2-BE0C-EE65313D766B}" srcOrd="4" destOrd="0" presId="urn:microsoft.com/office/officeart/2005/8/layout/vList2"/>
    <dgm:cxn modelId="{AD0F6D90-C29B-4518-BF59-58F6A7C381D9}" type="presParOf" srcId="{08136528-0A4C-408C-A9AF-5C304766BB5A}" destId="{940550F5-C16A-44A8-95DD-20B2FE4A42DC}" srcOrd="5" destOrd="0" presId="urn:microsoft.com/office/officeart/2005/8/layout/vList2"/>
    <dgm:cxn modelId="{0AFCCBF0-5763-4575-89A7-ACFD0339B61E}" type="presParOf" srcId="{08136528-0A4C-408C-A9AF-5C304766BB5A}" destId="{11084BA5-CEBD-4E6A-83C5-2326745D80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C372BA-E545-4746-883E-32ED12E7697D}" type="doc">
      <dgm:prSet loTypeId="urn:microsoft.com/office/officeart/2005/8/layout/default" loCatId="list" qsTypeId="urn:microsoft.com/office/officeart/2005/8/quickstyle/3d2" qsCatId="3D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D5EF69BE-8881-4091-9941-07BDC17F802A}">
      <dgm:prSet/>
      <dgm:spPr/>
      <dgm:t>
        <a:bodyPr/>
        <a:lstStyle/>
        <a:p>
          <a:r>
            <a:rPr lang="en-IN"/>
            <a:t>Reusable components</a:t>
          </a:r>
        </a:p>
      </dgm:t>
    </dgm:pt>
    <dgm:pt modelId="{24C73EB8-E4F4-40EB-B7BF-A5FA8593C8AB}" type="parTrans" cxnId="{D7F99036-60C2-4CEA-9AE5-E57EF70547B2}">
      <dgm:prSet/>
      <dgm:spPr/>
      <dgm:t>
        <a:bodyPr/>
        <a:lstStyle/>
        <a:p>
          <a:endParaRPr lang="en-IN"/>
        </a:p>
      </dgm:t>
    </dgm:pt>
    <dgm:pt modelId="{EF5FDE13-246F-4224-910D-E4FCB74A1BA4}" type="sibTrans" cxnId="{D7F99036-60C2-4CEA-9AE5-E57EF70547B2}">
      <dgm:prSet/>
      <dgm:spPr/>
      <dgm:t>
        <a:bodyPr/>
        <a:lstStyle/>
        <a:p>
          <a:endParaRPr lang="en-IN"/>
        </a:p>
      </dgm:t>
    </dgm:pt>
    <dgm:pt modelId="{B1ACBAAF-268A-492D-80C4-C93EFBD06400}">
      <dgm:prSet/>
      <dgm:spPr/>
      <dgm:t>
        <a:bodyPr/>
        <a:lstStyle/>
        <a:p>
          <a:r>
            <a:rPr lang="en-IN"/>
            <a:t>Two-way data binding</a:t>
          </a:r>
        </a:p>
      </dgm:t>
    </dgm:pt>
    <dgm:pt modelId="{EE6929B2-3BD9-4A9C-BD53-86DED4E132E9}" type="parTrans" cxnId="{32BF5A7F-0195-40DC-BDE5-B8EE0B93A62A}">
      <dgm:prSet/>
      <dgm:spPr/>
      <dgm:t>
        <a:bodyPr/>
        <a:lstStyle/>
        <a:p>
          <a:endParaRPr lang="en-IN"/>
        </a:p>
      </dgm:t>
    </dgm:pt>
    <dgm:pt modelId="{B3A2AD9A-B725-4E8E-8BC6-42E3AD61A43A}" type="sibTrans" cxnId="{32BF5A7F-0195-40DC-BDE5-B8EE0B93A62A}">
      <dgm:prSet/>
      <dgm:spPr/>
      <dgm:t>
        <a:bodyPr/>
        <a:lstStyle/>
        <a:p>
          <a:endParaRPr lang="en-IN"/>
        </a:p>
      </dgm:t>
    </dgm:pt>
    <dgm:pt modelId="{5D12033F-335C-4EA0-820D-ACD0EAA6E80B}">
      <dgm:prSet/>
      <dgm:spPr/>
      <dgm:t>
        <a:bodyPr/>
        <a:lstStyle/>
        <a:p>
          <a:r>
            <a:rPr lang="en-IN"/>
            <a:t>Dependency Injection</a:t>
          </a:r>
        </a:p>
      </dgm:t>
    </dgm:pt>
    <dgm:pt modelId="{500CAC83-DD2F-42F9-8BD2-05D0FC64B072}" type="parTrans" cxnId="{DE4CA9BA-0D6B-4AF2-8ECC-B991A25CFF52}">
      <dgm:prSet/>
      <dgm:spPr/>
      <dgm:t>
        <a:bodyPr/>
        <a:lstStyle/>
        <a:p>
          <a:endParaRPr lang="en-IN"/>
        </a:p>
      </dgm:t>
    </dgm:pt>
    <dgm:pt modelId="{9584B5B8-254F-4629-BB91-6262E5E8B92C}" type="sibTrans" cxnId="{DE4CA9BA-0D6B-4AF2-8ECC-B991A25CFF52}">
      <dgm:prSet/>
      <dgm:spPr/>
      <dgm:t>
        <a:bodyPr/>
        <a:lstStyle/>
        <a:p>
          <a:endParaRPr lang="en-IN"/>
        </a:p>
      </dgm:t>
    </dgm:pt>
    <dgm:pt modelId="{A92AC043-B892-4D0B-8C31-BC6B9D6A5855}">
      <dgm:prSet/>
      <dgm:spPr/>
      <dgm:t>
        <a:bodyPr/>
        <a:lstStyle/>
        <a:p>
          <a:r>
            <a:rPr lang="en-IN"/>
            <a:t>Routing</a:t>
          </a:r>
        </a:p>
      </dgm:t>
    </dgm:pt>
    <dgm:pt modelId="{C80B7196-1410-4F29-A4C9-2C64979D8ACF}" type="parTrans" cxnId="{F3FCCCD2-7129-427E-9614-D7F181DA3D4B}">
      <dgm:prSet/>
      <dgm:spPr/>
      <dgm:t>
        <a:bodyPr/>
        <a:lstStyle/>
        <a:p>
          <a:endParaRPr lang="en-IN"/>
        </a:p>
      </dgm:t>
    </dgm:pt>
    <dgm:pt modelId="{29E4242A-405E-47F3-9D52-89499E58F6AA}" type="sibTrans" cxnId="{F3FCCCD2-7129-427E-9614-D7F181DA3D4B}">
      <dgm:prSet/>
      <dgm:spPr/>
      <dgm:t>
        <a:bodyPr/>
        <a:lstStyle/>
        <a:p>
          <a:endParaRPr lang="en-IN"/>
        </a:p>
      </dgm:t>
    </dgm:pt>
    <dgm:pt modelId="{DABF4DDB-05E6-4B37-9BFD-26EC924A5CCF}">
      <dgm:prSet/>
      <dgm:spPr/>
      <dgm:t>
        <a:bodyPr/>
        <a:lstStyle/>
        <a:p>
          <a:r>
            <a:rPr lang="en-IN"/>
            <a:t>Form Validation</a:t>
          </a:r>
        </a:p>
      </dgm:t>
    </dgm:pt>
    <dgm:pt modelId="{BFC8F28A-68D7-4B3B-91EC-00023DE25996}" type="parTrans" cxnId="{59E7C8E5-EDC4-442B-8C72-68128829C2CA}">
      <dgm:prSet/>
      <dgm:spPr/>
      <dgm:t>
        <a:bodyPr/>
        <a:lstStyle/>
        <a:p>
          <a:endParaRPr lang="en-IN"/>
        </a:p>
      </dgm:t>
    </dgm:pt>
    <dgm:pt modelId="{A7FF3996-22BD-4F15-A35A-58E1CEAB0FA7}" type="sibTrans" cxnId="{59E7C8E5-EDC4-442B-8C72-68128829C2CA}">
      <dgm:prSet/>
      <dgm:spPr/>
      <dgm:t>
        <a:bodyPr/>
        <a:lstStyle/>
        <a:p>
          <a:endParaRPr lang="en-IN"/>
        </a:p>
      </dgm:t>
    </dgm:pt>
    <dgm:pt modelId="{00BF8AB2-E331-4882-8883-7271609EF702}">
      <dgm:prSet/>
      <dgm:spPr/>
      <dgm:t>
        <a:bodyPr/>
        <a:lstStyle/>
        <a:p>
          <a:r>
            <a:rPr lang="en-IN"/>
            <a:t>REST API integration</a:t>
          </a:r>
        </a:p>
      </dgm:t>
    </dgm:pt>
    <dgm:pt modelId="{22CB1323-9D32-4F9C-B887-CED75C8659D2}" type="parTrans" cxnId="{599E057B-E9A5-4493-BF89-1C4FCCB7B3E6}">
      <dgm:prSet/>
      <dgm:spPr/>
      <dgm:t>
        <a:bodyPr/>
        <a:lstStyle/>
        <a:p>
          <a:endParaRPr lang="en-IN"/>
        </a:p>
      </dgm:t>
    </dgm:pt>
    <dgm:pt modelId="{5750AF31-EE39-4CAB-A527-E504B1EE8CEE}" type="sibTrans" cxnId="{599E057B-E9A5-4493-BF89-1C4FCCB7B3E6}">
      <dgm:prSet/>
      <dgm:spPr/>
      <dgm:t>
        <a:bodyPr/>
        <a:lstStyle/>
        <a:p>
          <a:endParaRPr lang="en-IN"/>
        </a:p>
      </dgm:t>
    </dgm:pt>
    <dgm:pt modelId="{F556C84E-C3CC-4834-822A-703925DB734B}">
      <dgm:prSet/>
      <dgm:spPr/>
      <dgm:t>
        <a:bodyPr/>
        <a:lstStyle/>
        <a:p>
          <a:r>
            <a:rPr lang="en-IN"/>
            <a:t>State Management</a:t>
          </a:r>
        </a:p>
      </dgm:t>
    </dgm:pt>
    <dgm:pt modelId="{5A814D61-3B5B-49EC-9779-12C82865E543}" type="parTrans" cxnId="{D4D84731-A4E3-41EB-BEF9-5FC30457951E}">
      <dgm:prSet/>
      <dgm:spPr/>
      <dgm:t>
        <a:bodyPr/>
        <a:lstStyle/>
        <a:p>
          <a:endParaRPr lang="en-IN"/>
        </a:p>
      </dgm:t>
    </dgm:pt>
    <dgm:pt modelId="{109EA243-E7BB-427A-BA44-4DF307A1514D}" type="sibTrans" cxnId="{D4D84731-A4E3-41EB-BEF9-5FC30457951E}">
      <dgm:prSet/>
      <dgm:spPr/>
      <dgm:t>
        <a:bodyPr/>
        <a:lstStyle/>
        <a:p>
          <a:endParaRPr lang="en-IN"/>
        </a:p>
      </dgm:t>
    </dgm:pt>
    <dgm:pt modelId="{FA8F4BC5-7DB0-4F06-A874-8555B5E42A40}">
      <dgm:prSet/>
      <dgm:spPr/>
      <dgm:t>
        <a:bodyPr/>
        <a:lstStyle/>
        <a:p>
          <a:r>
            <a:rPr lang="en-IN"/>
            <a:t>Testing support</a:t>
          </a:r>
        </a:p>
      </dgm:t>
    </dgm:pt>
    <dgm:pt modelId="{FB0A5156-2A7C-49A7-A51A-E597A777E644}" type="parTrans" cxnId="{F814A775-B9DC-4C56-BB57-EBB838EBB00B}">
      <dgm:prSet/>
      <dgm:spPr/>
      <dgm:t>
        <a:bodyPr/>
        <a:lstStyle/>
        <a:p>
          <a:endParaRPr lang="en-IN"/>
        </a:p>
      </dgm:t>
    </dgm:pt>
    <dgm:pt modelId="{2A2D6221-BF29-442F-AF29-074CF4034C73}" type="sibTrans" cxnId="{F814A775-B9DC-4C56-BB57-EBB838EBB00B}">
      <dgm:prSet/>
      <dgm:spPr/>
      <dgm:t>
        <a:bodyPr/>
        <a:lstStyle/>
        <a:p>
          <a:endParaRPr lang="en-IN"/>
        </a:p>
      </dgm:t>
    </dgm:pt>
    <dgm:pt modelId="{92839A31-F7E3-4885-9173-DBEEEA3D3156}">
      <dgm:prSet/>
      <dgm:spPr/>
      <dgm:t>
        <a:bodyPr/>
        <a:lstStyle/>
        <a:p>
          <a:r>
            <a:rPr lang="en-IN"/>
            <a:t>High performance</a:t>
          </a:r>
        </a:p>
      </dgm:t>
    </dgm:pt>
    <dgm:pt modelId="{ECAF30D9-20E5-4CBC-9B29-01A9D8410A34}" type="parTrans" cxnId="{53B6F945-5FAE-4106-8D0C-4E7B753B2848}">
      <dgm:prSet/>
      <dgm:spPr/>
      <dgm:t>
        <a:bodyPr/>
        <a:lstStyle/>
        <a:p>
          <a:endParaRPr lang="en-IN"/>
        </a:p>
      </dgm:t>
    </dgm:pt>
    <dgm:pt modelId="{533D328F-EE25-47AC-A6F3-7F4723BF931E}" type="sibTrans" cxnId="{53B6F945-5FAE-4106-8D0C-4E7B753B2848}">
      <dgm:prSet/>
      <dgm:spPr/>
      <dgm:t>
        <a:bodyPr/>
        <a:lstStyle/>
        <a:p>
          <a:endParaRPr lang="en-IN"/>
        </a:p>
      </dgm:t>
    </dgm:pt>
    <dgm:pt modelId="{A9BEA443-4416-4780-ADB5-381999D0BCD7}" type="pres">
      <dgm:prSet presAssocID="{44C372BA-E545-4746-883E-32ED12E7697D}" presName="diagram" presStyleCnt="0">
        <dgm:presLayoutVars>
          <dgm:dir/>
          <dgm:resizeHandles val="exact"/>
        </dgm:presLayoutVars>
      </dgm:prSet>
      <dgm:spPr/>
    </dgm:pt>
    <dgm:pt modelId="{4BD1188E-2147-4739-B202-7F2D852CB2A9}" type="pres">
      <dgm:prSet presAssocID="{D5EF69BE-8881-4091-9941-07BDC17F802A}" presName="node" presStyleLbl="node1" presStyleIdx="0" presStyleCnt="9">
        <dgm:presLayoutVars>
          <dgm:bulletEnabled val="1"/>
        </dgm:presLayoutVars>
      </dgm:prSet>
      <dgm:spPr/>
    </dgm:pt>
    <dgm:pt modelId="{0FAB74E0-AE23-41E5-B71D-52E454D9FE98}" type="pres">
      <dgm:prSet presAssocID="{EF5FDE13-246F-4224-910D-E4FCB74A1BA4}" presName="sibTrans" presStyleCnt="0"/>
      <dgm:spPr/>
    </dgm:pt>
    <dgm:pt modelId="{01F98F5A-EF46-4628-8A4B-AFC900D9EF9A}" type="pres">
      <dgm:prSet presAssocID="{B1ACBAAF-268A-492D-80C4-C93EFBD06400}" presName="node" presStyleLbl="node1" presStyleIdx="1" presStyleCnt="9">
        <dgm:presLayoutVars>
          <dgm:bulletEnabled val="1"/>
        </dgm:presLayoutVars>
      </dgm:prSet>
      <dgm:spPr/>
    </dgm:pt>
    <dgm:pt modelId="{7F142377-ECB8-4370-A003-D66E747C45C0}" type="pres">
      <dgm:prSet presAssocID="{B3A2AD9A-B725-4E8E-8BC6-42E3AD61A43A}" presName="sibTrans" presStyleCnt="0"/>
      <dgm:spPr/>
    </dgm:pt>
    <dgm:pt modelId="{055F18FC-9254-4514-93FA-F17EE77F5B76}" type="pres">
      <dgm:prSet presAssocID="{5D12033F-335C-4EA0-820D-ACD0EAA6E80B}" presName="node" presStyleLbl="node1" presStyleIdx="2" presStyleCnt="9">
        <dgm:presLayoutVars>
          <dgm:bulletEnabled val="1"/>
        </dgm:presLayoutVars>
      </dgm:prSet>
      <dgm:spPr/>
    </dgm:pt>
    <dgm:pt modelId="{4FCFB96E-6089-419B-9014-E3AF4AF963DB}" type="pres">
      <dgm:prSet presAssocID="{9584B5B8-254F-4629-BB91-6262E5E8B92C}" presName="sibTrans" presStyleCnt="0"/>
      <dgm:spPr/>
    </dgm:pt>
    <dgm:pt modelId="{6ED49D74-BBC2-4446-A63A-DD9BB389E5F0}" type="pres">
      <dgm:prSet presAssocID="{A92AC043-B892-4D0B-8C31-BC6B9D6A5855}" presName="node" presStyleLbl="node1" presStyleIdx="3" presStyleCnt="9">
        <dgm:presLayoutVars>
          <dgm:bulletEnabled val="1"/>
        </dgm:presLayoutVars>
      </dgm:prSet>
      <dgm:spPr/>
    </dgm:pt>
    <dgm:pt modelId="{2E6ED949-E4A3-41AD-9C57-BFDAB7BAC971}" type="pres">
      <dgm:prSet presAssocID="{29E4242A-405E-47F3-9D52-89499E58F6AA}" presName="sibTrans" presStyleCnt="0"/>
      <dgm:spPr/>
    </dgm:pt>
    <dgm:pt modelId="{BD5719C7-F970-4EFD-8234-448EF2580135}" type="pres">
      <dgm:prSet presAssocID="{DABF4DDB-05E6-4B37-9BFD-26EC924A5CCF}" presName="node" presStyleLbl="node1" presStyleIdx="4" presStyleCnt="9">
        <dgm:presLayoutVars>
          <dgm:bulletEnabled val="1"/>
        </dgm:presLayoutVars>
      </dgm:prSet>
      <dgm:spPr/>
    </dgm:pt>
    <dgm:pt modelId="{40D9F71D-173D-4F16-8C64-7BAA145C4AD7}" type="pres">
      <dgm:prSet presAssocID="{A7FF3996-22BD-4F15-A35A-58E1CEAB0FA7}" presName="sibTrans" presStyleCnt="0"/>
      <dgm:spPr/>
    </dgm:pt>
    <dgm:pt modelId="{EDF14313-33FF-4CDA-9084-9CDD6B481A25}" type="pres">
      <dgm:prSet presAssocID="{00BF8AB2-E331-4882-8883-7271609EF702}" presName="node" presStyleLbl="node1" presStyleIdx="5" presStyleCnt="9">
        <dgm:presLayoutVars>
          <dgm:bulletEnabled val="1"/>
        </dgm:presLayoutVars>
      </dgm:prSet>
      <dgm:spPr/>
    </dgm:pt>
    <dgm:pt modelId="{7EA543EB-76BE-4B96-89E9-BCE41C09798F}" type="pres">
      <dgm:prSet presAssocID="{5750AF31-EE39-4CAB-A527-E504B1EE8CEE}" presName="sibTrans" presStyleCnt="0"/>
      <dgm:spPr/>
    </dgm:pt>
    <dgm:pt modelId="{AC87A491-E29A-402C-9DF6-DB5C25EE3CD7}" type="pres">
      <dgm:prSet presAssocID="{F556C84E-C3CC-4834-822A-703925DB734B}" presName="node" presStyleLbl="node1" presStyleIdx="6" presStyleCnt="9">
        <dgm:presLayoutVars>
          <dgm:bulletEnabled val="1"/>
        </dgm:presLayoutVars>
      </dgm:prSet>
      <dgm:spPr/>
    </dgm:pt>
    <dgm:pt modelId="{6ADFB60E-4654-4799-88F7-B30570CACB5B}" type="pres">
      <dgm:prSet presAssocID="{109EA243-E7BB-427A-BA44-4DF307A1514D}" presName="sibTrans" presStyleCnt="0"/>
      <dgm:spPr/>
    </dgm:pt>
    <dgm:pt modelId="{B7E7C578-89CA-4F4F-B980-111DCEAB8894}" type="pres">
      <dgm:prSet presAssocID="{FA8F4BC5-7DB0-4F06-A874-8555B5E42A40}" presName="node" presStyleLbl="node1" presStyleIdx="7" presStyleCnt="9">
        <dgm:presLayoutVars>
          <dgm:bulletEnabled val="1"/>
        </dgm:presLayoutVars>
      </dgm:prSet>
      <dgm:spPr/>
    </dgm:pt>
    <dgm:pt modelId="{A081D7B0-306B-4F03-A881-644D7E94C619}" type="pres">
      <dgm:prSet presAssocID="{2A2D6221-BF29-442F-AF29-074CF4034C73}" presName="sibTrans" presStyleCnt="0"/>
      <dgm:spPr/>
    </dgm:pt>
    <dgm:pt modelId="{0166788C-9E68-4573-BDA6-C2FB70696C4F}" type="pres">
      <dgm:prSet presAssocID="{92839A31-F7E3-4885-9173-DBEEEA3D3156}" presName="node" presStyleLbl="node1" presStyleIdx="8" presStyleCnt="9">
        <dgm:presLayoutVars>
          <dgm:bulletEnabled val="1"/>
        </dgm:presLayoutVars>
      </dgm:prSet>
      <dgm:spPr/>
    </dgm:pt>
  </dgm:ptLst>
  <dgm:cxnLst>
    <dgm:cxn modelId="{EEAA4811-EDCF-44BF-9D76-863C01C3E8B7}" type="presOf" srcId="{FA8F4BC5-7DB0-4F06-A874-8555B5E42A40}" destId="{B7E7C578-89CA-4F4F-B980-111DCEAB8894}" srcOrd="0" destOrd="0" presId="urn:microsoft.com/office/officeart/2005/8/layout/default"/>
    <dgm:cxn modelId="{D4D84731-A4E3-41EB-BEF9-5FC30457951E}" srcId="{44C372BA-E545-4746-883E-32ED12E7697D}" destId="{F556C84E-C3CC-4834-822A-703925DB734B}" srcOrd="6" destOrd="0" parTransId="{5A814D61-3B5B-49EC-9779-12C82865E543}" sibTransId="{109EA243-E7BB-427A-BA44-4DF307A1514D}"/>
    <dgm:cxn modelId="{D7F99036-60C2-4CEA-9AE5-E57EF70547B2}" srcId="{44C372BA-E545-4746-883E-32ED12E7697D}" destId="{D5EF69BE-8881-4091-9941-07BDC17F802A}" srcOrd="0" destOrd="0" parTransId="{24C73EB8-E4F4-40EB-B7BF-A5FA8593C8AB}" sibTransId="{EF5FDE13-246F-4224-910D-E4FCB74A1BA4}"/>
    <dgm:cxn modelId="{AC50E25E-C44A-4D26-88B1-A7EE44B7018A}" type="presOf" srcId="{5D12033F-335C-4EA0-820D-ACD0EAA6E80B}" destId="{055F18FC-9254-4514-93FA-F17EE77F5B76}" srcOrd="0" destOrd="0" presId="urn:microsoft.com/office/officeart/2005/8/layout/default"/>
    <dgm:cxn modelId="{F65B3460-3F68-42C5-A3D1-5BE9ED56C595}" type="presOf" srcId="{A92AC043-B892-4D0B-8C31-BC6B9D6A5855}" destId="{6ED49D74-BBC2-4446-A63A-DD9BB389E5F0}" srcOrd="0" destOrd="0" presId="urn:microsoft.com/office/officeart/2005/8/layout/default"/>
    <dgm:cxn modelId="{426F6F41-27B6-4D23-97C5-7F0184C7860E}" type="presOf" srcId="{D5EF69BE-8881-4091-9941-07BDC17F802A}" destId="{4BD1188E-2147-4739-B202-7F2D852CB2A9}" srcOrd="0" destOrd="0" presId="urn:microsoft.com/office/officeart/2005/8/layout/default"/>
    <dgm:cxn modelId="{641C3044-796D-484D-96A3-19ABE17103B2}" type="presOf" srcId="{B1ACBAAF-268A-492D-80C4-C93EFBD06400}" destId="{01F98F5A-EF46-4628-8A4B-AFC900D9EF9A}" srcOrd="0" destOrd="0" presId="urn:microsoft.com/office/officeart/2005/8/layout/default"/>
    <dgm:cxn modelId="{53B6F945-5FAE-4106-8D0C-4E7B753B2848}" srcId="{44C372BA-E545-4746-883E-32ED12E7697D}" destId="{92839A31-F7E3-4885-9173-DBEEEA3D3156}" srcOrd="8" destOrd="0" parTransId="{ECAF30D9-20E5-4CBC-9B29-01A9D8410A34}" sibTransId="{533D328F-EE25-47AC-A6F3-7F4723BF931E}"/>
    <dgm:cxn modelId="{F814A775-B9DC-4C56-BB57-EBB838EBB00B}" srcId="{44C372BA-E545-4746-883E-32ED12E7697D}" destId="{FA8F4BC5-7DB0-4F06-A874-8555B5E42A40}" srcOrd="7" destOrd="0" parTransId="{FB0A5156-2A7C-49A7-A51A-E597A777E644}" sibTransId="{2A2D6221-BF29-442F-AF29-074CF4034C73}"/>
    <dgm:cxn modelId="{599E057B-E9A5-4493-BF89-1C4FCCB7B3E6}" srcId="{44C372BA-E545-4746-883E-32ED12E7697D}" destId="{00BF8AB2-E331-4882-8883-7271609EF702}" srcOrd="5" destOrd="0" parTransId="{22CB1323-9D32-4F9C-B887-CED75C8659D2}" sibTransId="{5750AF31-EE39-4CAB-A527-E504B1EE8CEE}"/>
    <dgm:cxn modelId="{32BF5A7F-0195-40DC-BDE5-B8EE0B93A62A}" srcId="{44C372BA-E545-4746-883E-32ED12E7697D}" destId="{B1ACBAAF-268A-492D-80C4-C93EFBD06400}" srcOrd="1" destOrd="0" parTransId="{EE6929B2-3BD9-4A9C-BD53-86DED4E132E9}" sibTransId="{B3A2AD9A-B725-4E8E-8BC6-42E3AD61A43A}"/>
    <dgm:cxn modelId="{2DA43489-E10D-4247-AD1D-6D29F0893E28}" type="presOf" srcId="{DABF4DDB-05E6-4B37-9BFD-26EC924A5CCF}" destId="{BD5719C7-F970-4EFD-8234-448EF2580135}" srcOrd="0" destOrd="0" presId="urn:microsoft.com/office/officeart/2005/8/layout/default"/>
    <dgm:cxn modelId="{81C59994-8F12-4DDA-A94B-0BE1D27A3BF5}" type="presOf" srcId="{F556C84E-C3CC-4834-822A-703925DB734B}" destId="{AC87A491-E29A-402C-9DF6-DB5C25EE3CD7}" srcOrd="0" destOrd="0" presId="urn:microsoft.com/office/officeart/2005/8/layout/default"/>
    <dgm:cxn modelId="{DE4CA9BA-0D6B-4AF2-8ECC-B991A25CFF52}" srcId="{44C372BA-E545-4746-883E-32ED12E7697D}" destId="{5D12033F-335C-4EA0-820D-ACD0EAA6E80B}" srcOrd="2" destOrd="0" parTransId="{500CAC83-DD2F-42F9-8BD2-05D0FC64B072}" sibTransId="{9584B5B8-254F-4629-BB91-6262E5E8B92C}"/>
    <dgm:cxn modelId="{F3FCCCD2-7129-427E-9614-D7F181DA3D4B}" srcId="{44C372BA-E545-4746-883E-32ED12E7697D}" destId="{A92AC043-B892-4D0B-8C31-BC6B9D6A5855}" srcOrd="3" destOrd="0" parTransId="{C80B7196-1410-4F29-A4C9-2C64979D8ACF}" sibTransId="{29E4242A-405E-47F3-9D52-89499E58F6AA}"/>
    <dgm:cxn modelId="{59E7C8E5-EDC4-442B-8C72-68128829C2CA}" srcId="{44C372BA-E545-4746-883E-32ED12E7697D}" destId="{DABF4DDB-05E6-4B37-9BFD-26EC924A5CCF}" srcOrd="4" destOrd="0" parTransId="{BFC8F28A-68D7-4B3B-91EC-00023DE25996}" sibTransId="{A7FF3996-22BD-4F15-A35A-58E1CEAB0FA7}"/>
    <dgm:cxn modelId="{FBF160F0-C5E7-43D1-AE87-48594B7015D4}" type="presOf" srcId="{44C372BA-E545-4746-883E-32ED12E7697D}" destId="{A9BEA443-4416-4780-ADB5-381999D0BCD7}" srcOrd="0" destOrd="0" presId="urn:microsoft.com/office/officeart/2005/8/layout/default"/>
    <dgm:cxn modelId="{83F302FC-45F2-43D8-B277-C8E991BDDA62}" type="presOf" srcId="{92839A31-F7E3-4885-9173-DBEEEA3D3156}" destId="{0166788C-9E68-4573-BDA6-C2FB70696C4F}" srcOrd="0" destOrd="0" presId="urn:microsoft.com/office/officeart/2005/8/layout/default"/>
    <dgm:cxn modelId="{4CB81FFE-4925-488B-8D1F-6F51A90D0A30}" type="presOf" srcId="{00BF8AB2-E331-4882-8883-7271609EF702}" destId="{EDF14313-33FF-4CDA-9084-9CDD6B481A25}" srcOrd="0" destOrd="0" presId="urn:microsoft.com/office/officeart/2005/8/layout/default"/>
    <dgm:cxn modelId="{D0CAA997-7998-41AB-9365-19A7BCBF3682}" type="presParOf" srcId="{A9BEA443-4416-4780-ADB5-381999D0BCD7}" destId="{4BD1188E-2147-4739-B202-7F2D852CB2A9}" srcOrd="0" destOrd="0" presId="urn:microsoft.com/office/officeart/2005/8/layout/default"/>
    <dgm:cxn modelId="{99AA7C6B-08C7-465B-B9F1-487BFCAFCE09}" type="presParOf" srcId="{A9BEA443-4416-4780-ADB5-381999D0BCD7}" destId="{0FAB74E0-AE23-41E5-B71D-52E454D9FE98}" srcOrd="1" destOrd="0" presId="urn:microsoft.com/office/officeart/2005/8/layout/default"/>
    <dgm:cxn modelId="{4D761410-0213-4E72-A785-C878461752EC}" type="presParOf" srcId="{A9BEA443-4416-4780-ADB5-381999D0BCD7}" destId="{01F98F5A-EF46-4628-8A4B-AFC900D9EF9A}" srcOrd="2" destOrd="0" presId="urn:microsoft.com/office/officeart/2005/8/layout/default"/>
    <dgm:cxn modelId="{8BF73E52-8C4E-4AE5-BC4E-9EE942A747F0}" type="presParOf" srcId="{A9BEA443-4416-4780-ADB5-381999D0BCD7}" destId="{7F142377-ECB8-4370-A003-D66E747C45C0}" srcOrd="3" destOrd="0" presId="urn:microsoft.com/office/officeart/2005/8/layout/default"/>
    <dgm:cxn modelId="{6A0882E5-9E41-44ED-8626-857F48D07D7C}" type="presParOf" srcId="{A9BEA443-4416-4780-ADB5-381999D0BCD7}" destId="{055F18FC-9254-4514-93FA-F17EE77F5B76}" srcOrd="4" destOrd="0" presId="urn:microsoft.com/office/officeart/2005/8/layout/default"/>
    <dgm:cxn modelId="{581A3D3C-C19B-43AB-949C-6EBD834A9469}" type="presParOf" srcId="{A9BEA443-4416-4780-ADB5-381999D0BCD7}" destId="{4FCFB96E-6089-419B-9014-E3AF4AF963DB}" srcOrd="5" destOrd="0" presId="urn:microsoft.com/office/officeart/2005/8/layout/default"/>
    <dgm:cxn modelId="{6ED81F65-098F-4BC3-9BAC-3B6396F2E32A}" type="presParOf" srcId="{A9BEA443-4416-4780-ADB5-381999D0BCD7}" destId="{6ED49D74-BBC2-4446-A63A-DD9BB389E5F0}" srcOrd="6" destOrd="0" presId="urn:microsoft.com/office/officeart/2005/8/layout/default"/>
    <dgm:cxn modelId="{8C2654B5-6C3F-461A-BA22-C424AAF65C0C}" type="presParOf" srcId="{A9BEA443-4416-4780-ADB5-381999D0BCD7}" destId="{2E6ED949-E4A3-41AD-9C57-BFDAB7BAC971}" srcOrd="7" destOrd="0" presId="urn:microsoft.com/office/officeart/2005/8/layout/default"/>
    <dgm:cxn modelId="{9255C0B1-F40D-4406-9049-E0A57C731890}" type="presParOf" srcId="{A9BEA443-4416-4780-ADB5-381999D0BCD7}" destId="{BD5719C7-F970-4EFD-8234-448EF2580135}" srcOrd="8" destOrd="0" presId="urn:microsoft.com/office/officeart/2005/8/layout/default"/>
    <dgm:cxn modelId="{435D5A32-2E94-4ECC-AD37-F6598D5467BE}" type="presParOf" srcId="{A9BEA443-4416-4780-ADB5-381999D0BCD7}" destId="{40D9F71D-173D-4F16-8C64-7BAA145C4AD7}" srcOrd="9" destOrd="0" presId="urn:microsoft.com/office/officeart/2005/8/layout/default"/>
    <dgm:cxn modelId="{707FC165-5884-40A1-BCD1-55A9947E8806}" type="presParOf" srcId="{A9BEA443-4416-4780-ADB5-381999D0BCD7}" destId="{EDF14313-33FF-4CDA-9084-9CDD6B481A25}" srcOrd="10" destOrd="0" presId="urn:microsoft.com/office/officeart/2005/8/layout/default"/>
    <dgm:cxn modelId="{8503F53C-434F-42BE-91A7-8A50074E35B0}" type="presParOf" srcId="{A9BEA443-4416-4780-ADB5-381999D0BCD7}" destId="{7EA543EB-76BE-4B96-89E9-BCE41C09798F}" srcOrd="11" destOrd="0" presId="urn:microsoft.com/office/officeart/2005/8/layout/default"/>
    <dgm:cxn modelId="{77F79643-AA8A-403A-BC82-707FAE2B5D57}" type="presParOf" srcId="{A9BEA443-4416-4780-ADB5-381999D0BCD7}" destId="{AC87A491-E29A-402C-9DF6-DB5C25EE3CD7}" srcOrd="12" destOrd="0" presId="urn:microsoft.com/office/officeart/2005/8/layout/default"/>
    <dgm:cxn modelId="{797116A8-DD0F-4EFA-B628-FA758F8FB76F}" type="presParOf" srcId="{A9BEA443-4416-4780-ADB5-381999D0BCD7}" destId="{6ADFB60E-4654-4799-88F7-B30570CACB5B}" srcOrd="13" destOrd="0" presId="urn:microsoft.com/office/officeart/2005/8/layout/default"/>
    <dgm:cxn modelId="{FBD8529B-19FC-4826-913C-D94D71A04494}" type="presParOf" srcId="{A9BEA443-4416-4780-ADB5-381999D0BCD7}" destId="{B7E7C578-89CA-4F4F-B980-111DCEAB8894}" srcOrd="14" destOrd="0" presId="urn:microsoft.com/office/officeart/2005/8/layout/default"/>
    <dgm:cxn modelId="{3D28BB34-9204-4B45-8D22-B3F10686FD5B}" type="presParOf" srcId="{A9BEA443-4416-4780-ADB5-381999D0BCD7}" destId="{A081D7B0-306B-4F03-A881-644D7E94C619}" srcOrd="15" destOrd="0" presId="urn:microsoft.com/office/officeart/2005/8/layout/default"/>
    <dgm:cxn modelId="{DAD75DBF-990C-46B9-8778-268C0B7125B7}" type="presParOf" srcId="{A9BEA443-4416-4780-ADB5-381999D0BCD7}" destId="{0166788C-9E68-4573-BDA6-C2FB70696C4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A1AEC-8C8A-41F6-A53D-42A7BEAAFF8F}">
      <dsp:nvSpPr>
        <dsp:cNvPr id="0" name=""/>
        <dsp:cNvSpPr/>
      </dsp:nvSpPr>
      <dsp:spPr>
        <a:xfrm>
          <a:off x="0" y="134338"/>
          <a:ext cx="8289075" cy="694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Angular is a popular, TypeScript-based open-source web application framework led by Google, designed for building scalable single-page applications. </a:t>
          </a:r>
          <a:endParaRPr lang="en-IN" sz="1800" kern="1200"/>
        </a:p>
      </dsp:txBody>
      <dsp:txXfrm>
        <a:off x="33926" y="168264"/>
        <a:ext cx="8221223" cy="627128"/>
      </dsp:txXfrm>
    </dsp:sp>
    <dsp:sp modelId="{28093FA0-B73B-4711-8601-7E754F6EDBC9}">
      <dsp:nvSpPr>
        <dsp:cNvPr id="0" name=""/>
        <dsp:cNvSpPr/>
      </dsp:nvSpPr>
      <dsp:spPr>
        <a:xfrm>
          <a:off x="0" y="881158"/>
          <a:ext cx="8289075" cy="694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It is used to build </a:t>
          </a:r>
          <a:r>
            <a:rPr lang="en-IN" sz="1800" b="1" kern="1200"/>
            <a:t>Single Page Applications (SPAs)</a:t>
          </a:r>
          <a:r>
            <a:rPr lang="en-IN" sz="1800" kern="1200"/>
            <a:t> and dynamic, responsive web applications.</a:t>
          </a:r>
        </a:p>
      </dsp:txBody>
      <dsp:txXfrm>
        <a:off x="33926" y="915084"/>
        <a:ext cx="8221223" cy="627128"/>
      </dsp:txXfrm>
    </dsp:sp>
    <dsp:sp modelId="{54D316E1-BA0E-42E2-BE0C-EE65313D766B}">
      <dsp:nvSpPr>
        <dsp:cNvPr id="0" name=""/>
        <dsp:cNvSpPr/>
      </dsp:nvSpPr>
      <dsp:spPr>
        <a:xfrm>
          <a:off x="0" y="1627978"/>
          <a:ext cx="8289075" cy="694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Key features include components, dependency injection, and a built-in CLI.</a:t>
          </a:r>
          <a:endParaRPr lang="en-IN" sz="1800" kern="1200"/>
        </a:p>
      </dsp:txBody>
      <dsp:txXfrm>
        <a:off x="33926" y="1661904"/>
        <a:ext cx="8221223" cy="627128"/>
      </dsp:txXfrm>
    </dsp:sp>
    <dsp:sp modelId="{11084BA5-CEBD-4E6A-83C5-2326745D80D1}">
      <dsp:nvSpPr>
        <dsp:cNvPr id="0" name=""/>
        <dsp:cNvSpPr/>
      </dsp:nvSpPr>
      <dsp:spPr>
        <a:xfrm>
          <a:off x="0" y="2374798"/>
          <a:ext cx="8289075" cy="694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Unlike traditional websites that reload the entire page, Angular updates only the required part of the page, providing a faster and smoother user experience.</a:t>
          </a:r>
        </a:p>
      </dsp:txBody>
      <dsp:txXfrm>
        <a:off x="33926" y="2408724"/>
        <a:ext cx="8221223" cy="6271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1188E-2147-4739-B202-7F2D852CB2A9}">
      <dsp:nvSpPr>
        <dsp:cNvPr id="0" name=""/>
        <dsp:cNvSpPr/>
      </dsp:nvSpPr>
      <dsp:spPr>
        <a:xfrm>
          <a:off x="637632" y="1345"/>
          <a:ext cx="1429815" cy="8578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Reusable components</a:t>
          </a:r>
        </a:p>
      </dsp:txBody>
      <dsp:txXfrm>
        <a:off x="637632" y="1345"/>
        <a:ext cx="1429815" cy="857889"/>
      </dsp:txXfrm>
    </dsp:sp>
    <dsp:sp modelId="{01F98F5A-EF46-4628-8A4B-AFC900D9EF9A}">
      <dsp:nvSpPr>
        <dsp:cNvPr id="0" name=""/>
        <dsp:cNvSpPr/>
      </dsp:nvSpPr>
      <dsp:spPr>
        <a:xfrm>
          <a:off x="2210429" y="1345"/>
          <a:ext cx="1429815" cy="8578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Two-way data binding</a:t>
          </a:r>
        </a:p>
      </dsp:txBody>
      <dsp:txXfrm>
        <a:off x="2210429" y="1345"/>
        <a:ext cx="1429815" cy="857889"/>
      </dsp:txXfrm>
    </dsp:sp>
    <dsp:sp modelId="{055F18FC-9254-4514-93FA-F17EE77F5B76}">
      <dsp:nvSpPr>
        <dsp:cNvPr id="0" name=""/>
        <dsp:cNvSpPr/>
      </dsp:nvSpPr>
      <dsp:spPr>
        <a:xfrm>
          <a:off x="3783226" y="1345"/>
          <a:ext cx="1429815" cy="8578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Dependency Injection</a:t>
          </a:r>
        </a:p>
      </dsp:txBody>
      <dsp:txXfrm>
        <a:off x="3783226" y="1345"/>
        <a:ext cx="1429815" cy="857889"/>
      </dsp:txXfrm>
    </dsp:sp>
    <dsp:sp modelId="{6ED49D74-BBC2-4446-A63A-DD9BB389E5F0}">
      <dsp:nvSpPr>
        <dsp:cNvPr id="0" name=""/>
        <dsp:cNvSpPr/>
      </dsp:nvSpPr>
      <dsp:spPr>
        <a:xfrm>
          <a:off x="637632" y="1002216"/>
          <a:ext cx="1429815" cy="8578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Routing</a:t>
          </a:r>
        </a:p>
      </dsp:txBody>
      <dsp:txXfrm>
        <a:off x="637632" y="1002216"/>
        <a:ext cx="1429815" cy="857889"/>
      </dsp:txXfrm>
    </dsp:sp>
    <dsp:sp modelId="{BD5719C7-F970-4EFD-8234-448EF2580135}">
      <dsp:nvSpPr>
        <dsp:cNvPr id="0" name=""/>
        <dsp:cNvSpPr/>
      </dsp:nvSpPr>
      <dsp:spPr>
        <a:xfrm>
          <a:off x="2210429" y="1002216"/>
          <a:ext cx="1429815" cy="85788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Form Validation</a:t>
          </a:r>
        </a:p>
      </dsp:txBody>
      <dsp:txXfrm>
        <a:off x="2210429" y="1002216"/>
        <a:ext cx="1429815" cy="857889"/>
      </dsp:txXfrm>
    </dsp:sp>
    <dsp:sp modelId="{EDF14313-33FF-4CDA-9084-9CDD6B481A25}">
      <dsp:nvSpPr>
        <dsp:cNvPr id="0" name=""/>
        <dsp:cNvSpPr/>
      </dsp:nvSpPr>
      <dsp:spPr>
        <a:xfrm>
          <a:off x="3783226" y="1002216"/>
          <a:ext cx="1429815" cy="8578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REST API integration</a:t>
          </a:r>
        </a:p>
      </dsp:txBody>
      <dsp:txXfrm>
        <a:off x="3783226" y="1002216"/>
        <a:ext cx="1429815" cy="857889"/>
      </dsp:txXfrm>
    </dsp:sp>
    <dsp:sp modelId="{AC87A491-E29A-402C-9DF6-DB5C25EE3CD7}">
      <dsp:nvSpPr>
        <dsp:cNvPr id="0" name=""/>
        <dsp:cNvSpPr/>
      </dsp:nvSpPr>
      <dsp:spPr>
        <a:xfrm>
          <a:off x="637632" y="2003087"/>
          <a:ext cx="1429815" cy="8578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State Management</a:t>
          </a:r>
        </a:p>
      </dsp:txBody>
      <dsp:txXfrm>
        <a:off x="637632" y="2003087"/>
        <a:ext cx="1429815" cy="857889"/>
      </dsp:txXfrm>
    </dsp:sp>
    <dsp:sp modelId="{B7E7C578-89CA-4F4F-B980-111DCEAB8894}">
      <dsp:nvSpPr>
        <dsp:cNvPr id="0" name=""/>
        <dsp:cNvSpPr/>
      </dsp:nvSpPr>
      <dsp:spPr>
        <a:xfrm>
          <a:off x="2210429" y="2003087"/>
          <a:ext cx="1429815" cy="8578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Testing support</a:t>
          </a:r>
        </a:p>
      </dsp:txBody>
      <dsp:txXfrm>
        <a:off x="2210429" y="2003087"/>
        <a:ext cx="1429815" cy="857889"/>
      </dsp:txXfrm>
    </dsp:sp>
    <dsp:sp modelId="{0166788C-9E68-4573-BDA6-C2FB70696C4F}">
      <dsp:nvSpPr>
        <dsp:cNvPr id="0" name=""/>
        <dsp:cNvSpPr/>
      </dsp:nvSpPr>
      <dsp:spPr>
        <a:xfrm>
          <a:off x="3783226" y="2003087"/>
          <a:ext cx="1429815" cy="8578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High performance</a:t>
          </a:r>
        </a:p>
      </dsp:txBody>
      <dsp:txXfrm>
        <a:off x="3783226" y="2003087"/>
        <a:ext cx="1429815" cy="857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49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3DF6427-C018-4186-13CE-AD061BAA0D65}"/>
              </a:ext>
            </a:extLst>
          </p:cNvPr>
          <p:cNvGrpSpPr/>
          <p:nvPr/>
        </p:nvGrpSpPr>
        <p:grpSpPr>
          <a:xfrm>
            <a:off x="0" y="0"/>
            <a:ext cx="9753600" cy="5486400"/>
            <a:chOff x="0" y="0"/>
            <a:chExt cx="9753600" cy="5486400"/>
          </a:xfrm>
        </p:grpSpPr>
        <p:pic>
          <p:nvPicPr>
            <p:cNvPr id="2" name="Object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0"/>
              <a:ext cx="9753600" cy="54864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E3417C0-F1FC-B0BE-BC90-60F9B253A8B7}"/>
                </a:ext>
              </a:extLst>
            </p:cNvPr>
            <p:cNvSpPr txBox="1"/>
            <p:nvPr/>
          </p:nvSpPr>
          <p:spPr>
            <a:xfrm>
              <a:off x="3589867" y="1061156"/>
              <a:ext cx="2506133" cy="654755"/>
            </a:xfrm>
            <a:prstGeom prst="rect">
              <a:avLst/>
            </a:prstGeom>
            <a:solidFill>
              <a:srgbClr val="174E75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2E42FF-3C58-03D0-AB10-47FA7B91A308}"/>
                </a:ext>
              </a:extLst>
            </p:cNvPr>
            <p:cNvSpPr txBox="1"/>
            <p:nvPr/>
          </p:nvSpPr>
          <p:spPr>
            <a:xfrm>
              <a:off x="5271910" y="3589867"/>
              <a:ext cx="1794934" cy="400110"/>
            </a:xfrm>
            <a:prstGeom prst="rect">
              <a:avLst/>
            </a:prstGeom>
            <a:solidFill>
              <a:srgbClr val="275A85"/>
            </a:solidFill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2CCC1FD-5A92-820B-793C-F88627AA2E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6377807"/>
              </p:ext>
            </p:extLst>
          </p:nvPr>
        </p:nvGraphicFramePr>
        <p:xfrm>
          <a:off x="423746" y="1367883"/>
          <a:ext cx="8289075" cy="3204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38A1965-AD2A-9010-1364-276A6314939D}"/>
              </a:ext>
            </a:extLst>
          </p:cNvPr>
          <p:cNvSpPr/>
          <p:nvPr/>
        </p:nvSpPr>
        <p:spPr>
          <a:xfrm>
            <a:off x="1055657" y="192075"/>
            <a:ext cx="703269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Angular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9255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3BD1FC8-3414-39ED-F8C6-5430ECD159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9309509"/>
              </p:ext>
            </p:extLst>
          </p:nvPr>
        </p:nvGraphicFramePr>
        <p:xfrm>
          <a:off x="1293541" y="1556552"/>
          <a:ext cx="5850674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97F32D-BABF-18D9-6107-A0936391B333}"/>
              </a:ext>
            </a:extLst>
          </p:cNvPr>
          <p:cNvSpPr txBox="1"/>
          <p:nvPr/>
        </p:nvSpPr>
        <p:spPr>
          <a:xfrm>
            <a:off x="587298" y="977810"/>
            <a:ext cx="7486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Angular helps developers build enterprise-level web applications with: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63F17-C4E5-C28F-F901-EB1C6D5D125F}"/>
              </a:ext>
            </a:extLst>
          </p:cNvPr>
          <p:cNvSpPr txBox="1"/>
          <p:nvPr/>
        </p:nvSpPr>
        <p:spPr>
          <a:xfrm>
            <a:off x="1085385" y="245181"/>
            <a:ext cx="6490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Why Angular?</a:t>
            </a:r>
          </a:p>
        </p:txBody>
      </p:sp>
    </p:spTree>
    <p:extLst>
      <p:ext uri="{BB962C8B-B14F-4D97-AF65-F5344CB8AC3E}">
        <p14:creationId xmlns:p14="http://schemas.microsoft.com/office/powerpoint/2010/main" val="407131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131</Words>
  <Application>Microsoft Office PowerPoint</Application>
  <PresentationFormat>On-screen Show (16:9)</PresentationFormat>
  <Paragraphs>35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Raja</dc:creator>
  <cp:lastModifiedBy>Raj Gs</cp:lastModifiedBy>
  <cp:revision>4</cp:revision>
  <dcterms:created xsi:type="dcterms:W3CDTF">2019-03-30T04:46:50Z</dcterms:created>
  <dcterms:modified xsi:type="dcterms:W3CDTF">2026-07-29T10:50:16Z</dcterms:modified>
</cp:coreProperties>
</file>