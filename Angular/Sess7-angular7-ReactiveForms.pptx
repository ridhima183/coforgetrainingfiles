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5" r:id="rId10"/>
    <p:sldId id="266" r:id="rId11"/>
    <p:sldId id="264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7A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17.xml.rels><?xml version="1.0" encoding="UTF-8" standalone="yes"?>
<Relationships xmlns="http://schemas.openxmlformats.org/package/2006/relationships"><Relationship Id="rId1" Type="http://schemas.openxmlformats.org/officeDocument/2006/relationships/hyperlink" Target="https://angular.io/guide/template-syntax" TargetMode="External"/></Relationships>
</file>

<file path=ppt/diagrams/_rels/data19.xml.rels><?xml version="1.0" encoding="UTF-8" standalone="yes"?>
<Relationships xmlns="http://schemas.openxmlformats.org/package/2006/relationships"><Relationship Id="rId1" Type="http://schemas.openxmlformats.org/officeDocument/2006/relationships/hyperlink" Target="https://angular.io/api/router/ActivatedRoute" TargetMode="External"/></Relationships>
</file>

<file path=ppt/diagrams/_rels/drawing17.xml.rels><?xml version="1.0" encoding="UTF-8" standalone="yes"?>
<Relationships xmlns="http://schemas.openxmlformats.org/package/2006/relationships"><Relationship Id="rId1" Type="http://schemas.openxmlformats.org/officeDocument/2006/relationships/hyperlink" Target="https://angular.io/guide/template-syntax" TargetMode="External"/></Relationships>
</file>

<file path=ppt/diagrams/_rels/drawing19.xml.rels><?xml version="1.0" encoding="UTF-8" standalone="yes"?>
<Relationships xmlns="http://schemas.openxmlformats.org/package/2006/relationships"><Relationship Id="rId1" Type="http://schemas.openxmlformats.org/officeDocument/2006/relationships/hyperlink" Target="https://angular.io/api/router/ActivatedRoute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40610F-4DB3-4F68-8D19-64B492DEC150}" type="doc">
      <dgm:prSet loTypeId="urn:microsoft.com/office/officeart/2005/8/layout/vList2" loCatId="list" qsTypeId="urn:microsoft.com/office/officeart/2005/8/quickstyle/3d1" qsCatId="3D" csTypeId="urn:microsoft.com/office/officeart/2005/8/colors/accent6_1" csCatId="accent6"/>
      <dgm:spPr/>
      <dgm:t>
        <a:bodyPr/>
        <a:lstStyle/>
        <a:p>
          <a:endParaRPr lang="en-IN"/>
        </a:p>
      </dgm:t>
    </dgm:pt>
    <dgm:pt modelId="{67EFCE9F-3913-48CF-B281-74E1E829E412}">
      <dgm:prSet/>
      <dgm:spPr/>
      <dgm:t>
        <a:bodyPr/>
        <a:lstStyle/>
        <a:p>
          <a:pPr rtl="0"/>
          <a:r>
            <a:rPr lang="en-IN" smtClean="0"/>
            <a:t>Angular forms are used to handle user's input. </a:t>
          </a:r>
          <a:endParaRPr lang="en-IN"/>
        </a:p>
      </dgm:t>
    </dgm:pt>
    <dgm:pt modelId="{C5BF10D1-2B70-47E5-8DBC-3AC9B069CA28}" type="parTrans" cxnId="{F3EE8606-DB3B-4917-9902-DA43B6BFC44F}">
      <dgm:prSet/>
      <dgm:spPr/>
      <dgm:t>
        <a:bodyPr/>
        <a:lstStyle/>
        <a:p>
          <a:endParaRPr lang="en-IN"/>
        </a:p>
      </dgm:t>
    </dgm:pt>
    <dgm:pt modelId="{428FE7BD-0D10-4B46-85B1-C82103CBF433}" type="sibTrans" cxnId="{F3EE8606-DB3B-4917-9902-DA43B6BFC44F}">
      <dgm:prSet/>
      <dgm:spPr/>
      <dgm:t>
        <a:bodyPr/>
        <a:lstStyle/>
        <a:p>
          <a:endParaRPr lang="en-IN"/>
        </a:p>
      </dgm:t>
    </dgm:pt>
    <dgm:pt modelId="{3AAA81C2-D1AD-4C07-B0C8-D202C899EA10}">
      <dgm:prSet/>
      <dgm:spPr/>
      <dgm:t>
        <a:bodyPr/>
        <a:lstStyle/>
        <a:p>
          <a:pPr rtl="0"/>
          <a:r>
            <a:rPr lang="en-IN" smtClean="0"/>
            <a:t>We can use Angular form in our application to enable users to log in, to update profile, to enter information, and to perform many other data-entry tasks.</a:t>
          </a:r>
          <a:endParaRPr lang="en-IN"/>
        </a:p>
      </dgm:t>
    </dgm:pt>
    <dgm:pt modelId="{B7921FD7-75B8-4AFA-9D62-90112676CB77}" type="parTrans" cxnId="{7504D3BA-366A-47F2-964C-E6D2ABA97E5E}">
      <dgm:prSet/>
      <dgm:spPr/>
      <dgm:t>
        <a:bodyPr/>
        <a:lstStyle/>
        <a:p>
          <a:endParaRPr lang="en-IN"/>
        </a:p>
      </dgm:t>
    </dgm:pt>
    <dgm:pt modelId="{607FE33E-63C9-43A7-A1A9-6018EFB09371}" type="sibTrans" cxnId="{7504D3BA-366A-47F2-964C-E6D2ABA97E5E}">
      <dgm:prSet/>
      <dgm:spPr/>
      <dgm:t>
        <a:bodyPr/>
        <a:lstStyle/>
        <a:p>
          <a:endParaRPr lang="en-IN"/>
        </a:p>
      </dgm:t>
    </dgm:pt>
    <dgm:pt modelId="{9C8DFDB9-B726-45AC-9543-A03178792228}">
      <dgm:prSet/>
      <dgm:spPr/>
      <dgm:t>
        <a:bodyPr/>
        <a:lstStyle/>
        <a:p>
          <a:pPr rtl="0"/>
          <a:r>
            <a:rPr lang="en-IN" smtClean="0"/>
            <a:t>In Angular 7, there are 2 approaches to handle user's input through forms:</a:t>
          </a:r>
          <a:endParaRPr lang="en-IN"/>
        </a:p>
      </dgm:t>
    </dgm:pt>
    <dgm:pt modelId="{824F7859-FEBE-4395-9759-73A82E28116E}" type="parTrans" cxnId="{8A51A1C3-AE1C-4777-9E9A-E4EC72960D75}">
      <dgm:prSet/>
      <dgm:spPr/>
      <dgm:t>
        <a:bodyPr/>
        <a:lstStyle/>
        <a:p>
          <a:endParaRPr lang="en-IN"/>
        </a:p>
      </dgm:t>
    </dgm:pt>
    <dgm:pt modelId="{62592CB2-5CF1-4682-AFD1-A5BF45B5F700}" type="sibTrans" cxnId="{8A51A1C3-AE1C-4777-9E9A-E4EC72960D75}">
      <dgm:prSet/>
      <dgm:spPr/>
      <dgm:t>
        <a:bodyPr/>
        <a:lstStyle/>
        <a:p>
          <a:endParaRPr lang="en-IN"/>
        </a:p>
      </dgm:t>
    </dgm:pt>
    <dgm:pt modelId="{E602168D-6ECF-4927-88F8-D6B8BCCB2390}">
      <dgm:prSet custT="1"/>
      <dgm:spPr/>
      <dgm:t>
        <a:bodyPr/>
        <a:lstStyle/>
        <a:p>
          <a:pPr rtl="0"/>
          <a:r>
            <a:rPr lang="en-IN" sz="2400" b="1" dirty="0" smtClean="0"/>
            <a:t>Reactive forms</a:t>
          </a:r>
          <a:endParaRPr lang="en-IN" sz="2400" b="1" dirty="0"/>
        </a:p>
      </dgm:t>
    </dgm:pt>
    <dgm:pt modelId="{78716EBD-E57E-4B42-9B66-A5E7008ACB3C}" type="parTrans" cxnId="{95897688-9A64-4E4B-A703-0882184BD116}">
      <dgm:prSet/>
      <dgm:spPr/>
      <dgm:t>
        <a:bodyPr/>
        <a:lstStyle/>
        <a:p>
          <a:endParaRPr lang="en-IN"/>
        </a:p>
      </dgm:t>
    </dgm:pt>
    <dgm:pt modelId="{9964C2AB-9E36-4784-8732-3EE34675D938}" type="sibTrans" cxnId="{95897688-9A64-4E4B-A703-0882184BD116}">
      <dgm:prSet/>
      <dgm:spPr/>
      <dgm:t>
        <a:bodyPr/>
        <a:lstStyle/>
        <a:p>
          <a:endParaRPr lang="en-IN"/>
        </a:p>
      </dgm:t>
    </dgm:pt>
    <dgm:pt modelId="{BD8D6906-3DF9-4252-8B80-6791938D8ACD}">
      <dgm:prSet custT="1"/>
      <dgm:spPr/>
      <dgm:t>
        <a:bodyPr/>
        <a:lstStyle/>
        <a:p>
          <a:pPr rtl="0"/>
          <a:r>
            <a:rPr lang="en-IN" sz="2400" b="1" dirty="0" smtClean="0"/>
            <a:t>Template-driven forms</a:t>
          </a:r>
          <a:endParaRPr lang="en-IN" sz="2400" b="1" dirty="0"/>
        </a:p>
      </dgm:t>
    </dgm:pt>
    <dgm:pt modelId="{949F883B-4579-471C-B8BF-275633696A84}" type="parTrans" cxnId="{2A09E974-7674-4F55-825E-872E0FE5413C}">
      <dgm:prSet/>
      <dgm:spPr/>
      <dgm:t>
        <a:bodyPr/>
        <a:lstStyle/>
        <a:p>
          <a:endParaRPr lang="en-IN"/>
        </a:p>
      </dgm:t>
    </dgm:pt>
    <dgm:pt modelId="{02E1D98C-86CF-40F6-80E2-ACA346D30743}" type="sibTrans" cxnId="{2A09E974-7674-4F55-825E-872E0FE5413C}">
      <dgm:prSet/>
      <dgm:spPr/>
      <dgm:t>
        <a:bodyPr/>
        <a:lstStyle/>
        <a:p>
          <a:endParaRPr lang="en-IN"/>
        </a:p>
      </dgm:t>
    </dgm:pt>
    <dgm:pt modelId="{46195DD5-E333-479E-82E1-984F2458ADD2}">
      <dgm:prSet/>
      <dgm:spPr/>
      <dgm:t>
        <a:bodyPr/>
        <a:lstStyle/>
        <a:p>
          <a:pPr rtl="0"/>
          <a:r>
            <a:rPr lang="en-IN" smtClean="0"/>
            <a:t>Both approaches are used to collect user input events from the view, validate the user input, create a form model and data model to update, and provide a way to track changes.</a:t>
          </a:r>
          <a:endParaRPr lang="en-IN"/>
        </a:p>
      </dgm:t>
    </dgm:pt>
    <dgm:pt modelId="{02DE3BEE-D3BD-4849-AEC5-41FE128AEB4F}" type="parTrans" cxnId="{AE70BCEF-722A-46A3-971B-C1FE9FD93F8B}">
      <dgm:prSet/>
      <dgm:spPr/>
      <dgm:t>
        <a:bodyPr/>
        <a:lstStyle/>
        <a:p>
          <a:endParaRPr lang="en-IN"/>
        </a:p>
      </dgm:t>
    </dgm:pt>
    <dgm:pt modelId="{618AE8F5-6A2E-4DB1-AAF2-C0C3C273F79F}" type="sibTrans" cxnId="{AE70BCEF-722A-46A3-971B-C1FE9FD93F8B}">
      <dgm:prSet/>
      <dgm:spPr/>
      <dgm:t>
        <a:bodyPr/>
        <a:lstStyle/>
        <a:p>
          <a:endParaRPr lang="en-IN"/>
        </a:p>
      </dgm:t>
    </dgm:pt>
    <dgm:pt modelId="{42A7CF32-E1ED-4AA6-97E8-4432DE346713}" type="pres">
      <dgm:prSet presAssocID="{1A40610F-4DB3-4F68-8D19-64B492DEC15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BC86901F-3A6D-449F-B204-8D1EDAC0C408}" type="pres">
      <dgm:prSet presAssocID="{67EFCE9F-3913-48CF-B281-74E1E829E412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27FC1C9-3806-4B13-83A7-858ED0297D4C}" type="pres">
      <dgm:prSet presAssocID="{428FE7BD-0D10-4B46-85B1-C82103CBF433}" presName="spacer" presStyleCnt="0"/>
      <dgm:spPr/>
    </dgm:pt>
    <dgm:pt modelId="{11A28F78-42D8-46EA-A3B2-045F5DF7567B}" type="pres">
      <dgm:prSet presAssocID="{3AAA81C2-D1AD-4C07-B0C8-D202C899EA10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DE971B7-135C-4005-B7B9-8D1D121289F4}" type="pres">
      <dgm:prSet presAssocID="{607FE33E-63C9-43A7-A1A9-6018EFB09371}" presName="spacer" presStyleCnt="0"/>
      <dgm:spPr/>
    </dgm:pt>
    <dgm:pt modelId="{04205CB5-C83A-4517-8F15-711FA313B16E}" type="pres">
      <dgm:prSet presAssocID="{9C8DFDB9-B726-45AC-9543-A03178792228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3EA3C3D-4395-483A-8DC9-067963CFF1D4}" type="pres">
      <dgm:prSet presAssocID="{9C8DFDB9-B726-45AC-9543-A03178792228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5F1F552-BA93-45B5-9C34-50C5474E8004}" type="pres">
      <dgm:prSet presAssocID="{46195DD5-E333-479E-82E1-984F2458ADD2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C6A12240-BB51-43CB-B1AD-7F724D6BA3AA}" type="presOf" srcId="{E602168D-6ECF-4927-88F8-D6B8BCCB2390}" destId="{D3EA3C3D-4395-483A-8DC9-067963CFF1D4}" srcOrd="0" destOrd="0" presId="urn:microsoft.com/office/officeart/2005/8/layout/vList2"/>
    <dgm:cxn modelId="{7504D3BA-366A-47F2-964C-E6D2ABA97E5E}" srcId="{1A40610F-4DB3-4F68-8D19-64B492DEC150}" destId="{3AAA81C2-D1AD-4C07-B0C8-D202C899EA10}" srcOrd="1" destOrd="0" parTransId="{B7921FD7-75B8-4AFA-9D62-90112676CB77}" sibTransId="{607FE33E-63C9-43A7-A1A9-6018EFB09371}"/>
    <dgm:cxn modelId="{AB0D3719-F83F-4813-8398-9207AF302ED1}" type="presOf" srcId="{3AAA81C2-D1AD-4C07-B0C8-D202C899EA10}" destId="{11A28F78-42D8-46EA-A3B2-045F5DF7567B}" srcOrd="0" destOrd="0" presId="urn:microsoft.com/office/officeart/2005/8/layout/vList2"/>
    <dgm:cxn modelId="{8C3D9986-66E4-4AD7-BB82-8C4E46DF250C}" type="presOf" srcId="{BD8D6906-3DF9-4252-8B80-6791938D8ACD}" destId="{D3EA3C3D-4395-483A-8DC9-067963CFF1D4}" srcOrd="0" destOrd="1" presId="urn:microsoft.com/office/officeart/2005/8/layout/vList2"/>
    <dgm:cxn modelId="{95897688-9A64-4E4B-A703-0882184BD116}" srcId="{9C8DFDB9-B726-45AC-9543-A03178792228}" destId="{E602168D-6ECF-4927-88F8-D6B8BCCB2390}" srcOrd="0" destOrd="0" parTransId="{78716EBD-E57E-4B42-9B66-A5E7008ACB3C}" sibTransId="{9964C2AB-9E36-4784-8732-3EE34675D938}"/>
    <dgm:cxn modelId="{F3EE8606-DB3B-4917-9902-DA43B6BFC44F}" srcId="{1A40610F-4DB3-4F68-8D19-64B492DEC150}" destId="{67EFCE9F-3913-48CF-B281-74E1E829E412}" srcOrd="0" destOrd="0" parTransId="{C5BF10D1-2B70-47E5-8DBC-3AC9B069CA28}" sibTransId="{428FE7BD-0D10-4B46-85B1-C82103CBF433}"/>
    <dgm:cxn modelId="{56EEC4FB-2899-46D6-A564-03538A44F463}" type="presOf" srcId="{46195DD5-E333-479E-82E1-984F2458ADD2}" destId="{65F1F552-BA93-45B5-9C34-50C5474E8004}" srcOrd="0" destOrd="0" presId="urn:microsoft.com/office/officeart/2005/8/layout/vList2"/>
    <dgm:cxn modelId="{31D7845B-EDC4-4308-AE06-5C9386B272B0}" type="presOf" srcId="{9C8DFDB9-B726-45AC-9543-A03178792228}" destId="{04205CB5-C83A-4517-8F15-711FA313B16E}" srcOrd="0" destOrd="0" presId="urn:microsoft.com/office/officeart/2005/8/layout/vList2"/>
    <dgm:cxn modelId="{AE70BCEF-722A-46A3-971B-C1FE9FD93F8B}" srcId="{1A40610F-4DB3-4F68-8D19-64B492DEC150}" destId="{46195DD5-E333-479E-82E1-984F2458ADD2}" srcOrd="3" destOrd="0" parTransId="{02DE3BEE-D3BD-4849-AEC5-41FE128AEB4F}" sibTransId="{618AE8F5-6A2E-4DB1-AAF2-C0C3C273F79F}"/>
    <dgm:cxn modelId="{2A09E974-7674-4F55-825E-872E0FE5413C}" srcId="{9C8DFDB9-B726-45AC-9543-A03178792228}" destId="{BD8D6906-3DF9-4252-8B80-6791938D8ACD}" srcOrd="1" destOrd="0" parTransId="{949F883B-4579-471C-B8BF-275633696A84}" sibTransId="{02E1D98C-86CF-40F6-80E2-ACA346D30743}"/>
    <dgm:cxn modelId="{3FD4D7D3-A79E-4D78-BEC7-69598799F4F1}" type="presOf" srcId="{67EFCE9F-3913-48CF-B281-74E1E829E412}" destId="{BC86901F-3A6D-449F-B204-8D1EDAC0C408}" srcOrd="0" destOrd="0" presId="urn:microsoft.com/office/officeart/2005/8/layout/vList2"/>
    <dgm:cxn modelId="{8A51A1C3-AE1C-4777-9E9A-E4EC72960D75}" srcId="{1A40610F-4DB3-4F68-8D19-64B492DEC150}" destId="{9C8DFDB9-B726-45AC-9543-A03178792228}" srcOrd="2" destOrd="0" parTransId="{824F7859-FEBE-4395-9759-73A82E28116E}" sibTransId="{62592CB2-5CF1-4682-AFD1-A5BF45B5F700}"/>
    <dgm:cxn modelId="{EF0C1C9A-8F1D-4C03-BC15-9C74CDBA413F}" type="presOf" srcId="{1A40610F-4DB3-4F68-8D19-64B492DEC150}" destId="{42A7CF32-E1ED-4AA6-97E8-4432DE346713}" srcOrd="0" destOrd="0" presId="urn:microsoft.com/office/officeart/2005/8/layout/vList2"/>
    <dgm:cxn modelId="{AAE30FC2-DD7C-4708-8CD3-64FFEF7BE428}" type="presParOf" srcId="{42A7CF32-E1ED-4AA6-97E8-4432DE346713}" destId="{BC86901F-3A6D-449F-B204-8D1EDAC0C408}" srcOrd="0" destOrd="0" presId="urn:microsoft.com/office/officeart/2005/8/layout/vList2"/>
    <dgm:cxn modelId="{C6C19D2F-09D2-4E04-BF25-3C6DB06D5BEA}" type="presParOf" srcId="{42A7CF32-E1ED-4AA6-97E8-4432DE346713}" destId="{C27FC1C9-3806-4B13-83A7-858ED0297D4C}" srcOrd="1" destOrd="0" presId="urn:microsoft.com/office/officeart/2005/8/layout/vList2"/>
    <dgm:cxn modelId="{41A4CCE6-E89D-48F1-BB57-91DD945773A9}" type="presParOf" srcId="{42A7CF32-E1ED-4AA6-97E8-4432DE346713}" destId="{11A28F78-42D8-46EA-A3B2-045F5DF7567B}" srcOrd="2" destOrd="0" presId="urn:microsoft.com/office/officeart/2005/8/layout/vList2"/>
    <dgm:cxn modelId="{11BD15F8-9600-4C3D-A7B4-152273AB1D9A}" type="presParOf" srcId="{42A7CF32-E1ED-4AA6-97E8-4432DE346713}" destId="{9DE971B7-135C-4005-B7B9-8D1D121289F4}" srcOrd="3" destOrd="0" presId="urn:microsoft.com/office/officeart/2005/8/layout/vList2"/>
    <dgm:cxn modelId="{E69148A6-A825-4E68-B752-9E96B495F8E2}" type="presParOf" srcId="{42A7CF32-E1ED-4AA6-97E8-4432DE346713}" destId="{04205CB5-C83A-4517-8F15-711FA313B16E}" srcOrd="4" destOrd="0" presId="urn:microsoft.com/office/officeart/2005/8/layout/vList2"/>
    <dgm:cxn modelId="{19CF5323-0416-4DC8-8716-8BC33DE598EE}" type="presParOf" srcId="{42A7CF32-E1ED-4AA6-97E8-4432DE346713}" destId="{D3EA3C3D-4395-483A-8DC9-067963CFF1D4}" srcOrd="5" destOrd="0" presId="urn:microsoft.com/office/officeart/2005/8/layout/vList2"/>
    <dgm:cxn modelId="{85E1BB8E-D6DC-4DFD-AFDA-8F561E173F51}" type="presParOf" srcId="{42A7CF32-E1ED-4AA6-97E8-4432DE346713}" destId="{65F1F552-BA93-45B5-9C34-50C5474E800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CD12369-1CCE-4E8E-AB9A-071B96729AAB}" type="doc">
      <dgm:prSet loTypeId="urn:microsoft.com/office/officeart/2005/8/layout/vList2" loCatId="list" qsTypeId="urn:microsoft.com/office/officeart/2005/8/quickstyle/simple5" qsCatId="simple" csTypeId="urn:microsoft.com/office/officeart/2005/8/colors/accent1_1" csCatId="accent1"/>
      <dgm:spPr/>
      <dgm:t>
        <a:bodyPr/>
        <a:lstStyle/>
        <a:p>
          <a:endParaRPr lang="en-IN"/>
        </a:p>
      </dgm:t>
    </dgm:pt>
    <dgm:pt modelId="{2F84A352-092C-4D7B-971F-768903BE6782}">
      <dgm:prSet/>
      <dgm:spPr/>
      <dgm:t>
        <a:bodyPr/>
        <a:lstStyle/>
        <a:p>
          <a:pPr rtl="0"/>
          <a:r>
            <a:rPr lang="en-IN" smtClean="0"/>
            <a:t>Reactive forms are more robust.</a:t>
          </a:r>
          <a:endParaRPr lang="en-IN"/>
        </a:p>
      </dgm:t>
    </dgm:pt>
    <dgm:pt modelId="{D3CF3F54-EBD1-417D-AB82-7525FBD43820}" type="parTrans" cxnId="{C2EA8AD6-0C68-441F-93FE-132BAFCF1EE2}">
      <dgm:prSet/>
      <dgm:spPr/>
      <dgm:t>
        <a:bodyPr/>
        <a:lstStyle/>
        <a:p>
          <a:endParaRPr lang="en-IN"/>
        </a:p>
      </dgm:t>
    </dgm:pt>
    <dgm:pt modelId="{1DB52A4C-4762-4EF2-BF0A-BC74B8AA391E}" type="sibTrans" cxnId="{C2EA8AD6-0C68-441F-93FE-132BAFCF1EE2}">
      <dgm:prSet/>
      <dgm:spPr/>
      <dgm:t>
        <a:bodyPr/>
        <a:lstStyle/>
        <a:p>
          <a:endParaRPr lang="en-IN"/>
        </a:p>
      </dgm:t>
    </dgm:pt>
    <dgm:pt modelId="{2774A32B-891D-4A05-91F5-6E1C1BD175E1}">
      <dgm:prSet/>
      <dgm:spPr/>
      <dgm:t>
        <a:bodyPr/>
        <a:lstStyle/>
        <a:p>
          <a:pPr rtl="0"/>
          <a:r>
            <a:rPr lang="en-IN" smtClean="0"/>
            <a:t>Reactive forms are more scalable, reusable, and testable.</a:t>
          </a:r>
          <a:endParaRPr lang="en-IN"/>
        </a:p>
      </dgm:t>
    </dgm:pt>
    <dgm:pt modelId="{957BEDEB-1AC8-4450-8942-E3424E7F0B8E}" type="parTrans" cxnId="{55B553B9-6816-4B7B-AE14-36507B205CAA}">
      <dgm:prSet/>
      <dgm:spPr/>
      <dgm:t>
        <a:bodyPr/>
        <a:lstStyle/>
        <a:p>
          <a:endParaRPr lang="en-IN"/>
        </a:p>
      </dgm:t>
    </dgm:pt>
    <dgm:pt modelId="{06E657BA-8EF7-461F-B5E5-D2C1526FE207}" type="sibTrans" cxnId="{55B553B9-6816-4B7B-AE14-36507B205CAA}">
      <dgm:prSet/>
      <dgm:spPr/>
      <dgm:t>
        <a:bodyPr/>
        <a:lstStyle/>
        <a:p>
          <a:endParaRPr lang="en-IN"/>
        </a:p>
      </dgm:t>
    </dgm:pt>
    <dgm:pt modelId="{422E1D1A-650D-4B86-8A35-8E0D6F4CD1CB}">
      <dgm:prSet/>
      <dgm:spPr/>
      <dgm:t>
        <a:bodyPr/>
        <a:lstStyle/>
        <a:p>
          <a:pPr rtl="0"/>
          <a:r>
            <a:rPr lang="en-IN" smtClean="0"/>
            <a:t>They are most preferred to use if forms are a key part of your application, or your application is already built using reactive patterns. </a:t>
          </a:r>
          <a:endParaRPr lang="en-IN"/>
        </a:p>
      </dgm:t>
    </dgm:pt>
    <dgm:pt modelId="{474AD342-EFDC-4638-817B-7C9ADC604514}" type="parTrans" cxnId="{1A1127BA-7B67-482B-BEF5-A2C69732C17E}">
      <dgm:prSet/>
      <dgm:spPr/>
      <dgm:t>
        <a:bodyPr/>
        <a:lstStyle/>
        <a:p>
          <a:endParaRPr lang="en-IN"/>
        </a:p>
      </dgm:t>
    </dgm:pt>
    <dgm:pt modelId="{2CC1A519-DE06-4162-B4DC-83B8B85936D1}" type="sibTrans" cxnId="{1A1127BA-7B67-482B-BEF5-A2C69732C17E}">
      <dgm:prSet/>
      <dgm:spPr/>
      <dgm:t>
        <a:bodyPr/>
        <a:lstStyle/>
        <a:p>
          <a:endParaRPr lang="en-IN"/>
        </a:p>
      </dgm:t>
    </dgm:pt>
    <dgm:pt modelId="{47940BFF-920F-4E42-B0E3-1493D2ACD193}">
      <dgm:prSet/>
      <dgm:spPr/>
      <dgm:t>
        <a:bodyPr/>
        <a:lstStyle/>
        <a:p>
          <a:pPr rtl="0"/>
          <a:r>
            <a:rPr lang="en-IN" smtClean="0"/>
            <a:t>In both cases, reactive forms are best to use.</a:t>
          </a:r>
          <a:endParaRPr lang="en-IN"/>
        </a:p>
      </dgm:t>
    </dgm:pt>
    <dgm:pt modelId="{0C761626-C331-4C76-8BCD-285B691EB954}" type="parTrans" cxnId="{B5B4A91E-6D98-4511-B5B0-6360A3B9FA9E}">
      <dgm:prSet/>
      <dgm:spPr/>
      <dgm:t>
        <a:bodyPr/>
        <a:lstStyle/>
        <a:p>
          <a:endParaRPr lang="en-IN"/>
        </a:p>
      </dgm:t>
    </dgm:pt>
    <dgm:pt modelId="{7C3E99C9-C1BB-45F0-A53E-2ADF82E93ED2}" type="sibTrans" cxnId="{B5B4A91E-6D98-4511-B5B0-6360A3B9FA9E}">
      <dgm:prSet/>
      <dgm:spPr/>
      <dgm:t>
        <a:bodyPr/>
        <a:lstStyle/>
        <a:p>
          <a:endParaRPr lang="en-IN"/>
        </a:p>
      </dgm:t>
    </dgm:pt>
    <dgm:pt modelId="{A126817F-C6D8-4E4F-BD50-845733F5F98F}" type="pres">
      <dgm:prSet presAssocID="{8CD12369-1CCE-4E8E-AB9A-071B96729AA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03024C29-B2EA-413C-94A2-19FB0AAB2C34}" type="pres">
      <dgm:prSet presAssocID="{2F84A352-092C-4D7B-971F-768903BE6782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623A836-8CB9-48EF-9EBA-2AD103B5F11B}" type="pres">
      <dgm:prSet presAssocID="{1DB52A4C-4762-4EF2-BF0A-BC74B8AA391E}" presName="spacer" presStyleCnt="0"/>
      <dgm:spPr/>
    </dgm:pt>
    <dgm:pt modelId="{D477D4F7-3486-464A-8EAA-091C46EB2506}" type="pres">
      <dgm:prSet presAssocID="{2774A32B-891D-4A05-91F5-6E1C1BD175E1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AB37D13-CA35-4081-8CFD-4A8049C3D0E7}" type="pres">
      <dgm:prSet presAssocID="{06E657BA-8EF7-461F-B5E5-D2C1526FE207}" presName="spacer" presStyleCnt="0"/>
      <dgm:spPr/>
    </dgm:pt>
    <dgm:pt modelId="{23A06FE4-C344-4397-9D52-B434D9304464}" type="pres">
      <dgm:prSet presAssocID="{422E1D1A-650D-4B86-8A35-8E0D6F4CD1CB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21D7EFF-CC49-4797-829F-9211F0C19605}" type="pres">
      <dgm:prSet presAssocID="{2CC1A519-DE06-4162-B4DC-83B8B85936D1}" presName="spacer" presStyleCnt="0"/>
      <dgm:spPr/>
    </dgm:pt>
    <dgm:pt modelId="{4BDB64A9-6E60-4B10-855B-276FE5EC8E99}" type="pres">
      <dgm:prSet presAssocID="{47940BFF-920F-4E42-B0E3-1493D2ACD193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C2EA8AD6-0C68-441F-93FE-132BAFCF1EE2}" srcId="{8CD12369-1CCE-4E8E-AB9A-071B96729AAB}" destId="{2F84A352-092C-4D7B-971F-768903BE6782}" srcOrd="0" destOrd="0" parTransId="{D3CF3F54-EBD1-417D-AB82-7525FBD43820}" sibTransId="{1DB52A4C-4762-4EF2-BF0A-BC74B8AA391E}"/>
    <dgm:cxn modelId="{D4F6552F-1E4B-4F9E-BD5E-066680E1660D}" type="presOf" srcId="{2F84A352-092C-4D7B-971F-768903BE6782}" destId="{03024C29-B2EA-413C-94A2-19FB0AAB2C34}" srcOrd="0" destOrd="0" presId="urn:microsoft.com/office/officeart/2005/8/layout/vList2"/>
    <dgm:cxn modelId="{1A1127BA-7B67-482B-BEF5-A2C69732C17E}" srcId="{8CD12369-1CCE-4E8E-AB9A-071B96729AAB}" destId="{422E1D1A-650D-4B86-8A35-8E0D6F4CD1CB}" srcOrd="2" destOrd="0" parTransId="{474AD342-EFDC-4638-817B-7C9ADC604514}" sibTransId="{2CC1A519-DE06-4162-B4DC-83B8B85936D1}"/>
    <dgm:cxn modelId="{CED318FA-62A5-41A3-80D4-048511E8C036}" type="presOf" srcId="{422E1D1A-650D-4B86-8A35-8E0D6F4CD1CB}" destId="{23A06FE4-C344-4397-9D52-B434D9304464}" srcOrd="0" destOrd="0" presId="urn:microsoft.com/office/officeart/2005/8/layout/vList2"/>
    <dgm:cxn modelId="{9B883F06-7C12-4C1A-835D-F3099F14F696}" type="presOf" srcId="{2774A32B-891D-4A05-91F5-6E1C1BD175E1}" destId="{D477D4F7-3486-464A-8EAA-091C46EB2506}" srcOrd="0" destOrd="0" presId="urn:microsoft.com/office/officeart/2005/8/layout/vList2"/>
    <dgm:cxn modelId="{6E3CDF0B-9387-41B4-880C-29C93084BC80}" type="presOf" srcId="{47940BFF-920F-4E42-B0E3-1493D2ACD193}" destId="{4BDB64A9-6E60-4B10-855B-276FE5EC8E99}" srcOrd="0" destOrd="0" presId="urn:microsoft.com/office/officeart/2005/8/layout/vList2"/>
    <dgm:cxn modelId="{55B553B9-6816-4B7B-AE14-36507B205CAA}" srcId="{8CD12369-1CCE-4E8E-AB9A-071B96729AAB}" destId="{2774A32B-891D-4A05-91F5-6E1C1BD175E1}" srcOrd="1" destOrd="0" parTransId="{957BEDEB-1AC8-4450-8942-E3424E7F0B8E}" sibTransId="{06E657BA-8EF7-461F-B5E5-D2C1526FE207}"/>
    <dgm:cxn modelId="{B5B4A91E-6D98-4511-B5B0-6360A3B9FA9E}" srcId="{8CD12369-1CCE-4E8E-AB9A-071B96729AAB}" destId="{47940BFF-920F-4E42-B0E3-1493D2ACD193}" srcOrd="3" destOrd="0" parTransId="{0C761626-C331-4C76-8BCD-285B691EB954}" sibTransId="{7C3E99C9-C1BB-45F0-A53E-2ADF82E93ED2}"/>
    <dgm:cxn modelId="{AAC797EE-C2B9-49D1-84D7-F5DBFF8E5EAF}" type="presOf" srcId="{8CD12369-1CCE-4E8E-AB9A-071B96729AAB}" destId="{A126817F-C6D8-4E4F-BD50-845733F5F98F}" srcOrd="0" destOrd="0" presId="urn:microsoft.com/office/officeart/2005/8/layout/vList2"/>
    <dgm:cxn modelId="{0E03A63B-D9D0-46AF-B396-C59A4DB48CEC}" type="presParOf" srcId="{A126817F-C6D8-4E4F-BD50-845733F5F98F}" destId="{03024C29-B2EA-413C-94A2-19FB0AAB2C34}" srcOrd="0" destOrd="0" presId="urn:microsoft.com/office/officeart/2005/8/layout/vList2"/>
    <dgm:cxn modelId="{E2787699-A021-4287-97FD-74EA25ADFC97}" type="presParOf" srcId="{A126817F-C6D8-4E4F-BD50-845733F5F98F}" destId="{4623A836-8CB9-48EF-9EBA-2AD103B5F11B}" srcOrd="1" destOrd="0" presId="urn:microsoft.com/office/officeart/2005/8/layout/vList2"/>
    <dgm:cxn modelId="{53B0F6AF-9BA0-473A-B61B-FB4D37052E81}" type="presParOf" srcId="{A126817F-C6D8-4E4F-BD50-845733F5F98F}" destId="{D477D4F7-3486-464A-8EAA-091C46EB2506}" srcOrd="2" destOrd="0" presId="urn:microsoft.com/office/officeart/2005/8/layout/vList2"/>
    <dgm:cxn modelId="{0240F859-9AF0-44E5-B72D-F456180C976E}" type="presParOf" srcId="{A126817F-C6D8-4E4F-BD50-845733F5F98F}" destId="{EAB37D13-CA35-4081-8CFD-4A8049C3D0E7}" srcOrd="3" destOrd="0" presId="urn:microsoft.com/office/officeart/2005/8/layout/vList2"/>
    <dgm:cxn modelId="{995E842A-4DC2-4B5B-90A3-7E12E8C351EC}" type="presParOf" srcId="{A126817F-C6D8-4E4F-BD50-845733F5F98F}" destId="{23A06FE4-C344-4397-9D52-B434D9304464}" srcOrd="4" destOrd="0" presId="urn:microsoft.com/office/officeart/2005/8/layout/vList2"/>
    <dgm:cxn modelId="{B8D63EF8-15B2-456A-BC61-3243A81DD7AF}" type="presParOf" srcId="{A126817F-C6D8-4E4F-BD50-845733F5F98F}" destId="{821D7EFF-CC49-4797-829F-9211F0C19605}" srcOrd="5" destOrd="0" presId="urn:microsoft.com/office/officeart/2005/8/layout/vList2"/>
    <dgm:cxn modelId="{0C9A89E6-E8A7-48BF-B84E-410DED66E859}" type="presParOf" srcId="{A126817F-C6D8-4E4F-BD50-845733F5F98F}" destId="{4BDB64A9-6E60-4B10-855B-276FE5EC8E9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5A6B94B-1395-477A-8398-18168DFE5FCD}" type="doc">
      <dgm:prSet loTypeId="urn:microsoft.com/office/officeart/2005/8/layout/vList2" loCatId="list" qsTypeId="urn:microsoft.com/office/officeart/2005/8/quickstyle/3d1" qsCatId="3D" csTypeId="urn:microsoft.com/office/officeart/2005/8/colors/accent0_1" csCatId="mainScheme"/>
      <dgm:spPr/>
      <dgm:t>
        <a:bodyPr/>
        <a:lstStyle/>
        <a:p>
          <a:endParaRPr lang="en-IN"/>
        </a:p>
      </dgm:t>
    </dgm:pt>
    <dgm:pt modelId="{EF0298BA-223F-4502-9F7E-C869F291AC14}">
      <dgm:prSet/>
      <dgm:spPr/>
      <dgm:t>
        <a:bodyPr/>
        <a:lstStyle/>
        <a:p>
          <a:pPr rtl="0"/>
          <a:r>
            <a:rPr lang="en-IN" dirty="0" smtClean="0"/>
            <a:t>Template-driven forms are best if you want to add a simple form to your application. For example: email list signup form.</a:t>
          </a:r>
          <a:endParaRPr lang="en-IN" dirty="0"/>
        </a:p>
      </dgm:t>
    </dgm:pt>
    <dgm:pt modelId="{4D2434F0-577D-4561-8AF8-A4FC730DC66F}" type="parTrans" cxnId="{66B1579F-1508-4BC4-9822-44B012BDFBC7}">
      <dgm:prSet/>
      <dgm:spPr/>
      <dgm:t>
        <a:bodyPr/>
        <a:lstStyle/>
        <a:p>
          <a:endParaRPr lang="en-IN"/>
        </a:p>
      </dgm:t>
    </dgm:pt>
    <dgm:pt modelId="{09658727-F551-4DA2-B969-3D172C626DAB}" type="sibTrans" cxnId="{66B1579F-1508-4BC4-9822-44B012BDFBC7}">
      <dgm:prSet/>
      <dgm:spPr/>
      <dgm:t>
        <a:bodyPr/>
        <a:lstStyle/>
        <a:p>
          <a:endParaRPr lang="en-IN"/>
        </a:p>
      </dgm:t>
    </dgm:pt>
    <dgm:pt modelId="{14C975E6-0B50-423A-B265-B47A86942166}">
      <dgm:prSet/>
      <dgm:spPr/>
      <dgm:t>
        <a:bodyPr/>
        <a:lstStyle/>
        <a:p>
          <a:pPr rtl="0"/>
          <a:r>
            <a:rPr lang="en-IN" dirty="0" smtClean="0"/>
            <a:t>Template-driven forms are easy to use in the application but they are not as scalable as Reactive forms.</a:t>
          </a:r>
          <a:endParaRPr lang="en-IN" dirty="0"/>
        </a:p>
      </dgm:t>
    </dgm:pt>
    <dgm:pt modelId="{F3DEA3CA-422F-4AAC-92E8-9FA875F4F9AB}" type="parTrans" cxnId="{CFEFF3E7-C4EF-4F96-9033-C4A58F74C402}">
      <dgm:prSet/>
      <dgm:spPr/>
      <dgm:t>
        <a:bodyPr/>
        <a:lstStyle/>
        <a:p>
          <a:endParaRPr lang="en-IN"/>
        </a:p>
      </dgm:t>
    </dgm:pt>
    <dgm:pt modelId="{B735644F-C070-4DFE-9AD5-1430E289D858}" type="sibTrans" cxnId="{CFEFF3E7-C4EF-4F96-9033-C4A58F74C402}">
      <dgm:prSet/>
      <dgm:spPr/>
      <dgm:t>
        <a:bodyPr/>
        <a:lstStyle/>
        <a:p>
          <a:endParaRPr lang="en-IN"/>
        </a:p>
      </dgm:t>
    </dgm:pt>
    <dgm:pt modelId="{46F5FDE8-5EA2-4AF2-AFB6-2C7BAB4AC834}">
      <dgm:prSet/>
      <dgm:spPr/>
      <dgm:t>
        <a:bodyPr/>
        <a:lstStyle/>
        <a:p>
          <a:pPr rtl="0"/>
          <a:r>
            <a:rPr lang="en-IN" smtClean="0"/>
            <a:t>Template-driven forms are mainly used if your application's requires a very basic form and logic. It can easily be managed in a template.</a:t>
          </a:r>
          <a:endParaRPr lang="en-IN"/>
        </a:p>
      </dgm:t>
    </dgm:pt>
    <dgm:pt modelId="{CE786B0E-0C77-45F3-B0C0-2DCF187E7803}" type="parTrans" cxnId="{E81C7A7C-7E6D-4E8B-96FA-65D40A8CA116}">
      <dgm:prSet/>
      <dgm:spPr/>
      <dgm:t>
        <a:bodyPr/>
        <a:lstStyle/>
        <a:p>
          <a:endParaRPr lang="en-IN"/>
        </a:p>
      </dgm:t>
    </dgm:pt>
    <dgm:pt modelId="{D4F42E95-33FC-4135-9B92-F11C8BE993CD}" type="sibTrans" cxnId="{E81C7A7C-7E6D-4E8B-96FA-65D40A8CA116}">
      <dgm:prSet/>
      <dgm:spPr/>
      <dgm:t>
        <a:bodyPr/>
        <a:lstStyle/>
        <a:p>
          <a:endParaRPr lang="en-IN"/>
        </a:p>
      </dgm:t>
    </dgm:pt>
    <dgm:pt modelId="{0CA7DC75-B1D5-4F14-B38E-5F5910366DA3}" type="pres">
      <dgm:prSet presAssocID="{15A6B94B-1395-477A-8398-18168DFE5FC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FC9E625D-1951-4834-A667-24D8C72C850C}" type="pres">
      <dgm:prSet presAssocID="{EF0298BA-223F-4502-9F7E-C869F291AC14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B269F69-930D-4FC3-A2E6-B96E753EACB9}" type="pres">
      <dgm:prSet presAssocID="{09658727-F551-4DA2-B969-3D172C626DAB}" presName="spacer" presStyleCnt="0"/>
      <dgm:spPr/>
    </dgm:pt>
    <dgm:pt modelId="{4FCE9DF2-4D17-42B6-B77C-4F1F652E918F}" type="pres">
      <dgm:prSet presAssocID="{14C975E6-0B50-423A-B265-B47A86942166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854C56A-C7D6-4328-913A-099B6218D340}" type="pres">
      <dgm:prSet presAssocID="{B735644F-C070-4DFE-9AD5-1430E289D858}" presName="spacer" presStyleCnt="0"/>
      <dgm:spPr/>
    </dgm:pt>
    <dgm:pt modelId="{FED1ADFA-9B49-4824-8987-CF307C8FB53E}" type="pres">
      <dgm:prSet presAssocID="{46F5FDE8-5EA2-4AF2-AFB6-2C7BAB4AC834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9D1EBC26-4671-4F3F-9D98-405E2EC5D661}" type="presOf" srcId="{14C975E6-0B50-423A-B265-B47A86942166}" destId="{4FCE9DF2-4D17-42B6-B77C-4F1F652E918F}" srcOrd="0" destOrd="0" presId="urn:microsoft.com/office/officeart/2005/8/layout/vList2"/>
    <dgm:cxn modelId="{604F91AA-33A9-4E33-B436-A4576894FB04}" type="presOf" srcId="{15A6B94B-1395-477A-8398-18168DFE5FCD}" destId="{0CA7DC75-B1D5-4F14-B38E-5F5910366DA3}" srcOrd="0" destOrd="0" presId="urn:microsoft.com/office/officeart/2005/8/layout/vList2"/>
    <dgm:cxn modelId="{E21D1640-CB21-489F-B88C-BB309AA57A59}" type="presOf" srcId="{46F5FDE8-5EA2-4AF2-AFB6-2C7BAB4AC834}" destId="{FED1ADFA-9B49-4824-8987-CF307C8FB53E}" srcOrd="0" destOrd="0" presId="urn:microsoft.com/office/officeart/2005/8/layout/vList2"/>
    <dgm:cxn modelId="{E81C7A7C-7E6D-4E8B-96FA-65D40A8CA116}" srcId="{15A6B94B-1395-477A-8398-18168DFE5FCD}" destId="{46F5FDE8-5EA2-4AF2-AFB6-2C7BAB4AC834}" srcOrd="2" destOrd="0" parTransId="{CE786B0E-0C77-45F3-B0C0-2DCF187E7803}" sibTransId="{D4F42E95-33FC-4135-9B92-F11C8BE993CD}"/>
    <dgm:cxn modelId="{66B1579F-1508-4BC4-9822-44B012BDFBC7}" srcId="{15A6B94B-1395-477A-8398-18168DFE5FCD}" destId="{EF0298BA-223F-4502-9F7E-C869F291AC14}" srcOrd="0" destOrd="0" parTransId="{4D2434F0-577D-4561-8AF8-A4FC730DC66F}" sibTransId="{09658727-F551-4DA2-B969-3D172C626DAB}"/>
    <dgm:cxn modelId="{B2196B69-2BF9-424C-BC80-90A2CE527F27}" type="presOf" srcId="{EF0298BA-223F-4502-9F7E-C869F291AC14}" destId="{FC9E625D-1951-4834-A667-24D8C72C850C}" srcOrd="0" destOrd="0" presId="urn:microsoft.com/office/officeart/2005/8/layout/vList2"/>
    <dgm:cxn modelId="{CFEFF3E7-C4EF-4F96-9033-C4A58F74C402}" srcId="{15A6B94B-1395-477A-8398-18168DFE5FCD}" destId="{14C975E6-0B50-423A-B265-B47A86942166}" srcOrd="1" destOrd="0" parTransId="{F3DEA3CA-422F-4AAC-92E8-9FA875F4F9AB}" sibTransId="{B735644F-C070-4DFE-9AD5-1430E289D858}"/>
    <dgm:cxn modelId="{5B8786A9-6ED2-4C81-B728-C72067B928ED}" type="presParOf" srcId="{0CA7DC75-B1D5-4F14-B38E-5F5910366DA3}" destId="{FC9E625D-1951-4834-A667-24D8C72C850C}" srcOrd="0" destOrd="0" presId="urn:microsoft.com/office/officeart/2005/8/layout/vList2"/>
    <dgm:cxn modelId="{5CA160E3-1237-4FAB-B65F-0A8C16147C49}" type="presParOf" srcId="{0CA7DC75-B1D5-4F14-B38E-5F5910366DA3}" destId="{3B269F69-930D-4FC3-A2E6-B96E753EACB9}" srcOrd="1" destOrd="0" presId="urn:microsoft.com/office/officeart/2005/8/layout/vList2"/>
    <dgm:cxn modelId="{73CDC1E7-6C3A-4645-9A4F-90710D641F88}" type="presParOf" srcId="{0CA7DC75-B1D5-4F14-B38E-5F5910366DA3}" destId="{4FCE9DF2-4D17-42B6-B77C-4F1F652E918F}" srcOrd="2" destOrd="0" presId="urn:microsoft.com/office/officeart/2005/8/layout/vList2"/>
    <dgm:cxn modelId="{F6D780E3-E3C1-497A-B18F-B12B46C17DDC}" type="presParOf" srcId="{0CA7DC75-B1D5-4F14-B38E-5F5910366DA3}" destId="{7854C56A-C7D6-4328-913A-099B6218D340}" srcOrd="3" destOrd="0" presId="urn:microsoft.com/office/officeart/2005/8/layout/vList2"/>
    <dgm:cxn modelId="{BFC112B9-DF71-4026-9D91-FB1C69E79D20}" type="presParOf" srcId="{0CA7DC75-B1D5-4F14-B38E-5F5910366DA3}" destId="{FED1ADFA-9B49-4824-8987-CF307C8FB53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0832CE2-BAD8-425E-A161-AB4C2D1456E9}" type="doc">
      <dgm:prSet loTypeId="urn:microsoft.com/office/officeart/2005/8/layout/vList2" loCatId="list" qsTypeId="urn:microsoft.com/office/officeart/2005/8/quickstyle/3d1" qsCatId="3D" csTypeId="urn:microsoft.com/office/officeart/2005/8/colors/accent0_1" csCatId="mainScheme"/>
      <dgm:spPr/>
      <dgm:t>
        <a:bodyPr/>
        <a:lstStyle/>
        <a:p>
          <a:endParaRPr lang="en-IN"/>
        </a:p>
      </dgm:t>
    </dgm:pt>
    <dgm:pt modelId="{8590E300-48B8-4C60-903D-A9DB69944A98}">
      <dgm:prSet/>
      <dgm:spPr/>
      <dgm:t>
        <a:bodyPr/>
        <a:lstStyle/>
        <a:p>
          <a:pPr rtl="0"/>
          <a:r>
            <a:rPr lang="en-IN" b="1" smtClean="0"/>
            <a:t>There are some building blocks which are shared by both reactive and template-driven forms:</a:t>
          </a:r>
          <a:endParaRPr lang="en-IN" b="1"/>
        </a:p>
      </dgm:t>
    </dgm:pt>
    <dgm:pt modelId="{6E096947-1BBB-4E15-9EA2-6E38C50B81B2}" type="parTrans" cxnId="{8EDF804F-523E-41E3-96E3-00F0052AEC1D}">
      <dgm:prSet/>
      <dgm:spPr/>
      <dgm:t>
        <a:bodyPr/>
        <a:lstStyle/>
        <a:p>
          <a:endParaRPr lang="en-IN" b="1"/>
        </a:p>
      </dgm:t>
    </dgm:pt>
    <dgm:pt modelId="{79075AD8-C010-425D-911A-7C5C0CDBAC48}" type="sibTrans" cxnId="{8EDF804F-523E-41E3-96E3-00F0052AEC1D}">
      <dgm:prSet/>
      <dgm:spPr/>
      <dgm:t>
        <a:bodyPr/>
        <a:lstStyle/>
        <a:p>
          <a:endParaRPr lang="en-IN" b="1"/>
        </a:p>
      </dgm:t>
    </dgm:pt>
    <dgm:pt modelId="{ADD1B1F5-72B5-4B1B-AB66-75864A5B2FDD}">
      <dgm:prSet/>
      <dgm:spPr/>
      <dgm:t>
        <a:bodyPr/>
        <a:lstStyle/>
        <a:p>
          <a:pPr rtl="0"/>
          <a:r>
            <a:rPr lang="en-IN" b="1" dirty="0" err="1" smtClean="0">
              <a:solidFill>
                <a:srgbClr val="C00000"/>
              </a:solidFill>
            </a:rPr>
            <a:t>FormControl</a:t>
          </a:r>
          <a:r>
            <a:rPr lang="en-IN" b="1" dirty="0" smtClean="0"/>
            <a:t>: It is used to track the value and validation status of an individual form control.</a:t>
          </a:r>
          <a:endParaRPr lang="en-IN" b="1" dirty="0"/>
        </a:p>
      </dgm:t>
    </dgm:pt>
    <dgm:pt modelId="{F50F16A6-E086-4710-9798-4D896ABD7B11}" type="parTrans" cxnId="{52856B71-1B64-42AD-A69F-7E5C6E4DFCDB}">
      <dgm:prSet/>
      <dgm:spPr/>
      <dgm:t>
        <a:bodyPr/>
        <a:lstStyle/>
        <a:p>
          <a:endParaRPr lang="en-IN" b="1"/>
        </a:p>
      </dgm:t>
    </dgm:pt>
    <dgm:pt modelId="{0F944423-DA0F-4E6A-96D6-95FDDA59EFB4}" type="sibTrans" cxnId="{52856B71-1B64-42AD-A69F-7E5C6E4DFCDB}">
      <dgm:prSet/>
      <dgm:spPr/>
      <dgm:t>
        <a:bodyPr/>
        <a:lstStyle/>
        <a:p>
          <a:endParaRPr lang="en-IN" b="1"/>
        </a:p>
      </dgm:t>
    </dgm:pt>
    <dgm:pt modelId="{D2868DB2-3402-4A7E-9E07-53A75EDE6E44}">
      <dgm:prSet/>
      <dgm:spPr/>
      <dgm:t>
        <a:bodyPr/>
        <a:lstStyle/>
        <a:p>
          <a:pPr rtl="0"/>
          <a:r>
            <a:rPr lang="en-IN" b="1" dirty="0" err="1" smtClean="0">
              <a:solidFill>
                <a:srgbClr val="C00000"/>
              </a:solidFill>
            </a:rPr>
            <a:t>FormGroup</a:t>
          </a:r>
          <a:r>
            <a:rPr lang="en-IN" b="1" dirty="0" smtClean="0"/>
            <a:t>: It is used to track the same values and status for a collection of form controls.</a:t>
          </a:r>
          <a:endParaRPr lang="en-IN" b="1" dirty="0"/>
        </a:p>
      </dgm:t>
    </dgm:pt>
    <dgm:pt modelId="{5EDAE630-F996-489A-9FBC-E5B57D4E0445}" type="parTrans" cxnId="{C0268FED-D134-4EAD-A7D2-A60373B02DBA}">
      <dgm:prSet/>
      <dgm:spPr/>
      <dgm:t>
        <a:bodyPr/>
        <a:lstStyle/>
        <a:p>
          <a:endParaRPr lang="en-IN" b="1"/>
        </a:p>
      </dgm:t>
    </dgm:pt>
    <dgm:pt modelId="{B542988B-1A2B-47AD-83BB-E6B8DE2D7130}" type="sibTrans" cxnId="{C0268FED-D134-4EAD-A7D2-A60373B02DBA}">
      <dgm:prSet/>
      <dgm:spPr/>
      <dgm:t>
        <a:bodyPr/>
        <a:lstStyle/>
        <a:p>
          <a:endParaRPr lang="en-IN" b="1"/>
        </a:p>
      </dgm:t>
    </dgm:pt>
    <dgm:pt modelId="{B4322EB3-B837-4F78-8C5A-3039BDED33BA}">
      <dgm:prSet/>
      <dgm:spPr/>
      <dgm:t>
        <a:bodyPr/>
        <a:lstStyle/>
        <a:p>
          <a:pPr rtl="0"/>
          <a:r>
            <a:rPr lang="en-IN" b="1" dirty="0" err="1" smtClean="0">
              <a:solidFill>
                <a:srgbClr val="C00000"/>
              </a:solidFill>
            </a:rPr>
            <a:t>FormArray</a:t>
          </a:r>
          <a:r>
            <a:rPr lang="en-IN" b="1" dirty="0" smtClean="0">
              <a:solidFill>
                <a:srgbClr val="C00000"/>
              </a:solidFill>
            </a:rPr>
            <a:t>: </a:t>
          </a:r>
          <a:r>
            <a:rPr lang="en-IN" b="1" dirty="0" smtClean="0"/>
            <a:t>It is used to track the same values and status for an array of form controls.</a:t>
          </a:r>
          <a:endParaRPr lang="en-IN" b="1" dirty="0"/>
        </a:p>
      </dgm:t>
    </dgm:pt>
    <dgm:pt modelId="{61E0927D-78B2-41C8-B1CB-7794BE6CB0A7}" type="parTrans" cxnId="{B8FE438B-D38D-4AC4-ACB2-CB1BB71C009F}">
      <dgm:prSet/>
      <dgm:spPr/>
      <dgm:t>
        <a:bodyPr/>
        <a:lstStyle/>
        <a:p>
          <a:endParaRPr lang="en-IN" b="1"/>
        </a:p>
      </dgm:t>
    </dgm:pt>
    <dgm:pt modelId="{C5C009EF-28EB-42AD-B7B9-DF274C44D14A}" type="sibTrans" cxnId="{B8FE438B-D38D-4AC4-ACB2-CB1BB71C009F}">
      <dgm:prSet/>
      <dgm:spPr/>
      <dgm:t>
        <a:bodyPr/>
        <a:lstStyle/>
        <a:p>
          <a:endParaRPr lang="en-IN" b="1"/>
        </a:p>
      </dgm:t>
    </dgm:pt>
    <dgm:pt modelId="{8BE468DE-91DF-4EB1-ACBF-FA7E0E966031}">
      <dgm:prSet/>
      <dgm:spPr/>
      <dgm:t>
        <a:bodyPr/>
        <a:lstStyle/>
        <a:p>
          <a:pPr rtl="0"/>
          <a:r>
            <a:rPr lang="en-IN" b="1" dirty="0" err="1" smtClean="0">
              <a:solidFill>
                <a:srgbClr val="C00000"/>
              </a:solidFill>
            </a:rPr>
            <a:t>ControlValueAccessor</a:t>
          </a:r>
          <a:r>
            <a:rPr lang="en-IN" b="1" dirty="0" smtClean="0">
              <a:solidFill>
                <a:srgbClr val="C00000"/>
              </a:solidFill>
            </a:rPr>
            <a:t>: </a:t>
          </a:r>
          <a:r>
            <a:rPr lang="en-IN" b="1" dirty="0" smtClean="0"/>
            <a:t>It is used to create a bridge between Angular </a:t>
          </a:r>
          <a:r>
            <a:rPr lang="en-IN" b="1" dirty="0" err="1" smtClean="0"/>
            <a:t>FormControl</a:t>
          </a:r>
          <a:r>
            <a:rPr lang="en-IN" b="1" dirty="0" smtClean="0"/>
            <a:t> instances and native DOM elements.</a:t>
          </a:r>
          <a:endParaRPr lang="en-IN" b="1" dirty="0"/>
        </a:p>
      </dgm:t>
    </dgm:pt>
    <dgm:pt modelId="{D49A5DD0-FD4B-4132-99A2-1436C0D2B4DD}" type="parTrans" cxnId="{80474F0B-D7BD-4EE2-AD31-A7F6E098A549}">
      <dgm:prSet/>
      <dgm:spPr/>
      <dgm:t>
        <a:bodyPr/>
        <a:lstStyle/>
        <a:p>
          <a:endParaRPr lang="en-IN" b="1"/>
        </a:p>
      </dgm:t>
    </dgm:pt>
    <dgm:pt modelId="{5C8256CB-EE1A-4009-A590-02AAB3713FBC}" type="sibTrans" cxnId="{80474F0B-D7BD-4EE2-AD31-A7F6E098A549}">
      <dgm:prSet/>
      <dgm:spPr/>
      <dgm:t>
        <a:bodyPr/>
        <a:lstStyle/>
        <a:p>
          <a:endParaRPr lang="en-IN" b="1"/>
        </a:p>
      </dgm:t>
    </dgm:pt>
    <dgm:pt modelId="{8C4E8565-5F75-460F-B503-4F2494C7CDBD}" type="pres">
      <dgm:prSet presAssocID="{00832CE2-BAD8-425E-A161-AB4C2D1456E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35B3FF36-9A62-4732-8867-DB4152F5BD11}" type="pres">
      <dgm:prSet presAssocID="{8590E300-48B8-4C60-903D-A9DB69944A98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55A2DD9-1985-4C90-9CE6-21C75FFC07AD}" type="pres">
      <dgm:prSet presAssocID="{79075AD8-C010-425D-911A-7C5C0CDBAC48}" presName="spacer" presStyleCnt="0"/>
      <dgm:spPr/>
    </dgm:pt>
    <dgm:pt modelId="{4E0F76D6-1B37-474D-BBDE-2AC09C74860F}" type="pres">
      <dgm:prSet presAssocID="{ADD1B1F5-72B5-4B1B-AB66-75864A5B2FDD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840E8C1-4C42-478F-86B9-1876D39598D8}" type="pres">
      <dgm:prSet presAssocID="{0F944423-DA0F-4E6A-96D6-95FDDA59EFB4}" presName="spacer" presStyleCnt="0"/>
      <dgm:spPr/>
    </dgm:pt>
    <dgm:pt modelId="{F518222E-353D-46CE-ABE0-920F87E8E437}" type="pres">
      <dgm:prSet presAssocID="{D2868DB2-3402-4A7E-9E07-53A75EDE6E44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ACA8378-4CF4-404F-8385-829DA23BE85B}" type="pres">
      <dgm:prSet presAssocID="{B542988B-1A2B-47AD-83BB-E6B8DE2D7130}" presName="spacer" presStyleCnt="0"/>
      <dgm:spPr/>
    </dgm:pt>
    <dgm:pt modelId="{C428F78F-8DC0-4E16-ABC6-3C630085DA05}" type="pres">
      <dgm:prSet presAssocID="{B4322EB3-B837-4F78-8C5A-3039BDED33BA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F120387-0C90-46FB-BD5D-31139DE749F0}" type="pres">
      <dgm:prSet presAssocID="{C5C009EF-28EB-42AD-B7B9-DF274C44D14A}" presName="spacer" presStyleCnt="0"/>
      <dgm:spPr/>
    </dgm:pt>
    <dgm:pt modelId="{2118E97E-7B76-4B72-A4FC-F265974830F3}" type="pres">
      <dgm:prSet presAssocID="{8BE468DE-91DF-4EB1-ACBF-FA7E0E966031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B8FE438B-D38D-4AC4-ACB2-CB1BB71C009F}" srcId="{00832CE2-BAD8-425E-A161-AB4C2D1456E9}" destId="{B4322EB3-B837-4F78-8C5A-3039BDED33BA}" srcOrd="3" destOrd="0" parTransId="{61E0927D-78B2-41C8-B1CB-7794BE6CB0A7}" sibTransId="{C5C009EF-28EB-42AD-B7B9-DF274C44D14A}"/>
    <dgm:cxn modelId="{192D2CC2-C37F-44F1-BDFB-73B154DC4197}" type="presOf" srcId="{D2868DB2-3402-4A7E-9E07-53A75EDE6E44}" destId="{F518222E-353D-46CE-ABE0-920F87E8E437}" srcOrd="0" destOrd="0" presId="urn:microsoft.com/office/officeart/2005/8/layout/vList2"/>
    <dgm:cxn modelId="{BFCFD58B-12BD-4AF4-8823-C74F1F2FD10E}" type="presOf" srcId="{8BE468DE-91DF-4EB1-ACBF-FA7E0E966031}" destId="{2118E97E-7B76-4B72-A4FC-F265974830F3}" srcOrd="0" destOrd="0" presId="urn:microsoft.com/office/officeart/2005/8/layout/vList2"/>
    <dgm:cxn modelId="{4896E329-2953-4A5E-B1F7-6D24FF2B66F9}" type="presOf" srcId="{00832CE2-BAD8-425E-A161-AB4C2D1456E9}" destId="{8C4E8565-5F75-460F-B503-4F2494C7CDBD}" srcOrd="0" destOrd="0" presId="urn:microsoft.com/office/officeart/2005/8/layout/vList2"/>
    <dgm:cxn modelId="{80474F0B-D7BD-4EE2-AD31-A7F6E098A549}" srcId="{00832CE2-BAD8-425E-A161-AB4C2D1456E9}" destId="{8BE468DE-91DF-4EB1-ACBF-FA7E0E966031}" srcOrd="4" destOrd="0" parTransId="{D49A5DD0-FD4B-4132-99A2-1436C0D2B4DD}" sibTransId="{5C8256CB-EE1A-4009-A590-02AAB3713FBC}"/>
    <dgm:cxn modelId="{BE71EB9B-55F5-43EE-81DB-6D3B57371F03}" type="presOf" srcId="{ADD1B1F5-72B5-4B1B-AB66-75864A5B2FDD}" destId="{4E0F76D6-1B37-474D-BBDE-2AC09C74860F}" srcOrd="0" destOrd="0" presId="urn:microsoft.com/office/officeart/2005/8/layout/vList2"/>
    <dgm:cxn modelId="{21ECB6A1-5772-4DFB-951E-8BC282EC42DB}" type="presOf" srcId="{8590E300-48B8-4C60-903D-A9DB69944A98}" destId="{35B3FF36-9A62-4732-8867-DB4152F5BD11}" srcOrd="0" destOrd="0" presId="urn:microsoft.com/office/officeart/2005/8/layout/vList2"/>
    <dgm:cxn modelId="{52856B71-1B64-42AD-A69F-7E5C6E4DFCDB}" srcId="{00832CE2-BAD8-425E-A161-AB4C2D1456E9}" destId="{ADD1B1F5-72B5-4B1B-AB66-75864A5B2FDD}" srcOrd="1" destOrd="0" parTransId="{F50F16A6-E086-4710-9798-4D896ABD7B11}" sibTransId="{0F944423-DA0F-4E6A-96D6-95FDDA59EFB4}"/>
    <dgm:cxn modelId="{46A666E4-BD55-456B-9BC0-9AE2C40D9BFB}" type="presOf" srcId="{B4322EB3-B837-4F78-8C5A-3039BDED33BA}" destId="{C428F78F-8DC0-4E16-ABC6-3C630085DA05}" srcOrd="0" destOrd="0" presId="urn:microsoft.com/office/officeart/2005/8/layout/vList2"/>
    <dgm:cxn modelId="{C0268FED-D134-4EAD-A7D2-A60373B02DBA}" srcId="{00832CE2-BAD8-425E-A161-AB4C2D1456E9}" destId="{D2868DB2-3402-4A7E-9E07-53A75EDE6E44}" srcOrd="2" destOrd="0" parTransId="{5EDAE630-F996-489A-9FBC-E5B57D4E0445}" sibTransId="{B542988B-1A2B-47AD-83BB-E6B8DE2D7130}"/>
    <dgm:cxn modelId="{8EDF804F-523E-41E3-96E3-00F0052AEC1D}" srcId="{00832CE2-BAD8-425E-A161-AB4C2D1456E9}" destId="{8590E300-48B8-4C60-903D-A9DB69944A98}" srcOrd="0" destOrd="0" parTransId="{6E096947-1BBB-4E15-9EA2-6E38C50B81B2}" sibTransId="{79075AD8-C010-425D-911A-7C5C0CDBAC48}"/>
    <dgm:cxn modelId="{AE4E4B06-0E6E-4CF1-98E4-9CA1F90F6140}" type="presParOf" srcId="{8C4E8565-5F75-460F-B503-4F2494C7CDBD}" destId="{35B3FF36-9A62-4732-8867-DB4152F5BD11}" srcOrd="0" destOrd="0" presId="urn:microsoft.com/office/officeart/2005/8/layout/vList2"/>
    <dgm:cxn modelId="{4ACFEFC0-FF61-4D74-A7CC-F90415337A53}" type="presParOf" srcId="{8C4E8565-5F75-460F-B503-4F2494C7CDBD}" destId="{D55A2DD9-1985-4C90-9CE6-21C75FFC07AD}" srcOrd="1" destOrd="0" presId="urn:microsoft.com/office/officeart/2005/8/layout/vList2"/>
    <dgm:cxn modelId="{CEA8B189-73B9-4087-A739-B824FC354C54}" type="presParOf" srcId="{8C4E8565-5F75-460F-B503-4F2494C7CDBD}" destId="{4E0F76D6-1B37-474D-BBDE-2AC09C74860F}" srcOrd="2" destOrd="0" presId="urn:microsoft.com/office/officeart/2005/8/layout/vList2"/>
    <dgm:cxn modelId="{054823C5-951A-428F-9B84-1CF07D96D900}" type="presParOf" srcId="{8C4E8565-5F75-460F-B503-4F2494C7CDBD}" destId="{E840E8C1-4C42-478F-86B9-1876D39598D8}" srcOrd="3" destOrd="0" presId="urn:microsoft.com/office/officeart/2005/8/layout/vList2"/>
    <dgm:cxn modelId="{57163A27-0537-435C-B661-5A39AA1412E4}" type="presParOf" srcId="{8C4E8565-5F75-460F-B503-4F2494C7CDBD}" destId="{F518222E-353D-46CE-ABE0-920F87E8E437}" srcOrd="4" destOrd="0" presId="urn:microsoft.com/office/officeart/2005/8/layout/vList2"/>
    <dgm:cxn modelId="{9DC1200D-067D-4C95-85ED-E65471A3BCBF}" type="presParOf" srcId="{8C4E8565-5F75-460F-B503-4F2494C7CDBD}" destId="{3ACA8378-4CF4-404F-8385-829DA23BE85B}" srcOrd="5" destOrd="0" presId="urn:microsoft.com/office/officeart/2005/8/layout/vList2"/>
    <dgm:cxn modelId="{26EAC34A-D687-49EB-9BC7-412476762A2E}" type="presParOf" srcId="{8C4E8565-5F75-460F-B503-4F2494C7CDBD}" destId="{C428F78F-8DC0-4E16-ABC6-3C630085DA05}" srcOrd="6" destOrd="0" presId="urn:microsoft.com/office/officeart/2005/8/layout/vList2"/>
    <dgm:cxn modelId="{29910708-2517-4796-BDA4-30085C3F7A7B}" type="presParOf" srcId="{8C4E8565-5F75-460F-B503-4F2494C7CDBD}" destId="{0F120387-0C90-46FB-BD5D-31139DE749F0}" srcOrd="7" destOrd="0" presId="urn:microsoft.com/office/officeart/2005/8/layout/vList2"/>
    <dgm:cxn modelId="{D79A3DDB-AEDD-4878-A794-30143182C2C9}" type="presParOf" srcId="{8C4E8565-5F75-460F-B503-4F2494C7CDBD}" destId="{2118E97E-7B76-4B72-A4FC-F265974830F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A4AB890-0E58-4BFA-B27F-4C6C975AE730}" type="doc">
      <dgm:prSet loTypeId="urn:microsoft.com/office/officeart/2005/8/layout/vList2" loCatId="list" qsTypeId="urn:microsoft.com/office/officeart/2005/8/quickstyle/3d1" qsCatId="3D" csTypeId="urn:microsoft.com/office/officeart/2005/8/colors/accent0_1" csCatId="mainScheme"/>
      <dgm:spPr/>
      <dgm:t>
        <a:bodyPr/>
        <a:lstStyle/>
        <a:p>
          <a:endParaRPr lang="en-IN"/>
        </a:p>
      </dgm:t>
    </dgm:pt>
    <dgm:pt modelId="{B1B2A344-7FF7-4850-8853-2EA9401B4010}">
      <dgm:prSet custT="1"/>
      <dgm:spPr/>
      <dgm:t>
        <a:bodyPr/>
        <a:lstStyle/>
        <a:p>
          <a:pPr rtl="0"/>
          <a:r>
            <a:rPr lang="en-IN" sz="1800" b="1" dirty="0" smtClean="0"/>
            <a:t>Build an Angular form with a component and template.</a:t>
          </a:r>
          <a:endParaRPr lang="en-IN" sz="1800" b="1" dirty="0"/>
        </a:p>
      </dgm:t>
    </dgm:pt>
    <dgm:pt modelId="{A720E0E1-6CE5-40E2-A18C-8A49B6120AC2}" type="parTrans" cxnId="{129FB2DE-1B4C-472F-8A46-1F108CEA45C5}">
      <dgm:prSet/>
      <dgm:spPr/>
      <dgm:t>
        <a:bodyPr/>
        <a:lstStyle/>
        <a:p>
          <a:endParaRPr lang="en-IN" sz="2400" b="1"/>
        </a:p>
      </dgm:t>
    </dgm:pt>
    <dgm:pt modelId="{504D9F19-903C-4BFC-81C9-F4BD975CC651}" type="sibTrans" cxnId="{129FB2DE-1B4C-472F-8A46-1F108CEA45C5}">
      <dgm:prSet/>
      <dgm:spPr/>
      <dgm:t>
        <a:bodyPr/>
        <a:lstStyle/>
        <a:p>
          <a:endParaRPr lang="en-IN" sz="2400" b="1"/>
        </a:p>
      </dgm:t>
    </dgm:pt>
    <dgm:pt modelId="{7FFDEC08-8268-4471-AFEB-6B6AEFB65D6D}">
      <dgm:prSet custT="1"/>
      <dgm:spPr/>
      <dgm:t>
        <a:bodyPr/>
        <a:lstStyle/>
        <a:p>
          <a:pPr rtl="0"/>
          <a:r>
            <a:rPr lang="en-IN" sz="1800" b="1" smtClean="0"/>
            <a:t>Create html-input-elements and then use directives like ngModel to bind their value to a component's variable.</a:t>
          </a:r>
          <a:endParaRPr lang="en-IN" sz="1800" b="1"/>
        </a:p>
      </dgm:t>
    </dgm:pt>
    <dgm:pt modelId="{A081F3FF-1D11-4312-A4EC-F542EECA7EBA}" type="parTrans" cxnId="{D6A9CBDF-041A-4866-BD22-C5A0DC1344D0}">
      <dgm:prSet/>
      <dgm:spPr/>
      <dgm:t>
        <a:bodyPr/>
        <a:lstStyle/>
        <a:p>
          <a:endParaRPr lang="en-IN" sz="2400" b="1"/>
        </a:p>
      </dgm:t>
    </dgm:pt>
    <dgm:pt modelId="{8A7CE08A-D68D-4079-8515-F7E75C671692}" type="sibTrans" cxnId="{D6A9CBDF-041A-4866-BD22-C5A0DC1344D0}">
      <dgm:prSet/>
      <dgm:spPr/>
      <dgm:t>
        <a:bodyPr/>
        <a:lstStyle/>
        <a:p>
          <a:endParaRPr lang="en-IN" sz="2400" b="1"/>
        </a:p>
      </dgm:t>
    </dgm:pt>
    <dgm:pt modelId="{FEE1EFAA-0CCC-4C22-9A42-358918650B5C}">
      <dgm:prSet custT="1"/>
      <dgm:spPr/>
      <dgm:t>
        <a:bodyPr/>
        <a:lstStyle/>
        <a:p>
          <a:pPr rtl="0"/>
          <a:r>
            <a:rPr lang="en-IN" sz="1800" b="1" smtClean="0"/>
            <a:t>Use ngModel to create two-way data bindings for reading and writing input-control values.</a:t>
          </a:r>
          <a:endParaRPr lang="en-IN" sz="1800" b="1"/>
        </a:p>
      </dgm:t>
    </dgm:pt>
    <dgm:pt modelId="{A38D7EF2-4A1D-423D-B14A-8271F3FC15CD}" type="parTrans" cxnId="{B4244F82-7406-44D2-86BB-39E560218444}">
      <dgm:prSet/>
      <dgm:spPr/>
      <dgm:t>
        <a:bodyPr/>
        <a:lstStyle/>
        <a:p>
          <a:endParaRPr lang="en-IN" sz="2400" b="1"/>
        </a:p>
      </dgm:t>
    </dgm:pt>
    <dgm:pt modelId="{784ACDC1-D9B3-41C0-A2E0-D242BFCEF291}" type="sibTrans" cxnId="{B4244F82-7406-44D2-86BB-39E560218444}">
      <dgm:prSet/>
      <dgm:spPr/>
      <dgm:t>
        <a:bodyPr/>
        <a:lstStyle/>
        <a:p>
          <a:endParaRPr lang="en-IN" sz="2400" b="1"/>
        </a:p>
      </dgm:t>
    </dgm:pt>
    <dgm:pt modelId="{DD591B7C-BA30-4DE0-9643-5BC393457F42}">
      <dgm:prSet custT="1"/>
      <dgm:spPr/>
      <dgm:t>
        <a:bodyPr/>
        <a:lstStyle/>
        <a:p>
          <a:pPr rtl="0"/>
          <a:r>
            <a:rPr lang="en-IN" sz="1800" b="1" dirty="0" smtClean="0"/>
            <a:t>Track state changes and the validity of form controls.</a:t>
          </a:r>
          <a:endParaRPr lang="en-IN" sz="1800" b="1" dirty="0"/>
        </a:p>
      </dgm:t>
    </dgm:pt>
    <dgm:pt modelId="{77F0CCAC-44B0-48A4-BDA3-4E9E2C34C63A}" type="parTrans" cxnId="{0CD6A062-9BF8-4683-96F3-4AA0A4B3F05E}">
      <dgm:prSet/>
      <dgm:spPr/>
      <dgm:t>
        <a:bodyPr/>
        <a:lstStyle/>
        <a:p>
          <a:endParaRPr lang="en-IN" sz="2400" b="1"/>
        </a:p>
      </dgm:t>
    </dgm:pt>
    <dgm:pt modelId="{96D8BB2C-A5C5-4624-A8E6-87BED4EBD1E5}" type="sibTrans" cxnId="{0CD6A062-9BF8-4683-96F3-4AA0A4B3F05E}">
      <dgm:prSet/>
      <dgm:spPr/>
      <dgm:t>
        <a:bodyPr/>
        <a:lstStyle/>
        <a:p>
          <a:endParaRPr lang="en-IN" sz="2400" b="1"/>
        </a:p>
      </dgm:t>
    </dgm:pt>
    <dgm:pt modelId="{C4B16F14-FBC7-4039-80E2-082ACB7CD9DE}">
      <dgm:prSet custT="1"/>
      <dgm:spPr/>
      <dgm:t>
        <a:bodyPr/>
        <a:lstStyle/>
        <a:p>
          <a:pPr rtl="0"/>
          <a:r>
            <a:rPr lang="en-IN" sz="1800" b="1" smtClean="0"/>
            <a:t>Provide visual feedback using special CSS classes that track the state of the controls.</a:t>
          </a:r>
          <a:endParaRPr lang="en-IN" sz="1800" b="1"/>
        </a:p>
      </dgm:t>
    </dgm:pt>
    <dgm:pt modelId="{321D9D7A-D6B1-47DA-A9D9-B0D84A9805CF}" type="parTrans" cxnId="{DBD830DD-C0A2-4508-BDED-AFF734719753}">
      <dgm:prSet/>
      <dgm:spPr/>
      <dgm:t>
        <a:bodyPr/>
        <a:lstStyle/>
        <a:p>
          <a:endParaRPr lang="en-IN" sz="2400" b="1"/>
        </a:p>
      </dgm:t>
    </dgm:pt>
    <dgm:pt modelId="{922A8024-CC66-4DD3-943E-C77701632036}" type="sibTrans" cxnId="{DBD830DD-C0A2-4508-BDED-AFF734719753}">
      <dgm:prSet/>
      <dgm:spPr/>
      <dgm:t>
        <a:bodyPr/>
        <a:lstStyle/>
        <a:p>
          <a:endParaRPr lang="en-IN" sz="2400" b="1"/>
        </a:p>
      </dgm:t>
    </dgm:pt>
    <dgm:pt modelId="{CFC65E87-A494-4BBB-9087-338E5E0B0779}">
      <dgm:prSet custT="1"/>
      <dgm:spPr/>
      <dgm:t>
        <a:bodyPr/>
        <a:lstStyle/>
        <a:p>
          <a:pPr rtl="0"/>
          <a:r>
            <a:rPr lang="en-IN" sz="1800" b="1" smtClean="0"/>
            <a:t>Display validation errors to users and enable/disable form controls.</a:t>
          </a:r>
          <a:endParaRPr lang="en-IN" sz="1800" b="1"/>
        </a:p>
      </dgm:t>
    </dgm:pt>
    <dgm:pt modelId="{3E06C778-CF0D-49C5-A522-1966A3AE9AA7}" type="parTrans" cxnId="{ECA74484-8949-41E8-8090-A13021C46F67}">
      <dgm:prSet/>
      <dgm:spPr/>
      <dgm:t>
        <a:bodyPr/>
        <a:lstStyle/>
        <a:p>
          <a:endParaRPr lang="en-IN" sz="2400" b="1"/>
        </a:p>
      </dgm:t>
    </dgm:pt>
    <dgm:pt modelId="{99BD70DC-EA92-4375-A972-A3B5FD44EE8B}" type="sibTrans" cxnId="{ECA74484-8949-41E8-8090-A13021C46F67}">
      <dgm:prSet/>
      <dgm:spPr/>
      <dgm:t>
        <a:bodyPr/>
        <a:lstStyle/>
        <a:p>
          <a:endParaRPr lang="en-IN" sz="2400" b="1"/>
        </a:p>
      </dgm:t>
    </dgm:pt>
    <dgm:pt modelId="{39C92B1D-FF7F-47F5-8D27-9E71B153AF03}">
      <dgm:prSet custT="1"/>
      <dgm:spPr/>
      <dgm:t>
        <a:bodyPr/>
        <a:lstStyle/>
        <a:p>
          <a:pPr rtl="0"/>
          <a:r>
            <a:rPr lang="en-IN" sz="1800" b="1" smtClean="0"/>
            <a:t>Share information across HTML elements using template reference variables.</a:t>
          </a:r>
          <a:endParaRPr lang="en-IN" sz="1800" b="1"/>
        </a:p>
      </dgm:t>
    </dgm:pt>
    <dgm:pt modelId="{77ECFA72-8D45-41C9-B859-B6A963B45835}" type="parTrans" cxnId="{7A85D12F-640B-4284-91F0-2D6A700106A6}">
      <dgm:prSet/>
      <dgm:spPr/>
      <dgm:t>
        <a:bodyPr/>
        <a:lstStyle/>
        <a:p>
          <a:endParaRPr lang="en-IN" sz="2400" b="1"/>
        </a:p>
      </dgm:t>
    </dgm:pt>
    <dgm:pt modelId="{1C786855-CF94-4C58-9869-59695B9A4361}" type="sibTrans" cxnId="{7A85D12F-640B-4284-91F0-2D6A700106A6}">
      <dgm:prSet/>
      <dgm:spPr/>
      <dgm:t>
        <a:bodyPr/>
        <a:lstStyle/>
        <a:p>
          <a:endParaRPr lang="en-IN" sz="2400" b="1"/>
        </a:p>
      </dgm:t>
    </dgm:pt>
    <dgm:pt modelId="{DB59FF00-97EC-401F-B1FA-BAF514BB0F9A}" type="pres">
      <dgm:prSet presAssocID="{DA4AB890-0E58-4BFA-B27F-4C6C975AE73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E40D7AB5-B608-42F2-BC76-6870A09EF175}" type="pres">
      <dgm:prSet presAssocID="{B1B2A344-7FF7-4850-8853-2EA9401B4010}" presName="parentText" presStyleLbl="node1" presStyleIdx="0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3AF2314-434C-4F23-9E52-70A698404C9D}" type="pres">
      <dgm:prSet presAssocID="{504D9F19-903C-4BFC-81C9-F4BD975CC651}" presName="spacer" presStyleCnt="0"/>
      <dgm:spPr/>
    </dgm:pt>
    <dgm:pt modelId="{FB7A2AE1-1F2C-4B8E-BF89-6947C64D2946}" type="pres">
      <dgm:prSet presAssocID="{7FFDEC08-8268-4471-AFEB-6B6AEFB65D6D}" presName="parentText" presStyleLbl="node1" presStyleIdx="1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4A1A9E6-D5F0-413D-BD41-B46B962F8597}" type="pres">
      <dgm:prSet presAssocID="{8A7CE08A-D68D-4079-8515-F7E75C671692}" presName="spacer" presStyleCnt="0"/>
      <dgm:spPr/>
    </dgm:pt>
    <dgm:pt modelId="{C1B450DE-52A0-4841-B9B0-0EDD37B2F653}" type="pres">
      <dgm:prSet presAssocID="{FEE1EFAA-0CCC-4C22-9A42-358918650B5C}" presName="parentText" presStyleLbl="node1" presStyleIdx="2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38624D0-54D6-4DA9-AD15-279A5F4B382B}" type="pres">
      <dgm:prSet presAssocID="{784ACDC1-D9B3-41C0-A2E0-D242BFCEF291}" presName="spacer" presStyleCnt="0"/>
      <dgm:spPr/>
    </dgm:pt>
    <dgm:pt modelId="{254F273A-039D-45ED-8B64-53C5842A1EF8}" type="pres">
      <dgm:prSet presAssocID="{DD591B7C-BA30-4DE0-9643-5BC393457F42}" presName="parentText" presStyleLbl="node1" presStyleIdx="3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9345646-2446-4492-B374-6365506F79E4}" type="pres">
      <dgm:prSet presAssocID="{96D8BB2C-A5C5-4624-A8E6-87BED4EBD1E5}" presName="spacer" presStyleCnt="0"/>
      <dgm:spPr/>
    </dgm:pt>
    <dgm:pt modelId="{30A8CD69-E607-4E02-8CBF-4C05C38CA181}" type="pres">
      <dgm:prSet presAssocID="{C4B16F14-FBC7-4039-80E2-082ACB7CD9DE}" presName="parentText" presStyleLbl="node1" presStyleIdx="4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AC77611-FF0E-436F-B5AE-DBB1598B895E}" type="pres">
      <dgm:prSet presAssocID="{922A8024-CC66-4DD3-943E-C77701632036}" presName="spacer" presStyleCnt="0"/>
      <dgm:spPr/>
    </dgm:pt>
    <dgm:pt modelId="{FB4A3476-E4F7-4A78-A94C-07C6A0550C0D}" type="pres">
      <dgm:prSet presAssocID="{CFC65E87-A494-4BBB-9087-338E5E0B0779}" presName="parentText" presStyleLbl="node1" presStyleIdx="5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BECED04-B31C-436E-8BF4-12D618209275}" type="pres">
      <dgm:prSet presAssocID="{99BD70DC-EA92-4375-A972-A3B5FD44EE8B}" presName="spacer" presStyleCnt="0"/>
      <dgm:spPr/>
    </dgm:pt>
    <dgm:pt modelId="{7B3AB297-A6B1-4EB1-B71D-BCA2F73110C6}" type="pres">
      <dgm:prSet presAssocID="{39C92B1D-FF7F-47F5-8D27-9E71B153AF03}" presName="parentText" presStyleLbl="node1" presStyleIdx="6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8607A785-AD9A-41A1-A8E2-BDED491BF36C}" type="presOf" srcId="{CFC65E87-A494-4BBB-9087-338E5E0B0779}" destId="{FB4A3476-E4F7-4A78-A94C-07C6A0550C0D}" srcOrd="0" destOrd="0" presId="urn:microsoft.com/office/officeart/2005/8/layout/vList2"/>
    <dgm:cxn modelId="{7A85D12F-640B-4284-91F0-2D6A700106A6}" srcId="{DA4AB890-0E58-4BFA-B27F-4C6C975AE730}" destId="{39C92B1D-FF7F-47F5-8D27-9E71B153AF03}" srcOrd="6" destOrd="0" parTransId="{77ECFA72-8D45-41C9-B859-B6A963B45835}" sibTransId="{1C786855-CF94-4C58-9869-59695B9A4361}"/>
    <dgm:cxn modelId="{D0D05ECF-34B6-4809-AD74-73FA09255A1B}" type="presOf" srcId="{C4B16F14-FBC7-4039-80E2-082ACB7CD9DE}" destId="{30A8CD69-E607-4E02-8CBF-4C05C38CA181}" srcOrd="0" destOrd="0" presId="urn:microsoft.com/office/officeart/2005/8/layout/vList2"/>
    <dgm:cxn modelId="{B4244F82-7406-44D2-86BB-39E560218444}" srcId="{DA4AB890-0E58-4BFA-B27F-4C6C975AE730}" destId="{FEE1EFAA-0CCC-4C22-9A42-358918650B5C}" srcOrd="2" destOrd="0" parTransId="{A38D7EF2-4A1D-423D-B14A-8271F3FC15CD}" sibTransId="{784ACDC1-D9B3-41C0-A2E0-D242BFCEF291}"/>
    <dgm:cxn modelId="{2BCAC011-6C7E-4BC4-9F3E-C36CB5DE0D99}" type="presOf" srcId="{FEE1EFAA-0CCC-4C22-9A42-358918650B5C}" destId="{C1B450DE-52A0-4841-B9B0-0EDD37B2F653}" srcOrd="0" destOrd="0" presId="urn:microsoft.com/office/officeart/2005/8/layout/vList2"/>
    <dgm:cxn modelId="{DBD830DD-C0A2-4508-BDED-AFF734719753}" srcId="{DA4AB890-0E58-4BFA-B27F-4C6C975AE730}" destId="{C4B16F14-FBC7-4039-80E2-082ACB7CD9DE}" srcOrd="4" destOrd="0" parTransId="{321D9D7A-D6B1-47DA-A9D9-B0D84A9805CF}" sibTransId="{922A8024-CC66-4DD3-943E-C77701632036}"/>
    <dgm:cxn modelId="{129FB2DE-1B4C-472F-8A46-1F108CEA45C5}" srcId="{DA4AB890-0E58-4BFA-B27F-4C6C975AE730}" destId="{B1B2A344-7FF7-4850-8853-2EA9401B4010}" srcOrd="0" destOrd="0" parTransId="{A720E0E1-6CE5-40E2-A18C-8A49B6120AC2}" sibTransId="{504D9F19-903C-4BFC-81C9-F4BD975CC651}"/>
    <dgm:cxn modelId="{41052675-3F27-499E-993F-8DEF2A69F75C}" type="presOf" srcId="{DA4AB890-0E58-4BFA-B27F-4C6C975AE730}" destId="{DB59FF00-97EC-401F-B1FA-BAF514BB0F9A}" srcOrd="0" destOrd="0" presId="urn:microsoft.com/office/officeart/2005/8/layout/vList2"/>
    <dgm:cxn modelId="{D58E84AE-4C31-4326-B809-BC7E1DF6EF3F}" type="presOf" srcId="{B1B2A344-7FF7-4850-8853-2EA9401B4010}" destId="{E40D7AB5-B608-42F2-BC76-6870A09EF175}" srcOrd="0" destOrd="0" presId="urn:microsoft.com/office/officeart/2005/8/layout/vList2"/>
    <dgm:cxn modelId="{0CD6A062-9BF8-4683-96F3-4AA0A4B3F05E}" srcId="{DA4AB890-0E58-4BFA-B27F-4C6C975AE730}" destId="{DD591B7C-BA30-4DE0-9643-5BC393457F42}" srcOrd="3" destOrd="0" parTransId="{77F0CCAC-44B0-48A4-BDA3-4E9E2C34C63A}" sibTransId="{96D8BB2C-A5C5-4624-A8E6-87BED4EBD1E5}"/>
    <dgm:cxn modelId="{5CA7DA35-D357-4BA9-94A6-28E319B81289}" type="presOf" srcId="{DD591B7C-BA30-4DE0-9643-5BC393457F42}" destId="{254F273A-039D-45ED-8B64-53C5842A1EF8}" srcOrd="0" destOrd="0" presId="urn:microsoft.com/office/officeart/2005/8/layout/vList2"/>
    <dgm:cxn modelId="{ECA74484-8949-41E8-8090-A13021C46F67}" srcId="{DA4AB890-0E58-4BFA-B27F-4C6C975AE730}" destId="{CFC65E87-A494-4BBB-9087-338E5E0B0779}" srcOrd="5" destOrd="0" parTransId="{3E06C778-CF0D-49C5-A522-1966A3AE9AA7}" sibTransId="{99BD70DC-EA92-4375-A972-A3B5FD44EE8B}"/>
    <dgm:cxn modelId="{D6A9CBDF-041A-4866-BD22-C5A0DC1344D0}" srcId="{DA4AB890-0E58-4BFA-B27F-4C6C975AE730}" destId="{7FFDEC08-8268-4471-AFEB-6B6AEFB65D6D}" srcOrd="1" destOrd="0" parTransId="{A081F3FF-1D11-4312-A4EC-F542EECA7EBA}" sibTransId="{8A7CE08A-D68D-4079-8515-F7E75C671692}"/>
    <dgm:cxn modelId="{010BEEFE-CFBF-4D35-898F-29FEEBE8F6C2}" type="presOf" srcId="{39C92B1D-FF7F-47F5-8D27-9E71B153AF03}" destId="{7B3AB297-A6B1-4EB1-B71D-BCA2F73110C6}" srcOrd="0" destOrd="0" presId="urn:microsoft.com/office/officeart/2005/8/layout/vList2"/>
    <dgm:cxn modelId="{06E36DA2-F779-41F5-A2A0-549C140BF552}" type="presOf" srcId="{7FFDEC08-8268-4471-AFEB-6B6AEFB65D6D}" destId="{FB7A2AE1-1F2C-4B8E-BF89-6947C64D2946}" srcOrd="0" destOrd="0" presId="urn:microsoft.com/office/officeart/2005/8/layout/vList2"/>
    <dgm:cxn modelId="{326ED47D-413B-4B5F-A6CF-B124A315CD57}" type="presParOf" srcId="{DB59FF00-97EC-401F-B1FA-BAF514BB0F9A}" destId="{E40D7AB5-B608-42F2-BC76-6870A09EF175}" srcOrd="0" destOrd="0" presId="urn:microsoft.com/office/officeart/2005/8/layout/vList2"/>
    <dgm:cxn modelId="{95E71087-9A2A-4B81-9621-675CE1406FFE}" type="presParOf" srcId="{DB59FF00-97EC-401F-B1FA-BAF514BB0F9A}" destId="{C3AF2314-434C-4F23-9E52-70A698404C9D}" srcOrd="1" destOrd="0" presId="urn:microsoft.com/office/officeart/2005/8/layout/vList2"/>
    <dgm:cxn modelId="{DBE223DB-E9F5-4B49-9923-FB9D5A7C6B0E}" type="presParOf" srcId="{DB59FF00-97EC-401F-B1FA-BAF514BB0F9A}" destId="{FB7A2AE1-1F2C-4B8E-BF89-6947C64D2946}" srcOrd="2" destOrd="0" presId="urn:microsoft.com/office/officeart/2005/8/layout/vList2"/>
    <dgm:cxn modelId="{49F500F6-0511-43AA-9E9B-D9CFEC9CA77C}" type="presParOf" srcId="{DB59FF00-97EC-401F-B1FA-BAF514BB0F9A}" destId="{74A1A9E6-D5F0-413D-BD41-B46B962F8597}" srcOrd="3" destOrd="0" presId="urn:microsoft.com/office/officeart/2005/8/layout/vList2"/>
    <dgm:cxn modelId="{DA42549A-7499-4FF7-9357-3FE298922429}" type="presParOf" srcId="{DB59FF00-97EC-401F-B1FA-BAF514BB0F9A}" destId="{C1B450DE-52A0-4841-B9B0-0EDD37B2F653}" srcOrd="4" destOrd="0" presId="urn:microsoft.com/office/officeart/2005/8/layout/vList2"/>
    <dgm:cxn modelId="{CF92326B-D5E3-401E-82A4-A1656ABBFB3B}" type="presParOf" srcId="{DB59FF00-97EC-401F-B1FA-BAF514BB0F9A}" destId="{C38624D0-54D6-4DA9-AD15-279A5F4B382B}" srcOrd="5" destOrd="0" presId="urn:microsoft.com/office/officeart/2005/8/layout/vList2"/>
    <dgm:cxn modelId="{9A5A4C43-B3C4-4EA7-93B5-C5C0564789DF}" type="presParOf" srcId="{DB59FF00-97EC-401F-B1FA-BAF514BB0F9A}" destId="{254F273A-039D-45ED-8B64-53C5842A1EF8}" srcOrd="6" destOrd="0" presId="urn:microsoft.com/office/officeart/2005/8/layout/vList2"/>
    <dgm:cxn modelId="{6397EF8C-8CA7-4BA5-ADFA-AADAE4EC9E0D}" type="presParOf" srcId="{DB59FF00-97EC-401F-B1FA-BAF514BB0F9A}" destId="{F9345646-2446-4492-B374-6365506F79E4}" srcOrd="7" destOrd="0" presId="urn:microsoft.com/office/officeart/2005/8/layout/vList2"/>
    <dgm:cxn modelId="{0C2A004B-E2A4-43E9-A9E4-ABC2C73CC83C}" type="presParOf" srcId="{DB59FF00-97EC-401F-B1FA-BAF514BB0F9A}" destId="{30A8CD69-E607-4E02-8CBF-4C05C38CA181}" srcOrd="8" destOrd="0" presId="urn:microsoft.com/office/officeart/2005/8/layout/vList2"/>
    <dgm:cxn modelId="{DEA0AC25-23E6-42AF-AA4D-6D345887DEFE}" type="presParOf" srcId="{DB59FF00-97EC-401F-B1FA-BAF514BB0F9A}" destId="{CAC77611-FF0E-436F-B5AE-DBB1598B895E}" srcOrd="9" destOrd="0" presId="urn:microsoft.com/office/officeart/2005/8/layout/vList2"/>
    <dgm:cxn modelId="{3E7FE397-E7DF-47DA-B34A-F4DE6DE785C7}" type="presParOf" srcId="{DB59FF00-97EC-401F-B1FA-BAF514BB0F9A}" destId="{FB4A3476-E4F7-4A78-A94C-07C6A0550C0D}" srcOrd="10" destOrd="0" presId="urn:microsoft.com/office/officeart/2005/8/layout/vList2"/>
    <dgm:cxn modelId="{F192BDD3-B4CE-4096-8B63-57675EB078DA}" type="presParOf" srcId="{DB59FF00-97EC-401F-B1FA-BAF514BB0F9A}" destId="{ABECED04-B31C-436E-8BF4-12D618209275}" srcOrd="11" destOrd="0" presId="urn:microsoft.com/office/officeart/2005/8/layout/vList2"/>
    <dgm:cxn modelId="{2036E9EC-730A-4B3D-8A3C-C77C87B3DF4C}" type="presParOf" srcId="{DB59FF00-97EC-401F-B1FA-BAF514BB0F9A}" destId="{7B3AB297-A6B1-4EB1-B71D-BCA2F73110C6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582951B-F096-4F62-8CFB-E5E9F29E30A7}" type="doc">
      <dgm:prSet loTypeId="urn:microsoft.com/office/officeart/2005/8/layout/vList2" loCatId="list" qsTypeId="urn:microsoft.com/office/officeart/2005/8/quickstyle/3d1" qsCatId="3D" csTypeId="urn:microsoft.com/office/officeart/2005/8/colors/accent5_1" csCatId="accent5"/>
      <dgm:spPr/>
      <dgm:t>
        <a:bodyPr/>
        <a:lstStyle/>
        <a:p>
          <a:endParaRPr lang="en-IN"/>
        </a:p>
      </dgm:t>
    </dgm:pt>
    <dgm:pt modelId="{399FD8A3-BFB3-40C6-BB6E-C744B1A4FF59}">
      <dgm:prSet/>
      <dgm:spPr/>
      <dgm:t>
        <a:bodyPr/>
        <a:lstStyle/>
        <a:p>
          <a:pPr rtl="0"/>
          <a:r>
            <a:rPr lang="en-IN" smtClean="0"/>
            <a:t>Reactive forms provide a model-driven approach to handling form inputs whose values change over time. </a:t>
          </a:r>
          <a:endParaRPr lang="en-IN"/>
        </a:p>
      </dgm:t>
    </dgm:pt>
    <dgm:pt modelId="{00E897F0-CA0E-4749-A54D-CC3453D4BF10}" type="parTrans" cxnId="{110B28FA-8493-40C6-B7A3-81FBA4474455}">
      <dgm:prSet/>
      <dgm:spPr/>
      <dgm:t>
        <a:bodyPr/>
        <a:lstStyle/>
        <a:p>
          <a:endParaRPr lang="en-IN"/>
        </a:p>
      </dgm:t>
    </dgm:pt>
    <dgm:pt modelId="{39A35731-7BF0-43CD-B1FE-07AC94A7B31F}" type="sibTrans" cxnId="{110B28FA-8493-40C6-B7A3-81FBA4474455}">
      <dgm:prSet/>
      <dgm:spPr/>
      <dgm:t>
        <a:bodyPr/>
        <a:lstStyle/>
        <a:p>
          <a:endParaRPr lang="en-IN"/>
        </a:p>
      </dgm:t>
    </dgm:pt>
    <dgm:pt modelId="{C763551D-F584-4B04-AD48-460A9777FA79}">
      <dgm:prSet/>
      <dgm:spPr/>
      <dgm:t>
        <a:bodyPr/>
        <a:lstStyle/>
        <a:p>
          <a:pPr rtl="0"/>
          <a:r>
            <a:rPr lang="en-IN" smtClean="0"/>
            <a:t>We can create and update a basic form control, progress to using multiple controls in a group, validate form values.</a:t>
          </a:r>
          <a:endParaRPr lang="en-IN"/>
        </a:p>
      </dgm:t>
    </dgm:pt>
    <dgm:pt modelId="{A068117B-ED29-4EF4-B69D-3F9625AF5FB7}" type="parTrans" cxnId="{67A3EF42-3F75-43EB-978B-5ED374DA0CED}">
      <dgm:prSet/>
      <dgm:spPr/>
      <dgm:t>
        <a:bodyPr/>
        <a:lstStyle/>
        <a:p>
          <a:endParaRPr lang="en-IN"/>
        </a:p>
      </dgm:t>
    </dgm:pt>
    <dgm:pt modelId="{778DC167-FC77-4B10-94DB-EB3ABE45475C}" type="sibTrans" cxnId="{67A3EF42-3F75-43EB-978B-5ED374DA0CED}">
      <dgm:prSet/>
      <dgm:spPr/>
      <dgm:t>
        <a:bodyPr/>
        <a:lstStyle/>
        <a:p>
          <a:endParaRPr lang="en-IN"/>
        </a:p>
      </dgm:t>
    </dgm:pt>
    <dgm:pt modelId="{E39CF13A-DBCB-4F54-A00C-CBBD48305822}">
      <dgm:prSet/>
      <dgm:spPr/>
      <dgm:t>
        <a:bodyPr/>
        <a:lstStyle/>
        <a:p>
          <a:pPr rtl="0"/>
          <a:r>
            <a:rPr lang="en-IN" smtClean="0"/>
            <a:t>Create dynamic forms where you can add or remove controls at run time</a:t>
          </a:r>
          <a:endParaRPr lang="en-IN"/>
        </a:p>
      </dgm:t>
    </dgm:pt>
    <dgm:pt modelId="{493710BB-356F-4673-BD34-233743E4C8B7}" type="parTrans" cxnId="{B3BCAC75-9F7E-4755-9FD4-B80901AE5BB9}">
      <dgm:prSet/>
      <dgm:spPr/>
      <dgm:t>
        <a:bodyPr/>
        <a:lstStyle/>
        <a:p>
          <a:endParaRPr lang="en-IN"/>
        </a:p>
      </dgm:t>
    </dgm:pt>
    <dgm:pt modelId="{7DC1A3F4-76E8-468C-AD58-6761DBAC6705}" type="sibTrans" cxnId="{B3BCAC75-9F7E-4755-9FD4-B80901AE5BB9}">
      <dgm:prSet/>
      <dgm:spPr/>
      <dgm:t>
        <a:bodyPr/>
        <a:lstStyle/>
        <a:p>
          <a:endParaRPr lang="en-IN"/>
        </a:p>
      </dgm:t>
    </dgm:pt>
    <dgm:pt modelId="{37768339-BD6F-4081-B832-C9851A129B1F}" type="pres">
      <dgm:prSet presAssocID="{9582951B-F096-4F62-8CFB-E5E9F29E30A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9245A836-4254-46A5-94BF-5B63A4DC0B63}" type="pres">
      <dgm:prSet presAssocID="{399FD8A3-BFB3-40C6-BB6E-C744B1A4FF59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45E5F27-0ED3-48BF-A43F-AB7FC5E2934D}" type="pres">
      <dgm:prSet presAssocID="{39A35731-7BF0-43CD-B1FE-07AC94A7B31F}" presName="spacer" presStyleCnt="0"/>
      <dgm:spPr/>
    </dgm:pt>
    <dgm:pt modelId="{FF6A336A-9377-489C-8D41-89C54EF34F38}" type="pres">
      <dgm:prSet presAssocID="{C763551D-F584-4B04-AD48-460A9777FA79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CCDF802-B63B-44FE-81C4-8FB533888600}" type="pres">
      <dgm:prSet presAssocID="{778DC167-FC77-4B10-94DB-EB3ABE45475C}" presName="spacer" presStyleCnt="0"/>
      <dgm:spPr/>
    </dgm:pt>
    <dgm:pt modelId="{F8C5B59E-6DB4-4EA7-9E41-48337FE69538}" type="pres">
      <dgm:prSet presAssocID="{E39CF13A-DBCB-4F54-A00C-CBBD48305822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28F39E60-D863-42E4-919D-BFDB7300C442}" type="presOf" srcId="{C763551D-F584-4B04-AD48-460A9777FA79}" destId="{FF6A336A-9377-489C-8D41-89C54EF34F38}" srcOrd="0" destOrd="0" presId="urn:microsoft.com/office/officeart/2005/8/layout/vList2"/>
    <dgm:cxn modelId="{E5165BCD-A324-4818-8A06-CC5E8F86790F}" type="presOf" srcId="{9582951B-F096-4F62-8CFB-E5E9F29E30A7}" destId="{37768339-BD6F-4081-B832-C9851A129B1F}" srcOrd="0" destOrd="0" presId="urn:microsoft.com/office/officeart/2005/8/layout/vList2"/>
    <dgm:cxn modelId="{32F1D27D-437B-4AC6-BA45-622823B7968C}" type="presOf" srcId="{E39CF13A-DBCB-4F54-A00C-CBBD48305822}" destId="{F8C5B59E-6DB4-4EA7-9E41-48337FE69538}" srcOrd="0" destOrd="0" presId="urn:microsoft.com/office/officeart/2005/8/layout/vList2"/>
    <dgm:cxn modelId="{EE3F74AF-39C8-4ACD-BCD6-185731A39D43}" type="presOf" srcId="{399FD8A3-BFB3-40C6-BB6E-C744B1A4FF59}" destId="{9245A836-4254-46A5-94BF-5B63A4DC0B63}" srcOrd="0" destOrd="0" presId="urn:microsoft.com/office/officeart/2005/8/layout/vList2"/>
    <dgm:cxn modelId="{67A3EF42-3F75-43EB-978B-5ED374DA0CED}" srcId="{9582951B-F096-4F62-8CFB-E5E9F29E30A7}" destId="{C763551D-F584-4B04-AD48-460A9777FA79}" srcOrd="1" destOrd="0" parTransId="{A068117B-ED29-4EF4-B69D-3F9625AF5FB7}" sibTransId="{778DC167-FC77-4B10-94DB-EB3ABE45475C}"/>
    <dgm:cxn modelId="{B3BCAC75-9F7E-4755-9FD4-B80901AE5BB9}" srcId="{9582951B-F096-4F62-8CFB-E5E9F29E30A7}" destId="{E39CF13A-DBCB-4F54-A00C-CBBD48305822}" srcOrd="2" destOrd="0" parTransId="{493710BB-356F-4673-BD34-233743E4C8B7}" sibTransId="{7DC1A3F4-76E8-468C-AD58-6761DBAC6705}"/>
    <dgm:cxn modelId="{110B28FA-8493-40C6-B7A3-81FBA4474455}" srcId="{9582951B-F096-4F62-8CFB-E5E9F29E30A7}" destId="{399FD8A3-BFB3-40C6-BB6E-C744B1A4FF59}" srcOrd="0" destOrd="0" parTransId="{00E897F0-CA0E-4749-A54D-CC3453D4BF10}" sibTransId="{39A35731-7BF0-43CD-B1FE-07AC94A7B31F}"/>
    <dgm:cxn modelId="{B1EE8453-3F3F-4871-B92C-20BDB8C245CC}" type="presParOf" srcId="{37768339-BD6F-4081-B832-C9851A129B1F}" destId="{9245A836-4254-46A5-94BF-5B63A4DC0B63}" srcOrd="0" destOrd="0" presId="urn:microsoft.com/office/officeart/2005/8/layout/vList2"/>
    <dgm:cxn modelId="{A4A02E52-088E-43F4-BFFE-7B632FDF40D5}" type="presParOf" srcId="{37768339-BD6F-4081-B832-C9851A129B1F}" destId="{B45E5F27-0ED3-48BF-A43F-AB7FC5E2934D}" srcOrd="1" destOrd="0" presId="urn:microsoft.com/office/officeart/2005/8/layout/vList2"/>
    <dgm:cxn modelId="{4B6A99C5-4539-4AA1-9A47-3204135E5B2B}" type="presParOf" srcId="{37768339-BD6F-4081-B832-C9851A129B1F}" destId="{FF6A336A-9377-489C-8D41-89C54EF34F38}" srcOrd="2" destOrd="0" presId="urn:microsoft.com/office/officeart/2005/8/layout/vList2"/>
    <dgm:cxn modelId="{36FF4027-5229-4611-802E-F0DE38C45EC6}" type="presParOf" srcId="{37768339-BD6F-4081-B832-C9851A129B1F}" destId="{FCCDF802-B63B-44FE-81C4-8FB533888600}" srcOrd="3" destOrd="0" presId="urn:microsoft.com/office/officeart/2005/8/layout/vList2"/>
    <dgm:cxn modelId="{A824659E-FF82-476C-9E48-B47CCADFBBB3}" type="presParOf" srcId="{37768339-BD6F-4081-B832-C9851A129B1F}" destId="{F8C5B59E-6DB4-4EA7-9E41-48337FE6953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08872AA-35CA-426D-9695-F2CD8ACD1EB1}" type="doc">
      <dgm:prSet loTypeId="urn:microsoft.com/office/officeart/2005/8/layout/vList2" loCatId="list" qsTypeId="urn:microsoft.com/office/officeart/2005/8/quickstyle/3d1" qsCatId="3D" csTypeId="urn:microsoft.com/office/officeart/2005/8/colors/accent0_1" csCatId="mainScheme"/>
      <dgm:spPr/>
      <dgm:t>
        <a:bodyPr/>
        <a:lstStyle/>
        <a:p>
          <a:endParaRPr lang="en-IN"/>
        </a:p>
      </dgm:t>
    </dgm:pt>
    <dgm:pt modelId="{54379EE9-0198-42B3-B065-8BC4F1D8018B}">
      <dgm:prSet/>
      <dgm:spPr/>
      <dgm:t>
        <a:bodyPr/>
        <a:lstStyle/>
        <a:p>
          <a:pPr rtl="0"/>
          <a:r>
            <a:rPr lang="en-IN" smtClean="0"/>
            <a:t>Reactive forms use an explicit and immutable approach to managing the state of a form at a given point in time. </a:t>
          </a:r>
          <a:endParaRPr lang="en-IN"/>
        </a:p>
      </dgm:t>
    </dgm:pt>
    <dgm:pt modelId="{A30A0403-DF5E-49DA-A38D-3C09DA0D190F}" type="parTrans" cxnId="{5DFD0DAE-6AD5-4E87-AA9A-327A20D94D50}">
      <dgm:prSet/>
      <dgm:spPr/>
      <dgm:t>
        <a:bodyPr/>
        <a:lstStyle/>
        <a:p>
          <a:endParaRPr lang="en-IN"/>
        </a:p>
      </dgm:t>
    </dgm:pt>
    <dgm:pt modelId="{763EDC31-8FD1-48BC-85C8-607747F78700}" type="sibTrans" cxnId="{5DFD0DAE-6AD5-4E87-AA9A-327A20D94D50}">
      <dgm:prSet/>
      <dgm:spPr/>
      <dgm:t>
        <a:bodyPr/>
        <a:lstStyle/>
        <a:p>
          <a:endParaRPr lang="en-IN"/>
        </a:p>
      </dgm:t>
    </dgm:pt>
    <dgm:pt modelId="{3D5A1769-642C-42E1-91E8-BD88FDD5EEA8}">
      <dgm:prSet/>
      <dgm:spPr/>
      <dgm:t>
        <a:bodyPr/>
        <a:lstStyle/>
        <a:p>
          <a:pPr rtl="0"/>
          <a:r>
            <a:rPr lang="en-IN" smtClean="0"/>
            <a:t>Each change to the form state returns a new state, which maintains the integrity of the model between changes. </a:t>
          </a:r>
          <a:endParaRPr lang="en-IN"/>
        </a:p>
      </dgm:t>
    </dgm:pt>
    <dgm:pt modelId="{DF6DA629-4971-4D7D-AEC7-0BB1B3B28E1D}" type="parTrans" cxnId="{8F4295DD-1EDE-4154-BD9F-18F61983F1EA}">
      <dgm:prSet/>
      <dgm:spPr/>
      <dgm:t>
        <a:bodyPr/>
        <a:lstStyle/>
        <a:p>
          <a:endParaRPr lang="en-IN"/>
        </a:p>
      </dgm:t>
    </dgm:pt>
    <dgm:pt modelId="{9ABE01DD-7DD4-4F34-BAC6-FABBF4216CD4}" type="sibTrans" cxnId="{8F4295DD-1EDE-4154-BD9F-18F61983F1EA}">
      <dgm:prSet/>
      <dgm:spPr/>
      <dgm:t>
        <a:bodyPr/>
        <a:lstStyle/>
        <a:p>
          <a:endParaRPr lang="en-IN"/>
        </a:p>
      </dgm:t>
    </dgm:pt>
    <dgm:pt modelId="{04CDFBF8-205D-4F04-8857-D16C7EB1BB05}">
      <dgm:prSet/>
      <dgm:spPr/>
      <dgm:t>
        <a:bodyPr/>
        <a:lstStyle/>
        <a:p>
          <a:pPr rtl="0"/>
          <a:r>
            <a:rPr lang="en-IN" smtClean="0"/>
            <a:t>Reactive forms are built around observable streams, where form inputs and values are provided as streams of input values, which can be accessed synchronously.</a:t>
          </a:r>
          <a:endParaRPr lang="en-IN"/>
        </a:p>
      </dgm:t>
    </dgm:pt>
    <dgm:pt modelId="{800647D2-96B3-410E-826F-692D4EFA65BD}" type="parTrans" cxnId="{B61E8DE4-BC27-4F24-98EF-715767D58384}">
      <dgm:prSet/>
      <dgm:spPr/>
      <dgm:t>
        <a:bodyPr/>
        <a:lstStyle/>
        <a:p>
          <a:endParaRPr lang="en-IN"/>
        </a:p>
      </dgm:t>
    </dgm:pt>
    <dgm:pt modelId="{129E74AF-861B-4FE2-B3AE-94D25FCF895D}" type="sibTrans" cxnId="{B61E8DE4-BC27-4F24-98EF-715767D58384}">
      <dgm:prSet/>
      <dgm:spPr/>
      <dgm:t>
        <a:bodyPr/>
        <a:lstStyle/>
        <a:p>
          <a:endParaRPr lang="en-IN"/>
        </a:p>
      </dgm:t>
    </dgm:pt>
    <dgm:pt modelId="{4B448BE8-8BE6-41C1-80ED-649BB52BA350}">
      <dgm:prSet/>
      <dgm:spPr/>
      <dgm:t>
        <a:bodyPr/>
        <a:lstStyle/>
        <a:p>
          <a:pPr rtl="0"/>
          <a:r>
            <a:rPr lang="en-IN" smtClean="0"/>
            <a:t>Reactive forms also provide a straightforward path to testing because you are assured that your data is consistent and predictable when requested. </a:t>
          </a:r>
          <a:endParaRPr lang="en-IN"/>
        </a:p>
      </dgm:t>
    </dgm:pt>
    <dgm:pt modelId="{7D039B7D-FCBF-47AC-ADDE-293EBE71E53D}" type="parTrans" cxnId="{AC960D14-3F3F-4C49-8ECC-C610899F1A0A}">
      <dgm:prSet/>
      <dgm:spPr/>
      <dgm:t>
        <a:bodyPr/>
        <a:lstStyle/>
        <a:p>
          <a:endParaRPr lang="en-IN"/>
        </a:p>
      </dgm:t>
    </dgm:pt>
    <dgm:pt modelId="{C5D790CA-ACA8-4F81-ABEB-A832451AC0DE}" type="sibTrans" cxnId="{AC960D14-3F3F-4C49-8ECC-C610899F1A0A}">
      <dgm:prSet/>
      <dgm:spPr/>
      <dgm:t>
        <a:bodyPr/>
        <a:lstStyle/>
        <a:p>
          <a:endParaRPr lang="en-IN"/>
        </a:p>
      </dgm:t>
    </dgm:pt>
    <dgm:pt modelId="{0A598AD1-AE9C-4901-ACBA-4D772F40E6DE}" type="pres">
      <dgm:prSet presAssocID="{E08872AA-35CA-426D-9695-F2CD8ACD1EB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6355D13E-5978-4BA4-89D7-4051A3F66359}" type="pres">
      <dgm:prSet presAssocID="{54379EE9-0198-42B3-B065-8BC4F1D8018B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B6AF52A-610E-4705-988A-D5925B9DAAFD}" type="pres">
      <dgm:prSet presAssocID="{763EDC31-8FD1-48BC-85C8-607747F78700}" presName="spacer" presStyleCnt="0"/>
      <dgm:spPr/>
    </dgm:pt>
    <dgm:pt modelId="{25ADA089-10EF-4FB7-ADED-42E34C9D65FD}" type="pres">
      <dgm:prSet presAssocID="{3D5A1769-642C-42E1-91E8-BD88FDD5EEA8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1F32D02-AB96-407E-9794-2900BB31A77C}" type="pres">
      <dgm:prSet presAssocID="{9ABE01DD-7DD4-4F34-BAC6-FABBF4216CD4}" presName="spacer" presStyleCnt="0"/>
      <dgm:spPr/>
    </dgm:pt>
    <dgm:pt modelId="{B0A013B2-5E17-408D-B2EF-37EBB7360FBF}" type="pres">
      <dgm:prSet presAssocID="{04CDFBF8-205D-4F04-8857-D16C7EB1BB05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7E2CFEB-D82E-43CB-A471-6A7D992C2058}" type="pres">
      <dgm:prSet presAssocID="{129E74AF-861B-4FE2-B3AE-94D25FCF895D}" presName="spacer" presStyleCnt="0"/>
      <dgm:spPr/>
    </dgm:pt>
    <dgm:pt modelId="{CCEAF269-93A0-4E0C-9379-01A54DE1A20F}" type="pres">
      <dgm:prSet presAssocID="{4B448BE8-8BE6-41C1-80ED-649BB52BA350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5DFD0DAE-6AD5-4E87-AA9A-327A20D94D50}" srcId="{E08872AA-35CA-426D-9695-F2CD8ACD1EB1}" destId="{54379EE9-0198-42B3-B065-8BC4F1D8018B}" srcOrd="0" destOrd="0" parTransId="{A30A0403-DF5E-49DA-A38D-3C09DA0D190F}" sibTransId="{763EDC31-8FD1-48BC-85C8-607747F78700}"/>
    <dgm:cxn modelId="{9E16E37D-2D98-47D5-B719-DD16719BEA2F}" type="presOf" srcId="{04CDFBF8-205D-4F04-8857-D16C7EB1BB05}" destId="{B0A013B2-5E17-408D-B2EF-37EBB7360FBF}" srcOrd="0" destOrd="0" presId="urn:microsoft.com/office/officeart/2005/8/layout/vList2"/>
    <dgm:cxn modelId="{77AA3E7D-04FA-4E11-9D09-EE8B65551A07}" type="presOf" srcId="{E08872AA-35CA-426D-9695-F2CD8ACD1EB1}" destId="{0A598AD1-AE9C-4901-ACBA-4D772F40E6DE}" srcOrd="0" destOrd="0" presId="urn:microsoft.com/office/officeart/2005/8/layout/vList2"/>
    <dgm:cxn modelId="{099C9289-DA22-466D-95EA-998958F71C6C}" type="presOf" srcId="{4B448BE8-8BE6-41C1-80ED-649BB52BA350}" destId="{CCEAF269-93A0-4E0C-9379-01A54DE1A20F}" srcOrd="0" destOrd="0" presId="urn:microsoft.com/office/officeart/2005/8/layout/vList2"/>
    <dgm:cxn modelId="{AC960D14-3F3F-4C49-8ECC-C610899F1A0A}" srcId="{E08872AA-35CA-426D-9695-F2CD8ACD1EB1}" destId="{4B448BE8-8BE6-41C1-80ED-649BB52BA350}" srcOrd="3" destOrd="0" parTransId="{7D039B7D-FCBF-47AC-ADDE-293EBE71E53D}" sibTransId="{C5D790CA-ACA8-4F81-ABEB-A832451AC0DE}"/>
    <dgm:cxn modelId="{8F4295DD-1EDE-4154-BD9F-18F61983F1EA}" srcId="{E08872AA-35CA-426D-9695-F2CD8ACD1EB1}" destId="{3D5A1769-642C-42E1-91E8-BD88FDD5EEA8}" srcOrd="1" destOrd="0" parTransId="{DF6DA629-4971-4D7D-AEC7-0BB1B3B28E1D}" sibTransId="{9ABE01DD-7DD4-4F34-BAC6-FABBF4216CD4}"/>
    <dgm:cxn modelId="{3CB62896-2F85-4603-A6AD-485CA41C6036}" type="presOf" srcId="{54379EE9-0198-42B3-B065-8BC4F1D8018B}" destId="{6355D13E-5978-4BA4-89D7-4051A3F66359}" srcOrd="0" destOrd="0" presId="urn:microsoft.com/office/officeart/2005/8/layout/vList2"/>
    <dgm:cxn modelId="{846EE8FF-2787-4D11-8481-736874DA907F}" type="presOf" srcId="{3D5A1769-642C-42E1-91E8-BD88FDD5EEA8}" destId="{25ADA089-10EF-4FB7-ADED-42E34C9D65FD}" srcOrd="0" destOrd="0" presId="urn:microsoft.com/office/officeart/2005/8/layout/vList2"/>
    <dgm:cxn modelId="{B61E8DE4-BC27-4F24-98EF-715767D58384}" srcId="{E08872AA-35CA-426D-9695-F2CD8ACD1EB1}" destId="{04CDFBF8-205D-4F04-8857-D16C7EB1BB05}" srcOrd="2" destOrd="0" parTransId="{800647D2-96B3-410E-826F-692D4EFA65BD}" sibTransId="{129E74AF-861B-4FE2-B3AE-94D25FCF895D}"/>
    <dgm:cxn modelId="{4C2136CB-ECE7-40B9-A5E8-C8D1A9191E89}" type="presParOf" srcId="{0A598AD1-AE9C-4901-ACBA-4D772F40E6DE}" destId="{6355D13E-5978-4BA4-89D7-4051A3F66359}" srcOrd="0" destOrd="0" presId="urn:microsoft.com/office/officeart/2005/8/layout/vList2"/>
    <dgm:cxn modelId="{1CD2C4F2-595F-4DB6-A8A5-B692740DAC55}" type="presParOf" srcId="{0A598AD1-AE9C-4901-ACBA-4D772F40E6DE}" destId="{5B6AF52A-610E-4705-988A-D5925B9DAAFD}" srcOrd="1" destOrd="0" presId="urn:microsoft.com/office/officeart/2005/8/layout/vList2"/>
    <dgm:cxn modelId="{5E95AE3F-7A29-4565-A84E-3D365D088AD4}" type="presParOf" srcId="{0A598AD1-AE9C-4901-ACBA-4D772F40E6DE}" destId="{25ADA089-10EF-4FB7-ADED-42E34C9D65FD}" srcOrd="2" destOrd="0" presId="urn:microsoft.com/office/officeart/2005/8/layout/vList2"/>
    <dgm:cxn modelId="{7A1F503B-4EB1-4FD5-8704-35836B6E61E3}" type="presParOf" srcId="{0A598AD1-AE9C-4901-ACBA-4D772F40E6DE}" destId="{41F32D02-AB96-407E-9794-2900BB31A77C}" srcOrd="3" destOrd="0" presId="urn:microsoft.com/office/officeart/2005/8/layout/vList2"/>
    <dgm:cxn modelId="{B9ED8AFF-0A44-4ED7-B0EC-050D22E36750}" type="presParOf" srcId="{0A598AD1-AE9C-4901-ACBA-4D772F40E6DE}" destId="{B0A013B2-5E17-408D-B2EF-37EBB7360FBF}" srcOrd="4" destOrd="0" presId="urn:microsoft.com/office/officeart/2005/8/layout/vList2"/>
    <dgm:cxn modelId="{58E20081-FE70-433B-AC8E-C528AD827888}" type="presParOf" srcId="{0A598AD1-AE9C-4901-ACBA-4D772F40E6DE}" destId="{97E2CFEB-D82E-43CB-A471-6A7D992C2058}" srcOrd="5" destOrd="0" presId="urn:microsoft.com/office/officeart/2005/8/layout/vList2"/>
    <dgm:cxn modelId="{DA8AAF29-291F-416A-8E3F-88087253BED7}" type="presParOf" srcId="{0A598AD1-AE9C-4901-ACBA-4D772F40E6DE}" destId="{CCEAF269-93A0-4E0C-9379-01A54DE1A20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577EF3B-EC44-41A3-AF01-10D1642FD421}" type="doc">
      <dgm:prSet loTypeId="urn:microsoft.com/office/officeart/2005/8/layout/vList5" loCatId="list" qsTypeId="urn:microsoft.com/office/officeart/2005/8/quickstyle/simple1" qsCatId="simple" csTypeId="urn:microsoft.com/office/officeart/2005/8/colors/accent5_1" csCatId="accent5" phldr="1"/>
      <dgm:spPr/>
      <dgm:t>
        <a:bodyPr/>
        <a:lstStyle/>
        <a:p>
          <a:endParaRPr lang="en-IN"/>
        </a:p>
      </dgm:t>
    </dgm:pt>
    <dgm:pt modelId="{A5AB95E7-CD89-446E-B354-C9F4B66796D4}">
      <dgm:prSet/>
      <dgm:spPr/>
      <dgm:t>
        <a:bodyPr/>
        <a:lstStyle/>
        <a:p>
          <a:pPr rtl="0"/>
          <a:r>
            <a:rPr lang="en-IN" dirty="0" smtClean="0"/>
            <a:t>Four steps to using form controls.</a:t>
          </a:r>
          <a:endParaRPr lang="en-IN" dirty="0"/>
        </a:p>
      </dgm:t>
    </dgm:pt>
    <dgm:pt modelId="{5297D9E7-E8AA-4BDB-B2A4-C4FC3E975D3E}" type="parTrans" cxnId="{615DBB3D-7BCD-4513-94E4-8617F424F98B}">
      <dgm:prSet/>
      <dgm:spPr/>
      <dgm:t>
        <a:bodyPr/>
        <a:lstStyle/>
        <a:p>
          <a:endParaRPr lang="en-IN"/>
        </a:p>
      </dgm:t>
    </dgm:pt>
    <dgm:pt modelId="{2F8B34C3-EA29-4143-B33F-1424A4204050}" type="sibTrans" cxnId="{615DBB3D-7BCD-4513-94E4-8617F424F98B}">
      <dgm:prSet/>
      <dgm:spPr/>
      <dgm:t>
        <a:bodyPr/>
        <a:lstStyle/>
        <a:p>
          <a:endParaRPr lang="en-IN"/>
        </a:p>
      </dgm:t>
    </dgm:pt>
    <dgm:pt modelId="{B21C8520-AE5F-4DAB-9397-54D79CF5A2D6}">
      <dgm:prSet/>
      <dgm:spPr/>
      <dgm:t>
        <a:bodyPr/>
        <a:lstStyle/>
        <a:p>
          <a:pPr rtl="0"/>
          <a:r>
            <a:rPr lang="en-IN" smtClean="0"/>
            <a:t>Register the reactive forms module in your app. </a:t>
          </a:r>
          <a:endParaRPr lang="en-IN"/>
        </a:p>
      </dgm:t>
    </dgm:pt>
    <dgm:pt modelId="{5D9FCDD5-A232-4774-AA82-6FFCDF10EB53}" type="parTrans" cxnId="{94ADCBC5-06B0-4D71-A5E4-9EC2FFD16AA8}">
      <dgm:prSet/>
      <dgm:spPr/>
      <dgm:t>
        <a:bodyPr/>
        <a:lstStyle/>
        <a:p>
          <a:endParaRPr lang="en-IN"/>
        </a:p>
      </dgm:t>
    </dgm:pt>
    <dgm:pt modelId="{235E16B6-2031-4D89-8542-6756DEBF7836}" type="sibTrans" cxnId="{94ADCBC5-06B0-4D71-A5E4-9EC2FFD16AA8}">
      <dgm:prSet/>
      <dgm:spPr/>
      <dgm:t>
        <a:bodyPr/>
        <a:lstStyle/>
        <a:p>
          <a:endParaRPr lang="en-IN"/>
        </a:p>
      </dgm:t>
    </dgm:pt>
    <dgm:pt modelId="{70C0D1FE-05FD-409F-9009-037CE9C4C71A}">
      <dgm:prSet/>
      <dgm:spPr/>
      <dgm:t>
        <a:bodyPr/>
        <a:lstStyle/>
        <a:p>
          <a:pPr rtl="0"/>
          <a:r>
            <a:rPr lang="en-IN" dirty="0" smtClean="0"/>
            <a:t>This module declares the reactive-form directives that you need to use reactive forms.</a:t>
          </a:r>
          <a:endParaRPr lang="en-IN" dirty="0"/>
        </a:p>
      </dgm:t>
    </dgm:pt>
    <dgm:pt modelId="{1C05CC4F-E354-4C3A-8012-75A6A1C59E6C}" type="parTrans" cxnId="{B5EA13AF-C179-4C31-9EFB-B553C960F6F7}">
      <dgm:prSet/>
      <dgm:spPr/>
      <dgm:t>
        <a:bodyPr/>
        <a:lstStyle/>
        <a:p>
          <a:endParaRPr lang="en-IN"/>
        </a:p>
      </dgm:t>
    </dgm:pt>
    <dgm:pt modelId="{43A173E6-E329-403F-883E-C0EC9CC71732}" type="sibTrans" cxnId="{B5EA13AF-C179-4C31-9EFB-B553C960F6F7}">
      <dgm:prSet/>
      <dgm:spPr/>
      <dgm:t>
        <a:bodyPr/>
        <a:lstStyle/>
        <a:p>
          <a:endParaRPr lang="en-IN"/>
        </a:p>
      </dgm:t>
    </dgm:pt>
    <dgm:pt modelId="{F8414775-3687-4C88-B9D3-781351759639}">
      <dgm:prSet/>
      <dgm:spPr/>
      <dgm:t>
        <a:bodyPr/>
        <a:lstStyle/>
        <a:p>
          <a:pPr rtl="0"/>
          <a:r>
            <a:rPr lang="en-IN" dirty="0" smtClean="0"/>
            <a:t>Generate a new </a:t>
          </a:r>
          <a:r>
            <a:rPr lang="en-IN" dirty="0" err="1" smtClean="0"/>
            <a:t>FormControl</a:t>
          </a:r>
          <a:r>
            <a:rPr lang="en-IN" dirty="0" smtClean="0"/>
            <a:t> instance and save it in the component.</a:t>
          </a:r>
          <a:endParaRPr lang="en-IN" dirty="0"/>
        </a:p>
      </dgm:t>
    </dgm:pt>
    <dgm:pt modelId="{E871F997-517F-4F8E-AFF2-5DD0577A91C8}" type="parTrans" cxnId="{9FF41625-264F-4DD5-8AA6-9C690372CD9C}">
      <dgm:prSet/>
      <dgm:spPr/>
      <dgm:t>
        <a:bodyPr/>
        <a:lstStyle/>
        <a:p>
          <a:endParaRPr lang="en-IN"/>
        </a:p>
      </dgm:t>
    </dgm:pt>
    <dgm:pt modelId="{694DACAD-B748-42D6-8B1A-D09F132385C0}" type="sibTrans" cxnId="{9FF41625-264F-4DD5-8AA6-9C690372CD9C}">
      <dgm:prSet/>
      <dgm:spPr/>
      <dgm:t>
        <a:bodyPr/>
        <a:lstStyle/>
        <a:p>
          <a:endParaRPr lang="en-IN"/>
        </a:p>
      </dgm:t>
    </dgm:pt>
    <dgm:pt modelId="{FD1D151A-BC4E-4F8D-86FC-8E7B72AC9A9B}">
      <dgm:prSet/>
      <dgm:spPr/>
      <dgm:t>
        <a:bodyPr/>
        <a:lstStyle/>
        <a:p>
          <a:pPr rtl="0"/>
          <a:r>
            <a:rPr lang="en-IN" dirty="0" smtClean="0"/>
            <a:t>Register the </a:t>
          </a:r>
          <a:r>
            <a:rPr lang="en-IN" dirty="0" err="1" smtClean="0"/>
            <a:t>FormControl</a:t>
          </a:r>
          <a:r>
            <a:rPr lang="en-IN" dirty="0" smtClean="0"/>
            <a:t> in the template.</a:t>
          </a:r>
          <a:endParaRPr lang="en-IN" dirty="0"/>
        </a:p>
      </dgm:t>
    </dgm:pt>
    <dgm:pt modelId="{3F2B474D-E061-41F1-BFC6-53C79FAFBB3C}" type="parTrans" cxnId="{3B3C1C1B-3787-410E-B951-96FE4C65AD73}">
      <dgm:prSet/>
      <dgm:spPr/>
      <dgm:t>
        <a:bodyPr/>
        <a:lstStyle/>
        <a:p>
          <a:endParaRPr lang="en-IN"/>
        </a:p>
      </dgm:t>
    </dgm:pt>
    <dgm:pt modelId="{7C1FCE78-303F-4976-9269-488DCDD8BA6D}" type="sibTrans" cxnId="{3B3C1C1B-3787-410E-B951-96FE4C65AD73}">
      <dgm:prSet/>
      <dgm:spPr/>
      <dgm:t>
        <a:bodyPr/>
        <a:lstStyle/>
        <a:p>
          <a:endParaRPr lang="en-IN"/>
        </a:p>
      </dgm:t>
    </dgm:pt>
    <dgm:pt modelId="{09D88B6A-6198-4718-B603-E908FEF0E3BC}">
      <dgm:prSet/>
      <dgm:spPr/>
      <dgm:t>
        <a:bodyPr/>
        <a:lstStyle/>
        <a:p>
          <a:pPr rtl="0"/>
          <a:r>
            <a:rPr lang="en-IN" b="0" i="0" dirty="0" smtClean="0"/>
            <a:t>Display the form by adding the component to the template.</a:t>
          </a:r>
          <a:endParaRPr lang="en-IN" dirty="0"/>
        </a:p>
      </dgm:t>
    </dgm:pt>
    <dgm:pt modelId="{12869023-310F-4DEC-A9E5-8AFFBCBE3FC6}" type="parTrans" cxnId="{D830AC8D-7049-42F7-A30C-3AA379D83E9B}">
      <dgm:prSet/>
      <dgm:spPr/>
      <dgm:t>
        <a:bodyPr/>
        <a:lstStyle/>
        <a:p>
          <a:endParaRPr lang="en-IN"/>
        </a:p>
      </dgm:t>
    </dgm:pt>
    <dgm:pt modelId="{8AFF0754-7EA7-4DC5-844F-FA55E3C234B5}" type="sibTrans" cxnId="{D830AC8D-7049-42F7-A30C-3AA379D83E9B}">
      <dgm:prSet/>
      <dgm:spPr/>
      <dgm:t>
        <a:bodyPr/>
        <a:lstStyle/>
        <a:p>
          <a:endParaRPr lang="en-IN"/>
        </a:p>
      </dgm:t>
    </dgm:pt>
    <dgm:pt modelId="{5B8CBAC1-4C03-4495-BC4D-10E55ACCAB5C}" type="pres">
      <dgm:prSet presAssocID="{B577EF3B-EC44-41A3-AF01-10D1642FD421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76017AAE-6432-4A0B-89D8-4D9D0E964064}" type="pres">
      <dgm:prSet presAssocID="{A5AB95E7-CD89-446E-B354-C9F4B66796D4}" presName="linNode" presStyleCnt="0"/>
      <dgm:spPr/>
    </dgm:pt>
    <dgm:pt modelId="{295CF25D-4CC4-4670-BE79-986E8788CC3C}" type="pres">
      <dgm:prSet presAssocID="{A5AB95E7-CD89-446E-B354-C9F4B66796D4}" presName="parentText" presStyleLbl="node1" presStyleIdx="0" presStyleCnt="1" custScaleX="75366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9F144B9-5131-4F30-A6D1-F930DFADE5CB}" type="pres">
      <dgm:prSet presAssocID="{A5AB95E7-CD89-446E-B354-C9F4B66796D4}" presName="descendantText" presStyleLbl="alignAccFollowNode1" presStyleIdx="0" presStyleCnt="1" custScaleX="162976" custLinFactNeighborX="2366" custLinFactNeighborY="400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94ADCBC5-06B0-4D71-A5E4-9EC2FFD16AA8}" srcId="{A5AB95E7-CD89-446E-B354-C9F4B66796D4}" destId="{B21C8520-AE5F-4DAB-9397-54D79CF5A2D6}" srcOrd="0" destOrd="0" parTransId="{5D9FCDD5-A232-4774-AA82-6FFCDF10EB53}" sibTransId="{235E16B6-2031-4D89-8542-6756DEBF7836}"/>
    <dgm:cxn modelId="{D9785827-C7AF-4299-A307-0A9649A1E797}" type="presOf" srcId="{70C0D1FE-05FD-409F-9009-037CE9C4C71A}" destId="{C9F144B9-5131-4F30-A6D1-F930DFADE5CB}" srcOrd="0" destOrd="1" presId="urn:microsoft.com/office/officeart/2005/8/layout/vList5"/>
    <dgm:cxn modelId="{B5EA13AF-C179-4C31-9EFB-B553C960F6F7}" srcId="{A5AB95E7-CD89-446E-B354-C9F4B66796D4}" destId="{70C0D1FE-05FD-409F-9009-037CE9C4C71A}" srcOrd="1" destOrd="0" parTransId="{1C05CC4F-E354-4C3A-8012-75A6A1C59E6C}" sibTransId="{43A173E6-E329-403F-883E-C0EC9CC71732}"/>
    <dgm:cxn modelId="{382A3C1A-E877-48EE-B3C7-CB28C2F6D2F1}" type="presOf" srcId="{B21C8520-AE5F-4DAB-9397-54D79CF5A2D6}" destId="{C9F144B9-5131-4F30-A6D1-F930DFADE5CB}" srcOrd="0" destOrd="0" presId="urn:microsoft.com/office/officeart/2005/8/layout/vList5"/>
    <dgm:cxn modelId="{7EDCF3A6-DC91-4FED-956A-C0CACE111CCA}" type="presOf" srcId="{B577EF3B-EC44-41A3-AF01-10D1642FD421}" destId="{5B8CBAC1-4C03-4495-BC4D-10E55ACCAB5C}" srcOrd="0" destOrd="0" presId="urn:microsoft.com/office/officeart/2005/8/layout/vList5"/>
    <dgm:cxn modelId="{9FF41625-264F-4DD5-8AA6-9C690372CD9C}" srcId="{A5AB95E7-CD89-446E-B354-C9F4B66796D4}" destId="{F8414775-3687-4C88-B9D3-781351759639}" srcOrd="2" destOrd="0" parTransId="{E871F997-517F-4F8E-AFF2-5DD0577A91C8}" sibTransId="{694DACAD-B748-42D6-8B1A-D09F132385C0}"/>
    <dgm:cxn modelId="{3B3C1C1B-3787-410E-B951-96FE4C65AD73}" srcId="{A5AB95E7-CD89-446E-B354-C9F4B66796D4}" destId="{FD1D151A-BC4E-4F8D-86FC-8E7B72AC9A9B}" srcOrd="3" destOrd="0" parTransId="{3F2B474D-E061-41F1-BFC6-53C79FAFBB3C}" sibTransId="{7C1FCE78-303F-4976-9269-488DCDD8BA6D}"/>
    <dgm:cxn modelId="{D830AC8D-7049-42F7-A30C-3AA379D83E9B}" srcId="{A5AB95E7-CD89-446E-B354-C9F4B66796D4}" destId="{09D88B6A-6198-4718-B603-E908FEF0E3BC}" srcOrd="4" destOrd="0" parTransId="{12869023-310F-4DEC-A9E5-8AFFBCBE3FC6}" sibTransId="{8AFF0754-7EA7-4DC5-844F-FA55E3C234B5}"/>
    <dgm:cxn modelId="{28FA1643-30B3-4A42-A7D9-3322E53182E9}" type="presOf" srcId="{F8414775-3687-4C88-B9D3-781351759639}" destId="{C9F144B9-5131-4F30-A6D1-F930DFADE5CB}" srcOrd="0" destOrd="2" presId="urn:microsoft.com/office/officeart/2005/8/layout/vList5"/>
    <dgm:cxn modelId="{AC398000-1DF5-48C9-9DE9-B220ED67665B}" type="presOf" srcId="{FD1D151A-BC4E-4F8D-86FC-8E7B72AC9A9B}" destId="{C9F144B9-5131-4F30-A6D1-F930DFADE5CB}" srcOrd="0" destOrd="3" presId="urn:microsoft.com/office/officeart/2005/8/layout/vList5"/>
    <dgm:cxn modelId="{73F54A03-3005-48C7-81BE-8DFCEC93117E}" type="presOf" srcId="{A5AB95E7-CD89-446E-B354-C9F4B66796D4}" destId="{295CF25D-4CC4-4670-BE79-986E8788CC3C}" srcOrd="0" destOrd="0" presId="urn:microsoft.com/office/officeart/2005/8/layout/vList5"/>
    <dgm:cxn modelId="{AB447E93-011A-4B76-B84B-C501887392AE}" type="presOf" srcId="{09D88B6A-6198-4718-B603-E908FEF0E3BC}" destId="{C9F144B9-5131-4F30-A6D1-F930DFADE5CB}" srcOrd="0" destOrd="4" presId="urn:microsoft.com/office/officeart/2005/8/layout/vList5"/>
    <dgm:cxn modelId="{615DBB3D-7BCD-4513-94E4-8617F424F98B}" srcId="{B577EF3B-EC44-41A3-AF01-10D1642FD421}" destId="{A5AB95E7-CD89-446E-B354-C9F4B66796D4}" srcOrd="0" destOrd="0" parTransId="{5297D9E7-E8AA-4BDB-B2A4-C4FC3E975D3E}" sibTransId="{2F8B34C3-EA29-4143-B33F-1424A4204050}"/>
    <dgm:cxn modelId="{0A4CBDD9-76DE-437B-AA2A-AA54D72D8F23}" type="presParOf" srcId="{5B8CBAC1-4C03-4495-BC4D-10E55ACCAB5C}" destId="{76017AAE-6432-4A0B-89D8-4D9D0E964064}" srcOrd="0" destOrd="0" presId="urn:microsoft.com/office/officeart/2005/8/layout/vList5"/>
    <dgm:cxn modelId="{14E8E9E7-3A5B-40F0-92AE-ACAA3E371324}" type="presParOf" srcId="{76017AAE-6432-4A0B-89D8-4D9D0E964064}" destId="{295CF25D-4CC4-4670-BE79-986E8788CC3C}" srcOrd="0" destOrd="0" presId="urn:microsoft.com/office/officeart/2005/8/layout/vList5"/>
    <dgm:cxn modelId="{5F21435A-0FA7-4305-8235-DCCA42897681}" type="presParOf" srcId="{76017AAE-6432-4A0B-89D8-4D9D0E964064}" destId="{C9F144B9-5131-4F30-A6D1-F930DFADE5C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6203C99-EF1D-43F3-8BEB-F63843E54152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en-IN"/>
        </a:p>
      </dgm:t>
    </dgm:pt>
    <dgm:pt modelId="{9B9429CD-B9C9-4E1A-AFC1-257CDDFAC0F0}">
      <dgm:prSet/>
      <dgm:spPr/>
      <dgm:t>
        <a:bodyPr/>
        <a:lstStyle/>
        <a:p>
          <a:pPr rtl="0"/>
          <a:r>
            <a:rPr lang="en-IN" dirty="0" smtClean="0"/>
            <a:t>To use reactive form controls, import </a:t>
          </a:r>
          <a:r>
            <a:rPr lang="en-IN" b="1" dirty="0" err="1" smtClean="0"/>
            <a:t>ReactiveFormsModule</a:t>
          </a:r>
          <a:r>
            <a:rPr lang="en-IN" dirty="0" smtClean="0"/>
            <a:t> from the </a:t>
          </a:r>
          <a:r>
            <a:rPr lang="en-IN" b="1" dirty="0" smtClean="0"/>
            <a:t>@angular/forms </a:t>
          </a:r>
          <a:r>
            <a:rPr lang="en-IN" dirty="0" smtClean="0"/>
            <a:t>package and add it to your </a:t>
          </a:r>
          <a:r>
            <a:rPr lang="en-IN" dirty="0" err="1" smtClean="0"/>
            <a:t>NgModule's</a:t>
          </a:r>
          <a:r>
            <a:rPr lang="en-IN" dirty="0" smtClean="0"/>
            <a:t> imports array.</a:t>
          </a:r>
          <a:endParaRPr lang="en-IN" dirty="0"/>
        </a:p>
      </dgm:t>
    </dgm:pt>
    <dgm:pt modelId="{1B04C4B1-9812-4BB3-A18C-59A2367FBB04}" type="parTrans" cxnId="{1F11E1E5-EEEA-4DA1-9C98-AB84E73F95A4}">
      <dgm:prSet/>
      <dgm:spPr/>
      <dgm:t>
        <a:bodyPr/>
        <a:lstStyle/>
        <a:p>
          <a:endParaRPr lang="en-IN"/>
        </a:p>
      </dgm:t>
    </dgm:pt>
    <dgm:pt modelId="{07F5F68D-53B0-4945-9FFF-6161BCA24A15}" type="sibTrans" cxnId="{1F11E1E5-EEEA-4DA1-9C98-AB84E73F95A4}">
      <dgm:prSet/>
      <dgm:spPr/>
      <dgm:t>
        <a:bodyPr/>
        <a:lstStyle/>
        <a:p>
          <a:endParaRPr lang="en-IN"/>
        </a:p>
      </dgm:t>
    </dgm:pt>
    <dgm:pt modelId="{E9A27B92-1183-4BE4-BCB6-51E8B4D04311}" type="pres">
      <dgm:prSet presAssocID="{96203C99-EF1D-43F3-8BEB-F63843E5415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1615EA1A-58F5-4BD1-A0DF-80CDE80E9042}" type="pres">
      <dgm:prSet presAssocID="{9B9429CD-B9C9-4E1A-AFC1-257CDDFAC0F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12495EA9-19FC-4DCC-9482-2D6D1FBDF322}" type="presOf" srcId="{96203C99-EF1D-43F3-8BEB-F63843E54152}" destId="{E9A27B92-1183-4BE4-BCB6-51E8B4D04311}" srcOrd="0" destOrd="0" presId="urn:microsoft.com/office/officeart/2005/8/layout/vList2"/>
    <dgm:cxn modelId="{1F11E1E5-EEEA-4DA1-9C98-AB84E73F95A4}" srcId="{96203C99-EF1D-43F3-8BEB-F63843E54152}" destId="{9B9429CD-B9C9-4E1A-AFC1-257CDDFAC0F0}" srcOrd="0" destOrd="0" parTransId="{1B04C4B1-9812-4BB3-A18C-59A2367FBB04}" sibTransId="{07F5F68D-53B0-4945-9FFF-6161BCA24A15}"/>
    <dgm:cxn modelId="{E164C94D-7126-4C84-8890-35595D571E88}" type="presOf" srcId="{9B9429CD-B9C9-4E1A-AFC1-257CDDFAC0F0}" destId="{1615EA1A-58F5-4BD1-A0DF-80CDE80E9042}" srcOrd="0" destOrd="0" presId="urn:microsoft.com/office/officeart/2005/8/layout/vList2"/>
    <dgm:cxn modelId="{9A67FDFC-E19C-4022-BD22-2A3133AE3640}" type="presParOf" srcId="{E9A27B92-1183-4BE4-BCB6-51E8B4D04311}" destId="{1615EA1A-58F5-4BD1-A0DF-80CDE80E904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B30894B-4360-4F81-B012-14F7D342712B}" type="doc">
      <dgm:prSet loTypeId="urn:microsoft.com/office/officeart/2005/8/layout/vList2" loCatId="list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2A8C391E-3D8A-4786-B20F-6EB6A3C0E485}">
      <dgm:prSet/>
      <dgm:spPr/>
      <dgm:t>
        <a:bodyPr/>
        <a:lstStyle/>
        <a:p>
          <a:pPr rtl="0"/>
          <a:r>
            <a:rPr lang="en-IN" b="1" smtClean="0"/>
            <a:t>After creating the control in the component class, you have to add it to the form control element in the template. </a:t>
          </a:r>
          <a:endParaRPr lang="en-IN" b="1"/>
        </a:p>
      </dgm:t>
    </dgm:pt>
    <dgm:pt modelId="{48375DD8-680B-4DFD-9266-50FD91985A96}" type="parTrans" cxnId="{7045DBB8-36E7-460D-BA80-EEDCB3D8BAFB}">
      <dgm:prSet/>
      <dgm:spPr/>
      <dgm:t>
        <a:bodyPr/>
        <a:lstStyle/>
        <a:p>
          <a:endParaRPr lang="en-IN" b="1"/>
        </a:p>
      </dgm:t>
    </dgm:pt>
    <dgm:pt modelId="{C7AE22E1-6685-4578-AC63-589C739B7A11}" type="sibTrans" cxnId="{7045DBB8-36E7-460D-BA80-EEDCB3D8BAFB}">
      <dgm:prSet/>
      <dgm:spPr/>
      <dgm:t>
        <a:bodyPr/>
        <a:lstStyle/>
        <a:p>
          <a:endParaRPr lang="en-IN" b="1"/>
        </a:p>
      </dgm:t>
    </dgm:pt>
    <dgm:pt modelId="{987033CF-60DB-4779-B0E1-69E8EDC4443A}">
      <dgm:prSet/>
      <dgm:spPr/>
      <dgm:t>
        <a:bodyPr/>
        <a:lstStyle/>
        <a:p>
          <a:pPr rtl="0"/>
          <a:r>
            <a:rPr lang="en-IN" b="1" dirty="0" smtClean="0"/>
            <a:t>Use the </a:t>
          </a:r>
          <a:r>
            <a:rPr lang="en-IN" b="1" dirty="0" err="1" smtClean="0"/>
            <a:t>formControl</a:t>
          </a:r>
          <a:r>
            <a:rPr lang="en-IN" b="1" dirty="0" smtClean="0"/>
            <a:t> binding provided by </a:t>
          </a:r>
          <a:r>
            <a:rPr lang="en-IN" b="1" dirty="0" err="1" smtClean="0"/>
            <a:t>FormControlDirective</a:t>
          </a:r>
          <a:r>
            <a:rPr lang="en-IN" b="1" dirty="0" smtClean="0"/>
            <a:t> to update the template with the form control.</a:t>
          </a:r>
          <a:endParaRPr lang="en-IN" b="1" dirty="0"/>
        </a:p>
      </dgm:t>
    </dgm:pt>
    <dgm:pt modelId="{BE4351FA-DF1B-4F0F-A60C-18975399DD97}" type="parTrans" cxnId="{384BA8DF-5020-4383-ADFA-E619F25CA804}">
      <dgm:prSet/>
      <dgm:spPr/>
      <dgm:t>
        <a:bodyPr/>
        <a:lstStyle/>
        <a:p>
          <a:endParaRPr lang="en-IN" b="1"/>
        </a:p>
      </dgm:t>
    </dgm:pt>
    <dgm:pt modelId="{BA26F19B-1020-45A5-966E-B855DAA2F9CA}" type="sibTrans" cxnId="{384BA8DF-5020-4383-ADFA-E619F25CA804}">
      <dgm:prSet/>
      <dgm:spPr/>
      <dgm:t>
        <a:bodyPr/>
        <a:lstStyle/>
        <a:p>
          <a:endParaRPr lang="en-IN" b="1"/>
        </a:p>
      </dgm:t>
    </dgm:pt>
    <dgm:pt modelId="{A29F0450-5F91-438B-AE86-97E9443204A8}">
      <dgm:prSet/>
      <dgm:spPr/>
      <dgm:t>
        <a:bodyPr/>
        <a:lstStyle/>
        <a:p>
          <a:pPr rtl="0"/>
          <a:r>
            <a:rPr lang="en-IN" b="1" i="0" dirty="0" smtClean="0"/>
            <a:t>We have registered the form control to the name input element in the template.</a:t>
          </a:r>
          <a:endParaRPr lang="en-IN" b="1" dirty="0"/>
        </a:p>
      </dgm:t>
    </dgm:pt>
    <dgm:pt modelId="{EC4D02B8-33FC-4D0C-950B-0B1421D9BCE0}" type="parTrans" cxnId="{677B19A2-918C-42D2-97A7-51BC265502B3}">
      <dgm:prSet/>
      <dgm:spPr/>
      <dgm:t>
        <a:bodyPr/>
        <a:lstStyle/>
        <a:p>
          <a:endParaRPr lang="en-IN" b="1"/>
        </a:p>
      </dgm:t>
    </dgm:pt>
    <dgm:pt modelId="{19119389-B945-4838-97C6-71BD5FB8B572}" type="sibTrans" cxnId="{677B19A2-918C-42D2-97A7-51BC265502B3}">
      <dgm:prSet/>
      <dgm:spPr/>
      <dgm:t>
        <a:bodyPr/>
        <a:lstStyle/>
        <a:p>
          <a:endParaRPr lang="en-IN" b="1"/>
        </a:p>
      </dgm:t>
    </dgm:pt>
    <dgm:pt modelId="{DCE4D920-8496-4E40-8680-C0C91C5F7DC6}">
      <dgm:prSet/>
      <dgm:spPr/>
      <dgm:t>
        <a:bodyPr/>
        <a:lstStyle/>
        <a:p>
          <a:pPr rtl="0"/>
          <a:r>
            <a:rPr lang="en-IN" b="1" i="0" smtClean="0"/>
            <a:t> </a:t>
          </a:r>
          <a:r>
            <a:rPr lang="en-IN" b="1" i="0" dirty="0" smtClean="0"/>
            <a:t>Now, the form control and DOM element communicate with each other and the view reflects changes in the model, and the model reflects changes in the view.</a:t>
          </a:r>
          <a:endParaRPr lang="en-IN" b="1" dirty="0"/>
        </a:p>
      </dgm:t>
    </dgm:pt>
    <dgm:pt modelId="{9641D5C0-3687-40F4-9D94-6D5CEEAE78E5}" type="parTrans" cxnId="{AF60EF82-4710-4C42-BE58-F64BC0C026ED}">
      <dgm:prSet/>
      <dgm:spPr/>
      <dgm:t>
        <a:bodyPr/>
        <a:lstStyle/>
        <a:p>
          <a:endParaRPr lang="en-IN" b="1"/>
        </a:p>
      </dgm:t>
    </dgm:pt>
    <dgm:pt modelId="{656DE529-5340-462F-A4EA-7AC9827A2055}" type="sibTrans" cxnId="{AF60EF82-4710-4C42-BE58-F64BC0C026ED}">
      <dgm:prSet/>
      <dgm:spPr/>
      <dgm:t>
        <a:bodyPr/>
        <a:lstStyle/>
        <a:p>
          <a:endParaRPr lang="en-IN" b="1"/>
        </a:p>
      </dgm:t>
    </dgm:pt>
    <dgm:pt modelId="{38DE38D2-6544-4566-AC87-D38194DEE8BC}" type="pres">
      <dgm:prSet presAssocID="{5B30894B-4360-4F81-B012-14F7D342712B}" presName="linear" presStyleCnt="0">
        <dgm:presLayoutVars>
          <dgm:animLvl val="lvl"/>
          <dgm:resizeHandles val="exact"/>
        </dgm:presLayoutVars>
      </dgm:prSet>
      <dgm:spPr/>
    </dgm:pt>
    <dgm:pt modelId="{9494F0E6-2CD6-4272-A716-50D8BC4651FC}" type="pres">
      <dgm:prSet presAssocID="{2A8C391E-3D8A-4786-B20F-6EB6A3C0E48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A7E5FD7-E185-4CBA-9B30-5CC719F5998C}" type="pres">
      <dgm:prSet presAssocID="{C7AE22E1-6685-4578-AC63-589C739B7A11}" presName="spacer" presStyleCnt="0"/>
      <dgm:spPr/>
    </dgm:pt>
    <dgm:pt modelId="{BAF6DE91-A187-4B69-8369-2004B72B32F3}" type="pres">
      <dgm:prSet presAssocID="{987033CF-60DB-4779-B0E1-69E8EDC4443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04151D4-D9C8-40C6-B8E4-694814711AA1}" type="pres">
      <dgm:prSet presAssocID="{BA26F19B-1020-45A5-966E-B855DAA2F9CA}" presName="spacer" presStyleCnt="0"/>
      <dgm:spPr/>
    </dgm:pt>
    <dgm:pt modelId="{BDF884B4-CBD8-448E-A68E-9D784996C2B9}" type="pres">
      <dgm:prSet presAssocID="{A29F0450-5F91-438B-AE86-97E9443204A8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0E67166-3DC4-400D-AE63-3C82621E9B6C}" type="pres">
      <dgm:prSet presAssocID="{19119389-B945-4838-97C6-71BD5FB8B572}" presName="spacer" presStyleCnt="0"/>
      <dgm:spPr/>
    </dgm:pt>
    <dgm:pt modelId="{9B704517-5612-4062-BDBB-6BF21BC2FB1C}" type="pres">
      <dgm:prSet presAssocID="{DCE4D920-8496-4E40-8680-C0C91C5F7DC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84BA8DF-5020-4383-ADFA-E619F25CA804}" srcId="{5B30894B-4360-4F81-B012-14F7D342712B}" destId="{987033CF-60DB-4779-B0E1-69E8EDC4443A}" srcOrd="1" destOrd="0" parTransId="{BE4351FA-DF1B-4F0F-A60C-18975399DD97}" sibTransId="{BA26F19B-1020-45A5-966E-B855DAA2F9CA}"/>
    <dgm:cxn modelId="{E2CB9384-8377-47F3-AF0F-88B9BBD096FF}" type="presOf" srcId="{2A8C391E-3D8A-4786-B20F-6EB6A3C0E485}" destId="{9494F0E6-2CD6-4272-A716-50D8BC4651FC}" srcOrd="0" destOrd="0" presId="urn:microsoft.com/office/officeart/2005/8/layout/vList2"/>
    <dgm:cxn modelId="{7E05384E-E947-42E4-8517-44BA4BB9CD30}" type="presOf" srcId="{987033CF-60DB-4779-B0E1-69E8EDC4443A}" destId="{BAF6DE91-A187-4B69-8369-2004B72B32F3}" srcOrd="0" destOrd="0" presId="urn:microsoft.com/office/officeart/2005/8/layout/vList2"/>
    <dgm:cxn modelId="{7045DBB8-36E7-460D-BA80-EEDCB3D8BAFB}" srcId="{5B30894B-4360-4F81-B012-14F7D342712B}" destId="{2A8C391E-3D8A-4786-B20F-6EB6A3C0E485}" srcOrd="0" destOrd="0" parTransId="{48375DD8-680B-4DFD-9266-50FD91985A96}" sibTransId="{C7AE22E1-6685-4578-AC63-589C739B7A11}"/>
    <dgm:cxn modelId="{677B19A2-918C-42D2-97A7-51BC265502B3}" srcId="{5B30894B-4360-4F81-B012-14F7D342712B}" destId="{A29F0450-5F91-438B-AE86-97E9443204A8}" srcOrd="2" destOrd="0" parTransId="{EC4D02B8-33FC-4D0C-950B-0B1421D9BCE0}" sibTransId="{19119389-B945-4838-97C6-71BD5FB8B572}"/>
    <dgm:cxn modelId="{8873397C-E5F7-459B-AD8D-7A43711F3337}" type="presOf" srcId="{DCE4D920-8496-4E40-8680-C0C91C5F7DC6}" destId="{9B704517-5612-4062-BDBB-6BF21BC2FB1C}" srcOrd="0" destOrd="0" presId="urn:microsoft.com/office/officeart/2005/8/layout/vList2"/>
    <dgm:cxn modelId="{AF60EF82-4710-4C42-BE58-F64BC0C026ED}" srcId="{5B30894B-4360-4F81-B012-14F7D342712B}" destId="{DCE4D920-8496-4E40-8680-C0C91C5F7DC6}" srcOrd="3" destOrd="0" parTransId="{9641D5C0-3687-40F4-9D94-6D5CEEAE78E5}" sibTransId="{656DE529-5340-462F-A4EA-7AC9827A2055}"/>
    <dgm:cxn modelId="{37EA7610-C253-4081-94E7-6E4AB8B15427}" type="presOf" srcId="{A29F0450-5F91-438B-AE86-97E9443204A8}" destId="{BDF884B4-CBD8-448E-A68E-9D784996C2B9}" srcOrd="0" destOrd="0" presId="urn:microsoft.com/office/officeart/2005/8/layout/vList2"/>
    <dgm:cxn modelId="{73247860-A7F0-4838-B245-F3F6310563DA}" type="presOf" srcId="{5B30894B-4360-4F81-B012-14F7D342712B}" destId="{38DE38D2-6544-4566-AC87-D38194DEE8BC}" srcOrd="0" destOrd="0" presId="urn:microsoft.com/office/officeart/2005/8/layout/vList2"/>
    <dgm:cxn modelId="{EA731F7F-5EE4-485D-AA4E-E5FF265D20DE}" type="presParOf" srcId="{38DE38D2-6544-4566-AC87-D38194DEE8BC}" destId="{9494F0E6-2CD6-4272-A716-50D8BC4651FC}" srcOrd="0" destOrd="0" presId="urn:microsoft.com/office/officeart/2005/8/layout/vList2"/>
    <dgm:cxn modelId="{E48EA141-69AC-46BF-9173-8F9D6C2275B1}" type="presParOf" srcId="{38DE38D2-6544-4566-AC87-D38194DEE8BC}" destId="{8A7E5FD7-E185-4CBA-9B30-5CC719F5998C}" srcOrd="1" destOrd="0" presId="urn:microsoft.com/office/officeart/2005/8/layout/vList2"/>
    <dgm:cxn modelId="{97E56016-DEF6-4909-80FE-0CCFEC7B7580}" type="presParOf" srcId="{38DE38D2-6544-4566-AC87-D38194DEE8BC}" destId="{BAF6DE91-A187-4B69-8369-2004B72B32F3}" srcOrd="2" destOrd="0" presId="urn:microsoft.com/office/officeart/2005/8/layout/vList2"/>
    <dgm:cxn modelId="{7384A37F-5170-4D48-9310-BC867BC1BC42}" type="presParOf" srcId="{38DE38D2-6544-4566-AC87-D38194DEE8BC}" destId="{904151D4-D9C8-40C6-B8E4-694814711AA1}" srcOrd="3" destOrd="0" presId="urn:microsoft.com/office/officeart/2005/8/layout/vList2"/>
    <dgm:cxn modelId="{B46A532F-9123-448F-8EEF-6B097E88E4C9}" type="presParOf" srcId="{38DE38D2-6544-4566-AC87-D38194DEE8BC}" destId="{BDF884B4-CBD8-448E-A68E-9D784996C2B9}" srcOrd="4" destOrd="0" presId="urn:microsoft.com/office/officeart/2005/8/layout/vList2"/>
    <dgm:cxn modelId="{BCD3BA2C-21CA-4A1B-B6EB-943097F4121E}" type="presParOf" srcId="{38DE38D2-6544-4566-AC87-D38194DEE8BC}" destId="{90E67166-3DC4-400D-AE63-3C82621E9B6C}" srcOrd="5" destOrd="0" presId="urn:microsoft.com/office/officeart/2005/8/layout/vList2"/>
    <dgm:cxn modelId="{9611D915-331E-4552-BD96-0BFD421A39B8}" type="presParOf" srcId="{38DE38D2-6544-4566-AC87-D38194DEE8BC}" destId="{9B704517-5612-4062-BDBB-6BF21BC2FB1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10848AB-0633-4187-B0CD-11B7C53D6C2F}" type="doc">
      <dgm:prSet loTypeId="urn:microsoft.com/office/officeart/2005/8/layout/vList2" loCatId="list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488C4679-94DF-47E3-8875-D336B88A549C}">
      <dgm:prSet/>
      <dgm:spPr/>
      <dgm:t>
        <a:bodyPr/>
        <a:lstStyle/>
        <a:p>
          <a:pPr rtl="0"/>
          <a:r>
            <a:rPr lang="en-IN" dirty="0" smtClean="0"/>
            <a:t>The form control assigned to name is displayed when the component is added to a template.</a:t>
          </a:r>
          <a:endParaRPr lang="en-IN" dirty="0"/>
        </a:p>
      </dgm:t>
    </dgm:pt>
    <dgm:pt modelId="{CBA96E63-881B-4855-A1D9-7C1F1A454E07}" type="parTrans" cxnId="{7451D128-B6DD-4BF1-B9ED-58D40C67D8A8}">
      <dgm:prSet/>
      <dgm:spPr/>
      <dgm:t>
        <a:bodyPr/>
        <a:lstStyle/>
        <a:p>
          <a:endParaRPr lang="en-IN"/>
        </a:p>
      </dgm:t>
    </dgm:pt>
    <dgm:pt modelId="{769FED43-BD44-4154-BF42-276B1C4E5B87}" type="sibTrans" cxnId="{7451D128-B6DD-4BF1-B9ED-58D40C67D8A8}">
      <dgm:prSet/>
      <dgm:spPr/>
      <dgm:t>
        <a:bodyPr/>
        <a:lstStyle/>
        <a:p>
          <a:endParaRPr lang="en-IN"/>
        </a:p>
      </dgm:t>
    </dgm:pt>
    <dgm:pt modelId="{0D17F392-92D5-44D3-879E-E70B85C51545}">
      <dgm:prSet/>
      <dgm:spPr/>
      <dgm:t>
        <a:bodyPr/>
        <a:lstStyle/>
        <a:p>
          <a:pPr rtl="0"/>
          <a:r>
            <a:rPr lang="en-IN" dirty="0" err="1" smtClean="0"/>
            <a:t>TypeScript</a:t>
          </a:r>
          <a:r>
            <a:rPr lang="en-IN" dirty="0" smtClean="0"/>
            <a:t> Code:                                                      &lt;app-name-editor&gt;&lt;/app-name-editor&gt;</a:t>
          </a:r>
          <a:endParaRPr lang="en-IN" dirty="0"/>
        </a:p>
      </dgm:t>
    </dgm:pt>
    <dgm:pt modelId="{B586D6B8-BD1E-44B9-AF7C-34A9F1124552}" type="parTrans" cxnId="{6A3878A2-006E-4682-A69E-1F3143440848}">
      <dgm:prSet/>
      <dgm:spPr/>
      <dgm:t>
        <a:bodyPr/>
        <a:lstStyle/>
        <a:p>
          <a:endParaRPr lang="en-IN"/>
        </a:p>
      </dgm:t>
    </dgm:pt>
    <dgm:pt modelId="{0B168A63-826E-49D7-BF08-C53429097FB2}" type="sibTrans" cxnId="{6A3878A2-006E-4682-A69E-1F3143440848}">
      <dgm:prSet/>
      <dgm:spPr/>
      <dgm:t>
        <a:bodyPr/>
        <a:lstStyle/>
        <a:p>
          <a:endParaRPr lang="en-IN"/>
        </a:p>
      </dgm:t>
    </dgm:pt>
    <dgm:pt modelId="{FFE71121-8A81-458C-9E2C-E90D9EC8610F}" type="pres">
      <dgm:prSet presAssocID="{D10848AB-0633-4187-B0CD-11B7C53D6C2F}" presName="linear" presStyleCnt="0">
        <dgm:presLayoutVars>
          <dgm:animLvl val="lvl"/>
          <dgm:resizeHandles val="exact"/>
        </dgm:presLayoutVars>
      </dgm:prSet>
      <dgm:spPr/>
    </dgm:pt>
    <dgm:pt modelId="{89714C81-F7AE-4785-A129-5B3DB5DBEE2B}" type="pres">
      <dgm:prSet presAssocID="{488C4679-94DF-47E3-8875-D336B88A549C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D77A47F-0A7C-4674-8DA8-B63400DAE620}" type="pres">
      <dgm:prSet presAssocID="{769FED43-BD44-4154-BF42-276B1C4E5B87}" presName="spacer" presStyleCnt="0"/>
      <dgm:spPr/>
    </dgm:pt>
    <dgm:pt modelId="{D643C88D-F67A-4D48-B166-D2151EBB1432}" type="pres">
      <dgm:prSet presAssocID="{0D17F392-92D5-44D3-879E-E70B85C51545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F42D1343-623D-47BE-97C6-6ECFD9D707A8}" type="presOf" srcId="{D10848AB-0633-4187-B0CD-11B7C53D6C2F}" destId="{FFE71121-8A81-458C-9E2C-E90D9EC8610F}" srcOrd="0" destOrd="0" presId="urn:microsoft.com/office/officeart/2005/8/layout/vList2"/>
    <dgm:cxn modelId="{062F936D-B16F-48F5-914D-B7996E560906}" type="presOf" srcId="{0D17F392-92D5-44D3-879E-E70B85C51545}" destId="{D643C88D-F67A-4D48-B166-D2151EBB1432}" srcOrd="0" destOrd="0" presId="urn:microsoft.com/office/officeart/2005/8/layout/vList2"/>
    <dgm:cxn modelId="{A30855F8-6AAC-4E62-985B-91E16A43E3B2}" type="presOf" srcId="{488C4679-94DF-47E3-8875-D336B88A549C}" destId="{89714C81-F7AE-4785-A129-5B3DB5DBEE2B}" srcOrd="0" destOrd="0" presId="urn:microsoft.com/office/officeart/2005/8/layout/vList2"/>
    <dgm:cxn modelId="{6A3878A2-006E-4682-A69E-1F3143440848}" srcId="{D10848AB-0633-4187-B0CD-11B7C53D6C2F}" destId="{0D17F392-92D5-44D3-879E-E70B85C51545}" srcOrd="1" destOrd="0" parTransId="{B586D6B8-BD1E-44B9-AF7C-34A9F1124552}" sibTransId="{0B168A63-826E-49D7-BF08-C53429097FB2}"/>
    <dgm:cxn modelId="{7451D128-B6DD-4BF1-B9ED-58D40C67D8A8}" srcId="{D10848AB-0633-4187-B0CD-11B7C53D6C2F}" destId="{488C4679-94DF-47E3-8875-D336B88A549C}" srcOrd="0" destOrd="0" parTransId="{CBA96E63-881B-4855-A1D9-7C1F1A454E07}" sibTransId="{769FED43-BD44-4154-BF42-276B1C4E5B87}"/>
    <dgm:cxn modelId="{AE129E6C-02BE-4409-8FC3-51B37DF3DA3A}" type="presParOf" srcId="{FFE71121-8A81-458C-9E2C-E90D9EC8610F}" destId="{89714C81-F7AE-4785-A129-5B3DB5DBEE2B}" srcOrd="0" destOrd="0" presId="urn:microsoft.com/office/officeart/2005/8/layout/vList2"/>
    <dgm:cxn modelId="{EAB6359C-C7B7-4FA2-8D2B-9C18D47D9327}" type="presParOf" srcId="{FFE71121-8A81-458C-9E2C-E90D9EC8610F}" destId="{9D77A47F-0A7C-4674-8DA8-B63400DAE620}" srcOrd="1" destOrd="0" presId="urn:microsoft.com/office/officeart/2005/8/layout/vList2"/>
    <dgm:cxn modelId="{8075A66C-2FF4-4ECF-B5FF-938FDCD0DCE4}" type="presParOf" srcId="{FFE71121-8A81-458C-9E2C-E90D9EC8610F}" destId="{D643C88D-F67A-4D48-B166-D2151EBB143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5947AB5-F4F1-4B65-B737-FEAA24CEF09C}" type="doc">
      <dgm:prSet loTypeId="urn:microsoft.com/office/officeart/2005/8/layout/vList2" loCatId="list" qsTypeId="urn:microsoft.com/office/officeart/2005/8/quickstyle/simple3" qsCatId="simple" csTypeId="urn:microsoft.com/office/officeart/2005/8/colors/accent0_1" csCatId="mainScheme"/>
      <dgm:spPr/>
      <dgm:t>
        <a:bodyPr/>
        <a:lstStyle/>
        <a:p>
          <a:endParaRPr lang="en-IN"/>
        </a:p>
      </dgm:t>
    </dgm:pt>
    <dgm:pt modelId="{87D76FA2-2136-4485-8DED-C8FD35B06D01}">
      <dgm:prSet/>
      <dgm:spPr/>
      <dgm:t>
        <a:bodyPr/>
        <a:lstStyle/>
        <a:p>
          <a:pPr rtl="0"/>
          <a:r>
            <a:rPr lang="en-IN" b="1" dirty="0" smtClean="0"/>
            <a:t>Reactive forms give you access to the form control state and value at a point in time. </a:t>
          </a:r>
          <a:endParaRPr lang="en-IN" b="1" dirty="0"/>
        </a:p>
      </dgm:t>
    </dgm:pt>
    <dgm:pt modelId="{48971054-7A2D-44D6-A019-50AFB182529E}" type="parTrans" cxnId="{A5F39B2A-D954-40E7-90FC-338689B2BD96}">
      <dgm:prSet/>
      <dgm:spPr/>
      <dgm:t>
        <a:bodyPr/>
        <a:lstStyle/>
        <a:p>
          <a:endParaRPr lang="en-IN"/>
        </a:p>
      </dgm:t>
    </dgm:pt>
    <dgm:pt modelId="{23C632F3-7FF1-4F4F-9774-8B2B6031D26F}" type="sibTrans" cxnId="{A5F39B2A-D954-40E7-90FC-338689B2BD96}">
      <dgm:prSet/>
      <dgm:spPr/>
      <dgm:t>
        <a:bodyPr/>
        <a:lstStyle/>
        <a:p>
          <a:endParaRPr lang="en-IN"/>
        </a:p>
      </dgm:t>
    </dgm:pt>
    <dgm:pt modelId="{898E48F9-A922-4698-914E-46495175A829}">
      <dgm:prSet/>
      <dgm:spPr/>
      <dgm:t>
        <a:bodyPr/>
        <a:lstStyle/>
        <a:p>
          <a:pPr rtl="0"/>
          <a:r>
            <a:rPr lang="en-IN" b="1" dirty="0" smtClean="0"/>
            <a:t>You can manipulate the current state and value through the component class or the component template.</a:t>
          </a:r>
          <a:endParaRPr lang="en-IN" b="1" dirty="0"/>
        </a:p>
      </dgm:t>
    </dgm:pt>
    <dgm:pt modelId="{CED8CF25-C993-4223-85BD-2ABA601850B8}" type="parTrans" cxnId="{D9E77BF6-2504-41DD-8B4F-1BEF6A5366F5}">
      <dgm:prSet/>
      <dgm:spPr/>
      <dgm:t>
        <a:bodyPr/>
        <a:lstStyle/>
        <a:p>
          <a:endParaRPr lang="en-IN"/>
        </a:p>
      </dgm:t>
    </dgm:pt>
    <dgm:pt modelId="{89849826-D9A9-46A9-9214-3A736DB6BF30}" type="sibTrans" cxnId="{D9E77BF6-2504-41DD-8B4F-1BEF6A5366F5}">
      <dgm:prSet/>
      <dgm:spPr/>
      <dgm:t>
        <a:bodyPr/>
        <a:lstStyle/>
        <a:p>
          <a:endParaRPr lang="en-IN"/>
        </a:p>
      </dgm:t>
    </dgm:pt>
    <dgm:pt modelId="{FDD11239-BD17-4018-8EE0-229F9FBE83F0}">
      <dgm:prSet/>
      <dgm:spPr/>
      <dgm:t>
        <a:bodyPr/>
        <a:lstStyle/>
        <a:p>
          <a:pPr rtl="0"/>
          <a:r>
            <a:rPr lang="en-IN" b="1" smtClean="0"/>
            <a:t>Displaying a form control value</a:t>
          </a:r>
          <a:endParaRPr lang="en-IN"/>
        </a:p>
      </dgm:t>
    </dgm:pt>
    <dgm:pt modelId="{6E766193-A03C-4CEA-B239-DB6825BEFA9E}" type="parTrans" cxnId="{D7DC9A0A-D7CA-48D7-9919-8753A40AE54B}">
      <dgm:prSet/>
      <dgm:spPr/>
      <dgm:t>
        <a:bodyPr/>
        <a:lstStyle/>
        <a:p>
          <a:endParaRPr lang="en-IN"/>
        </a:p>
      </dgm:t>
    </dgm:pt>
    <dgm:pt modelId="{667CF4D2-7323-42CD-A5C8-483A504338F7}" type="sibTrans" cxnId="{D7DC9A0A-D7CA-48D7-9919-8753A40AE54B}">
      <dgm:prSet/>
      <dgm:spPr/>
      <dgm:t>
        <a:bodyPr/>
        <a:lstStyle/>
        <a:p>
          <a:endParaRPr lang="en-IN"/>
        </a:p>
      </dgm:t>
    </dgm:pt>
    <dgm:pt modelId="{7A814938-B72C-4467-8CA9-56AF601A1CAE}" type="pres">
      <dgm:prSet presAssocID="{55947AB5-F4F1-4B65-B737-FEAA24CEF09C}" presName="linear" presStyleCnt="0">
        <dgm:presLayoutVars>
          <dgm:animLvl val="lvl"/>
          <dgm:resizeHandles val="exact"/>
        </dgm:presLayoutVars>
      </dgm:prSet>
      <dgm:spPr/>
    </dgm:pt>
    <dgm:pt modelId="{3660996A-9CE1-4355-BDFB-C12C79343850}" type="pres">
      <dgm:prSet presAssocID="{87D76FA2-2136-4485-8DED-C8FD35B06D0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7F2E23C-95D2-4643-A028-717DEFF99E15}" type="pres">
      <dgm:prSet presAssocID="{23C632F3-7FF1-4F4F-9774-8B2B6031D26F}" presName="spacer" presStyleCnt="0"/>
      <dgm:spPr/>
    </dgm:pt>
    <dgm:pt modelId="{D42915B4-3FBC-4B22-9C98-0D3A574BA12C}" type="pres">
      <dgm:prSet presAssocID="{898E48F9-A922-4698-914E-46495175A82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EB34EE0-DAD5-4FF4-9B73-CD109B7B2710}" type="pres">
      <dgm:prSet presAssocID="{89849826-D9A9-46A9-9214-3A736DB6BF30}" presName="spacer" presStyleCnt="0"/>
      <dgm:spPr/>
    </dgm:pt>
    <dgm:pt modelId="{79D64222-20BF-46FD-9C6C-4B6D96629D06}" type="pres">
      <dgm:prSet presAssocID="{FDD11239-BD17-4018-8EE0-229F9FBE83F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5F39B2A-D954-40E7-90FC-338689B2BD96}" srcId="{55947AB5-F4F1-4B65-B737-FEAA24CEF09C}" destId="{87D76FA2-2136-4485-8DED-C8FD35B06D01}" srcOrd="0" destOrd="0" parTransId="{48971054-7A2D-44D6-A019-50AFB182529E}" sibTransId="{23C632F3-7FF1-4F4F-9774-8B2B6031D26F}"/>
    <dgm:cxn modelId="{D9E77BF6-2504-41DD-8B4F-1BEF6A5366F5}" srcId="{55947AB5-F4F1-4B65-B737-FEAA24CEF09C}" destId="{898E48F9-A922-4698-914E-46495175A829}" srcOrd="1" destOrd="0" parTransId="{CED8CF25-C993-4223-85BD-2ABA601850B8}" sibTransId="{89849826-D9A9-46A9-9214-3A736DB6BF30}"/>
    <dgm:cxn modelId="{C2EFB615-C17B-4D60-BA3B-F85B5DAE95D0}" type="presOf" srcId="{FDD11239-BD17-4018-8EE0-229F9FBE83F0}" destId="{79D64222-20BF-46FD-9C6C-4B6D96629D06}" srcOrd="0" destOrd="0" presId="urn:microsoft.com/office/officeart/2005/8/layout/vList2"/>
    <dgm:cxn modelId="{6EB35B32-1C1D-4E37-A648-451960EE4B8D}" type="presOf" srcId="{55947AB5-F4F1-4B65-B737-FEAA24CEF09C}" destId="{7A814938-B72C-4467-8CA9-56AF601A1CAE}" srcOrd="0" destOrd="0" presId="urn:microsoft.com/office/officeart/2005/8/layout/vList2"/>
    <dgm:cxn modelId="{704BF56E-D134-4452-867C-7442BBCBD160}" type="presOf" srcId="{87D76FA2-2136-4485-8DED-C8FD35B06D01}" destId="{3660996A-9CE1-4355-BDFB-C12C79343850}" srcOrd="0" destOrd="0" presId="urn:microsoft.com/office/officeart/2005/8/layout/vList2"/>
    <dgm:cxn modelId="{E38EECD3-B2A6-45EC-8382-B6D4E35360E6}" type="presOf" srcId="{898E48F9-A922-4698-914E-46495175A829}" destId="{D42915B4-3FBC-4B22-9C98-0D3A574BA12C}" srcOrd="0" destOrd="0" presId="urn:microsoft.com/office/officeart/2005/8/layout/vList2"/>
    <dgm:cxn modelId="{D7DC9A0A-D7CA-48D7-9919-8753A40AE54B}" srcId="{55947AB5-F4F1-4B65-B737-FEAA24CEF09C}" destId="{FDD11239-BD17-4018-8EE0-229F9FBE83F0}" srcOrd="2" destOrd="0" parTransId="{6E766193-A03C-4CEA-B239-DB6825BEFA9E}" sibTransId="{667CF4D2-7323-42CD-A5C8-483A504338F7}"/>
    <dgm:cxn modelId="{4ECED84F-97E3-4071-A849-2CFDB272A990}" type="presParOf" srcId="{7A814938-B72C-4467-8CA9-56AF601A1CAE}" destId="{3660996A-9CE1-4355-BDFB-C12C79343850}" srcOrd="0" destOrd="0" presId="urn:microsoft.com/office/officeart/2005/8/layout/vList2"/>
    <dgm:cxn modelId="{FC51EF12-A81A-41E0-A887-64F320E5B5D9}" type="presParOf" srcId="{7A814938-B72C-4467-8CA9-56AF601A1CAE}" destId="{77F2E23C-95D2-4643-A028-717DEFF99E15}" srcOrd="1" destOrd="0" presId="urn:microsoft.com/office/officeart/2005/8/layout/vList2"/>
    <dgm:cxn modelId="{37092F47-531B-4658-A90C-7070EA315B27}" type="presParOf" srcId="{7A814938-B72C-4467-8CA9-56AF601A1CAE}" destId="{D42915B4-3FBC-4B22-9C98-0D3A574BA12C}" srcOrd="2" destOrd="0" presId="urn:microsoft.com/office/officeart/2005/8/layout/vList2"/>
    <dgm:cxn modelId="{5F20CBA0-1B30-4343-9630-1CB3F9133481}" type="presParOf" srcId="{7A814938-B72C-4467-8CA9-56AF601A1CAE}" destId="{AEB34EE0-DAD5-4FF4-9B73-CD109B7B2710}" srcOrd="3" destOrd="0" presId="urn:microsoft.com/office/officeart/2005/8/layout/vList2"/>
    <dgm:cxn modelId="{9E1838E9-B201-45B6-A247-09BC92C039B3}" type="presParOf" srcId="{7A814938-B72C-4467-8CA9-56AF601A1CAE}" destId="{79D64222-20BF-46FD-9C6C-4B6D96629D0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10C11007-C8C2-43EB-A342-2F30B409EC09}" type="doc">
      <dgm:prSet loTypeId="urn:microsoft.com/office/officeart/2005/8/layout/vList2" loCatId="list" qsTypeId="urn:microsoft.com/office/officeart/2005/8/quickstyle/simple3" qsCatId="simple" csTypeId="urn:microsoft.com/office/officeart/2005/8/colors/accent0_1" csCatId="mainScheme"/>
      <dgm:spPr/>
      <dgm:t>
        <a:bodyPr/>
        <a:lstStyle/>
        <a:p>
          <a:endParaRPr lang="en-IN"/>
        </a:p>
      </dgm:t>
    </dgm:pt>
    <dgm:pt modelId="{7F4DF64F-3C30-41B9-9273-91A8214C8F53}">
      <dgm:prSet custT="1"/>
      <dgm:spPr/>
      <dgm:t>
        <a:bodyPr/>
        <a:lstStyle/>
        <a:p>
          <a:pPr rtl="0"/>
          <a:r>
            <a:rPr lang="en-IN" sz="2400" dirty="0" err="1" smtClean="0"/>
            <a:t>FormBuilder</a:t>
          </a:r>
          <a:r>
            <a:rPr lang="en-IN" sz="2400" dirty="0" smtClean="0"/>
            <a:t> service provides convenient methods for generating controls.</a:t>
          </a:r>
          <a:endParaRPr lang="en-IN" sz="2400" dirty="0"/>
        </a:p>
      </dgm:t>
    </dgm:pt>
    <dgm:pt modelId="{242D1B54-B649-4F8F-9A1B-9D805DC2A31C}" type="parTrans" cxnId="{16570A69-9F58-4EB9-9FEA-6405ACB082EB}">
      <dgm:prSet/>
      <dgm:spPr/>
      <dgm:t>
        <a:bodyPr/>
        <a:lstStyle/>
        <a:p>
          <a:endParaRPr lang="en-IN" sz="2000"/>
        </a:p>
      </dgm:t>
    </dgm:pt>
    <dgm:pt modelId="{8A48E471-49F0-45BC-BF08-C5E9323C870E}" type="sibTrans" cxnId="{16570A69-9F58-4EB9-9FEA-6405ACB082EB}">
      <dgm:prSet/>
      <dgm:spPr/>
      <dgm:t>
        <a:bodyPr/>
        <a:lstStyle/>
        <a:p>
          <a:endParaRPr lang="en-IN" sz="2000"/>
        </a:p>
      </dgm:t>
    </dgm:pt>
    <dgm:pt modelId="{6A0B9044-BD4B-4443-A5C4-903F09159A2F}">
      <dgm:prSet custT="1"/>
      <dgm:spPr/>
      <dgm:t>
        <a:bodyPr/>
        <a:lstStyle/>
        <a:p>
          <a:pPr rtl="0"/>
          <a:r>
            <a:rPr lang="en-IN" sz="2400" b="1" smtClean="0"/>
            <a:t>Step 1: Importing the FormBuilder class</a:t>
          </a:r>
          <a:endParaRPr lang="en-IN" sz="2400"/>
        </a:p>
      </dgm:t>
    </dgm:pt>
    <dgm:pt modelId="{EEE73E05-6CD0-4D11-8108-7A34BB716BA3}" type="parTrans" cxnId="{D1756B79-A039-41DD-9411-EA10367062B1}">
      <dgm:prSet/>
      <dgm:spPr/>
      <dgm:t>
        <a:bodyPr/>
        <a:lstStyle/>
        <a:p>
          <a:endParaRPr lang="en-IN" sz="2000"/>
        </a:p>
      </dgm:t>
    </dgm:pt>
    <dgm:pt modelId="{276BC321-9828-4299-8324-60BE3FC06D46}" type="sibTrans" cxnId="{D1756B79-A039-41DD-9411-EA10367062B1}">
      <dgm:prSet/>
      <dgm:spPr/>
      <dgm:t>
        <a:bodyPr/>
        <a:lstStyle/>
        <a:p>
          <a:endParaRPr lang="en-IN" sz="2000"/>
        </a:p>
      </dgm:t>
    </dgm:pt>
    <dgm:pt modelId="{E80D83FE-F8CB-4FCA-9D18-6A5822F853A7}">
      <dgm:prSet custT="1"/>
      <dgm:spPr/>
      <dgm:t>
        <a:bodyPr/>
        <a:lstStyle/>
        <a:p>
          <a:pPr rtl="0"/>
          <a:r>
            <a:rPr lang="en-IN" sz="2400" smtClean="0"/>
            <a:t>import { FormBuilder } from '@angular/forms';</a:t>
          </a:r>
          <a:endParaRPr lang="en-IN" sz="2400"/>
        </a:p>
      </dgm:t>
    </dgm:pt>
    <dgm:pt modelId="{D44EC59D-386C-4241-B365-CE0CDEBF2536}" type="parTrans" cxnId="{C5914197-8669-4042-A025-B34FDB8C3272}">
      <dgm:prSet/>
      <dgm:spPr/>
      <dgm:t>
        <a:bodyPr/>
        <a:lstStyle/>
        <a:p>
          <a:endParaRPr lang="en-IN" sz="2000"/>
        </a:p>
      </dgm:t>
    </dgm:pt>
    <dgm:pt modelId="{AA742F27-03AC-4A75-B4BB-857BCF69B5E1}" type="sibTrans" cxnId="{C5914197-8669-4042-A025-B34FDB8C3272}">
      <dgm:prSet/>
      <dgm:spPr/>
      <dgm:t>
        <a:bodyPr/>
        <a:lstStyle/>
        <a:p>
          <a:endParaRPr lang="en-IN" sz="2000"/>
        </a:p>
      </dgm:t>
    </dgm:pt>
    <dgm:pt modelId="{1320CB65-01AE-44CE-BF3C-8DF83F84C641}">
      <dgm:prSet custT="1"/>
      <dgm:spPr/>
      <dgm:t>
        <a:bodyPr/>
        <a:lstStyle/>
        <a:p>
          <a:pPr rtl="0"/>
          <a:r>
            <a:rPr lang="en-IN" sz="2400" b="1" smtClean="0"/>
            <a:t>Step 2: Injecting the FormBuilder service</a:t>
          </a:r>
          <a:endParaRPr lang="en-IN" sz="2400"/>
        </a:p>
      </dgm:t>
    </dgm:pt>
    <dgm:pt modelId="{C9ACAAD6-2C29-4B6A-B250-5BE335BA2A6E}" type="parTrans" cxnId="{54D3FE00-E8BC-4EB2-8EF2-95EE45018C5C}">
      <dgm:prSet/>
      <dgm:spPr/>
      <dgm:t>
        <a:bodyPr/>
        <a:lstStyle/>
        <a:p>
          <a:endParaRPr lang="en-IN" sz="2000"/>
        </a:p>
      </dgm:t>
    </dgm:pt>
    <dgm:pt modelId="{DBDF50C7-5B9B-4E66-BD38-D84C068D643E}" type="sibTrans" cxnId="{54D3FE00-E8BC-4EB2-8EF2-95EE45018C5C}">
      <dgm:prSet/>
      <dgm:spPr/>
      <dgm:t>
        <a:bodyPr/>
        <a:lstStyle/>
        <a:p>
          <a:endParaRPr lang="en-IN" sz="2000"/>
        </a:p>
      </dgm:t>
    </dgm:pt>
    <dgm:pt modelId="{55E2B0B4-5E58-46E4-AC5A-D89419FB870C}">
      <dgm:prSet custT="1"/>
      <dgm:spPr/>
      <dgm:t>
        <a:bodyPr/>
        <a:lstStyle/>
        <a:p>
          <a:pPr rtl="0"/>
          <a:r>
            <a:rPr lang="en-IN" sz="2400" smtClean="0"/>
            <a:t>The FormBuilder service is an injectable provider that is provided with the reactive forms module. </a:t>
          </a:r>
          <a:endParaRPr lang="en-IN" sz="2400"/>
        </a:p>
      </dgm:t>
    </dgm:pt>
    <dgm:pt modelId="{9696C63A-40E3-4E55-9E44-D728642AF68C}" type="parTrans" cxnId="{A84BF377-83CD-41C9-84EE-784142F8AAE6}">
      <dgm:prSet/>
      <dgm:spPr/>
      <dgm:t>
        <a:bodyPr/>
        <a:lstStyle/>
        <a:p>
          <a:endParaRPr lang="en-IN" sz="2000"/>
        </a:p>
      </dgm:t>
    </dgm:pt>
    <dgm:pt modelId="{44E260F5-2906-43AB-9AAF-3292ECEAE764}" type="sibTrans" cxnId="{A84BF377-83CD-41C9-84EE-784142F8AAE6}">
      <dgm:prSet/>
      <dgm:spPr/>
      <dgm:t>
        <a:bodyPr/>
        <a:lstStyle/>
        <a:p>
          <a:endParaRPr lang="en-IN" sz="2000"/>
        </a:p>
      </dgm:t>
    </dgm:pt>
    <dgm:pt modelId="{2EB42C23-A09A-4F55-8770-BD6A98ECFE4D}">
      <dgm:prSet custT="1"/>
      <dgm:spPr/>
      <dgm:t>
        <a:bodyPr/>
        <a:lstStyle/>
        <a:p>
          <a:pPr rtl="0"/>
          <a:r>
            <a:rPr lang="en-IN" sz="2400" dirty="0" smtClean="0"/>
            <a:t>Inject this dependency by adding it to the component constructor.</a:t>
          </a:r>
          <a:endParaRPr lang="en-IN" sz="2400" dirty="0"/>
        </a:p>
      </dgm:t>
    </dgm:pt>
    <dgm:pt modelId="{6A0602BC-5DD6-4E9F-B819-03ABF06FDF35}" type="parTrans" cxnId="{B07934CA-41D8-4EE7-8161-CA4346A3E36D}">
      <dgm:prSet/>
      <dgm:spPr/>
      <dgm:t>
        <a:bodyPr/>
        <a:lstStyle/>
        <a:p>
          <a:endParaRPr lang="en-IN" sz="2000"/>
        </a:p>
      </dgm:t>
    </dgm:pt>
    <dgm:pt modelId="{C6B9AE95-85EA-4FFA-97D8-CF8A50094BAA}" type="sibTrans" cxnId="{B07934CA-41D8-4EE7-8161-CA4346A3E36D}">
      <dgm:prSet/>
      <dgm:spPr/>
      <dgm:t>
        <a:bodyPr/>
        <a:lstStyle/>
        <a:p>
          <a:endParaRPr lang="en-IN" sz="2000"/>
        </a:p>
      </dgm:t>
    </dgm:pt>
    <dgm:pt modelId="{068A97C1-197E-47B9-9005-23766AAFE8C3}" type="pres">
      <dgm:prSet presAssocID="{10C11007-C8C2-43EB-A342-2F30B409EC09}" presName="linear" presStyleCnt="0">
        <dgm:presLayoutVars>
          <dgm:animLvl val="lvl"/>
          <dgm:resizeHandles val="exact"/>
        </dgm:presLayoutVars>
      </dgm:prSet>
      <dgm:spPr/>
    </dgm:pt>
    <dgm:pt modelId="{4E00CDF0-28CA-447E-AFDE-877B3BE8B877}" type="pres">
      <dgm:prSet presAssocID="{7F4DF64F-3C30-41B9-9273-91A8214C8F53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1BB64768-908E-4107-92D3-69814DE42204}" type="pres">
      <dgm:prSet presAssocID="{8A48E471-49F0-45BC-BF08-C5E9323C870E}" presName="spacer" presStyleCnt="0"/>
      <dgm:spPr/>
    </dgm:pt>
    <dgm:pt modelId="{F83C811E-58DD-4FEB-B956-8FDA426008FA}" type="pres">
      <dgm:prSet presAssocID="{6A0B9044-BD4B-4443-A5C4-903F09159A2F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246F83E4-5FE6-4BB1-B2E1-BB3BCDD6D8B9}" type="pres">
      <dgm:prSet presAssocID="{276BC321-9828-4299-8324-60BE3FC06D46}" presName="spacer" presStyleCnt="0"/>
      <dgm:spPr/>
    </dgm:pt>
    <dgm:pt modelId="{7E1B3CC2-9A28-4F1E-9A0C-8EFDE5873F99}" type="pres">
      <dgm:prSet presAssocID="{E80D83FE-F8CB-4FCA-9D18-6A5822F853A7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97265582-2C35-409F-92B4-9C4CD6FB716A}" type="pres">
      <dgm:prSet presAssocID="{AA742F27-03AC-4A75-B4BB-857BCF69B5E1}" presName="spacer" presStyleCnt="0"/>
      <dgm:spPr/>
    </dgm:pt>
    <dgm:pt modelId="{96E54858-A852-4860-B738-0C2878BB3E30}" type="pres">
      <dgm:prSet presAssocID="{1320CB65-01AE-44CE-BF3C-8DF83F84C641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D2F82F8-72F0-44CA-8F45-F082C385611D}" type="pres">
      <dgm:prSet presAssocID="{DBDF50C7-5B9B-4E66-BD38-D84C068D643E}" presName="spacer" presStyleCnt="0"/>
      <dgm:spPr/>
    </dgm:pt>
    <dgm:pt modelId="{DFE7F9A3-A723-4CCF-9700-FFA072A269BC}" type="pres">
      <dgm:prSet presAssocID="{55E2B0B4-5E58-46E4-AC5A-D89419FB870C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43FB79DD-ABD1-413B-939D-C75B903BE402}" type="pres">
      <dgm:prSet presAssocID="{44E260F5-2906-43AB-9AAF-3292ECEAE764}" presName="spacer" presStyleCnt="0"/>
      <dgm:spPr/>
    </dgm:pt>
    <dgm:pt modelId="{706DEC4C-0215-44C5-9D41-866ECD1078DD}" type="pres">
      <dgm:prSet presAssocID="{2EB42C23-A09A-4F55-8770-BD6A98ECFE4D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00412094-02E6-4975-983A-276223A0A238}" type="presOf" srcId="{6A0B9044-BD4B-4443-A5C4-903F09159A2F}" destId="{F83C811E-58DD-4FEB-B956-8FDA426008FA}" srcOrd="0" destOrd="0" presId="urn:microsoft.com/office/officeart/2005/8/layout/vList2"/>
    <dgm:cxn modelId="{BB97D068-3C73-49A2-A18A-4D39C03ED9D3}" type="presOf" srcId="{10C11007-C8C2-43EB-A342-2F30B409EC09}" destId="{068A97C1-197E-47B9-9005-23766AAFE8C3}" srcOrd="0" destOrd="0" presId="urn:microsoft.com/office/officeart/2005/8/layout/vList2"/>
    <dgm:cxn modelId="{61EC9D16-4C2E-4D35-88BB-8FC1E66EC044}" type="presOf" srcId="{55E2B0B4-5E58-46E4-AC5A-D89419FB870C}" destId="{DFE7F9A3-A723-4CCF-9700-FFA072A269BC}" srcOrd="0" destOrd="0" presId="urn:microsoft.com/office/officeart/2005/8/layout/vList2"/>
    <dgm:cxn modelId="{12AA4C34-AB9E-4EBB-A676-4DEA75CE9761}" type="presOf" srcId="{1320CB65-01AE-44CE-BF3C-8DF83F84C641}" destId="{96E54858-A852-4860-B738-0C2878BB3E30}" srcOrd="0" destOrd="0" presId="urn:microsoft.com/office/officeart/2005/8/layout/vList2"/>
    <dgm:cxn modelId="{54D3FE00-E8BC-4EB2-8EF2-95EE45018C5C}" srcId="{10C11007-C8C2-43EB-A342-2F30B409EC09}" destId="{1320CB65-01AE-44CE-BF3C-8DF83F84C641}" srcOrd="3" destOrd="0" parTransId="{C9ACAAD6-2C29-4B6A-B250-5BE335BA2A6E}" sibTransId="{DBDF50C7-5B9B-4E66-BD38-D84C068D643E}"/>
    <dgm:cxn modelId="{A84BF377-83CD-41C9-84EE-784142F8AAE6}" srcId="{10C11007-C8C2-43EB-A342-2F30B409EC09}" destId="{55E2B0B4-5E58-46E4-AC5A-D89419FB870C}" srcOrd="4" destOrd="0" parTransId="{9696C63A-40E3-4E55-9E44-D728642AF68C}" sibTransId="{44E260F5-2906-43AB-9AAF-3292ECEAE764}"/>
    <dgm:cxn modelId="{4BCAE707-4782-40D8-BCEF-2A7377DF1F72}" type="presOf" srcId="{E80D83FE-F8CB-4FCA-9D18-6A5822F853A7}" destId="{7E1B3CC2-9A28-4F1E-9A0C-8EFDE5873F99}" srcOrd="0" destOrd="0" presId="urn:microsoft.com/office/officeart/2005/8/layout/vList2"/>
    <dgm:cxn modelId="{C5914197-8669-4042-A025-B34FDB8C3272}" srcId="{10C11007-C8C2-43EB-A342-2F30B409EC09}" destId="{E80D83FE-F8CB-4FCA-9D18-6A5822F853A7}" srcOrd="2" destOrd="0" parTransId="{D44EC59D-386C-4241-B365-CE0CDEBF2536}" sibTransId="{AA742F27-03AC-4A75-B4BB-857BCF69B5E1}"/>
    <dgm:cxn modelId="{DA2D4431-A4C0-4500-B4BF-325D5149324A}" type="presOf" srcId="{7F4DF64F-3C30-41B9-9273-91A8214C8F53}" destId="{4E00CDF0-28CA-447E-AFDE-877B3BE8B877}" srcOrd="0" destOrd="0" presId="urn:microsoft.com/office/officeart/2005/8/layout/vList2"/>
    <dgm:cxn modelId="{41E25E5F-A23F-4359-BA85-67E86C1A1E2E}" type="presOf" srcId="{2EB42C23-A09A-4F55-8770-BD6A98ECFE4D}" destId="{706DEC4C-0215-44C5-9D41-866ECD1078DD}" srcOrd="0" destOrd="0" presId="urn:microsoft.com/office/officeart/2005/8/layout/vList2"/>
    <dgm:cxn modelId="{B07934CA-41D8-4EE7-8161-CA4346A3E36D}" srcId="{10C11007-C8C2-43EB-A342-2F30B409EC09}" destId="{2EB42C23-A09A-4F55-8770-BD6A98ECFE4D}" srcOrd="5" destOrd="0" parTransId="{6A0602BC-5DD6-4E9F-B819-03ABF06FDF35}" sibTransId="{C6B9AE95-85EA-4FFA-97D8-CF8A50094BAA}"/>
    <dgm:cxn modelId="{D1756B79-A039-41DD-9411-EA10367062B1}" srcId="{10C11007-C8C2-43EB-A342-2F30B409EC09}" destId="{6A0B9044-BD4B-4443-A5C4-903F09159A2F}" srcOrd="1" destOrd="0" parTransId="{EEE73E05-6CD0-4D11-8108-7A34BB716BA3}" sibTransId="{276BC321-9828-4299-8324-60BE3FC06D46}"/>
    <dgm:cxn modelId="{16570A69-9F58-4EB9-9FEA-6405ACB082EB}" srcId="{10C11007-C8C2-43EB-A342-2F30B409EC09}" destId="{7F4DF64F-3C30-41B9-9273-91A8214C8F53}" srcOrd="0" destOrd="0" parTransId="{242D1B54-B649-4F8F-9A1B-9D805DC2A31C}" sibTransId="{8A48E471-49F0-45BC-BF08-C5E9323C870E}"/>
    <dgm:cxn modelId="{F8D0CCF5-778B-41CA-9522-3DA969DB783A}" type="presParOf" srcId="{068A97C1-197E-47B9-9005-23766AAFE8C3}" destId="{4E00CDF0-28CA-447E-AFDE-877B3BE8B877}" srcOrd="0" destOrd="0" presId="urn:microsoft.com/office/officeart/2005/8/layout/vList2"/>
    <dgm:cxn modelId="{0BBE6697-431B-4FF6-B9AD-E6C57A9C21D5}" type="presParOf" srcId="{068A97C1-197E-47B9-9005-23766AAFE8C3}" destId="{1BB64768-908E-4107-92D3-69814DE42204}" srcOrd="1" destOrd="0" presId="urn:microsoft.com/office/officeart/2005/8/layout/vList2"/>
    <dgm:cxn modelId="{BCF74FDF-C1DD-418F-9244-439029ACCA5B}" type="presParOf" srcId="{068A97C1-197E-47B9-9005-23766AAFE8C3}" destId="{F83C811E-58DD-4FEB-B956-8FDA426008FA}" srcOrd="2" destOrd="0" presId="urn:microsoft.com/office/officeart/2005/8/layout/vList2"/>
    <dgm:cxn modelId="{2CF8E0DC-1D49-4176-9899-79897C3E6370}" type="presParOf" srcId="{068A97C1-197E-47B9-9005-23766AAFE8C3}" destId="{246F83E4-5FE6-4BB1-B2E1-BB3BCDD6D8B9}" srcOrd="3" destOrd="0" presId="urn:microsoft.com/office/officeart/2005/8/layout/vList2"/>
    <dgm:cxn modelId="{D7C41064-9E30-4FDD-B6F1-5CE40480AAB6}" type="presParOf" srcId="{068A97C1-197E-47B9-9005-23766AAFE8C3}" destId="{7E1B3CC2-9A28-4F1E-9A0C-8EFDE5873F99}" srcOrd="4" destOrd="0" presId="urn:microsoft.com/office/officeart/2005/8/layout/vList2"/>
    <dgm:cxn modelId="{7E06BE97-B451-44DC-947D-9AA7755A34EC}" type="presParOf" srcId="{068A97C1-197E-47B9-9005-23766AAFE8C3}" destId="{97265582-2C35-409F-92B4-9C4CD6FB716A}" srcOrd="5" destOrd="0" presId="urn:microsoft.com/office/officeart/2005/8/layout/vList2"/>
    <dgm:cxn modelId="{A4356A2F-7FD7-4B2B-B8D9-4A1380AEAA2B}" type="presParOf" srcId="{068A97C1-197E-47B9-9005-23766AAFE8C3}" destId="{96E54858-A852-4860-B738-0C2878BB3E30}" srcOrd="6" destOrd="0" presId="urn:microsoft.com/office/officeart/2005/8/layout/vList2"/>
    <dgm:cxn modelId="{27D4064D-C173-4D73-BB9F-6893CC206B39}" type="presParOf" srcId="{068A97C1-197E-47B9-9005-23766AAFE8C3}" destId="{1D2F82F8-72F0-44CA-8F45-F082C385611D}" srcOrd="7" destOrd="0" presId="urn:microsoft.com/office/officeart/2005/8/layout/vList2"/>
    <dgm:cxn modelId="{D1D7BCEC-B95D-4572-925F-5F6FA5E71327}" type="presParOf" srcId="{068A97C1-197E-47B9-9005-23766AAFE8C3}" destId="{DFE7F9A3-A723-4CCF-9700-FFA072A269BC}" srcOrd="8" destOrd="0" presId="urn:microsoft.com/office/officeart/2005/8/layout/vList2"/>
    <dgm:cxn modelId="{F5B56B47-53CE-42FB-B3E9-0D3356E066B4}" type="presParOf" srcId="{068A97C1-197E-47B9-9005-23766AAFE8C3}" destId="{43FB79DD-ABD1-413B-939D-C75B903BE402}" srcOrd="9" destOrd="0" presId="urn:microsoft.com/office/officeart/2005/8/layout/vList2"/>
    <dgm:cxn modelId="{133DE577-F329-407E-B128-6983C5D4F2D7}" type="presParOf" srcId="{068A97C1-197E-47B9-9005-23766AAFE8C3}" destId="{706DEC4C-0215-44C5-9D41-866ECD1078DD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6DEB3BEB-086E-4143-924F-CF13B0F67E91}" type="doc">
      <dgm:prSet loTypeId="urn:microsoft.com/office/officeart/2005/8/layout/vList2" loCatId="list" qsTypeId="urn:microsoft.com/office/officeart/2005/8/quickstyle/simple3" qsCatId="simple" csTypeId="urn:microsoft.com/office/officeart/2005/8/colors/accent0_1" csCatId="mainScheme"/>
      <dgm:spPr/>
      <dgm:t>
        <a:bodyPr/>
        <a:lstStyle/>
        <a:p>
          <a:endParaRPr lang="en-IN"/>
        </a:p>
      </dgm:t>
    </dgm:pt>
    <dgm:pt modelId="{0FCD0D90-AD7B-4310-9226-E6F508A282AD}">
      <dgm:prSet custT="1"/>
      <dgm:spPr/>
      <dgm:t>
        <a:bodyPr/>
        <a:lstStyle/>
        <a:p>
          <a:pPr rtl="0"/>
          <a:r>
            <a:rPr lang="en-IN" sz="2000" b="1" smtClean="0"/>
            <a:t>Generating form controls with FormBuilder</a:t>
          </a:r>
          <a:endParaRPr lang="en-IN" sz="2000" b="1"/>
        </a:p>
      </dgm:t>
    </dgm:pt>
    <dgm:pt modelId="{5044FB06-D287-4D19-81D3-8927A7384053}" type="parTrans" cxnId="{D494205D-F7DA-47BD-BD71-CA85619CA880}">
      <dgm:prSet/>
      <dgm:spPr/>
      <dgm:t>
        <a:bodyPr/>
        <a:lstStyle/>
        <a:p>
          <a:endParaRPr lang="en-IN" sz="2400" b="1"/>
        </a:p>
      </dgm:t>
    </dgm:pt>
    <dgm:pt modelId="{6D5EF54A-21C7-4C87-A488-04F133E53E7C}" type="sibTrans" cxnId="{D494205D-F7DA-47BD-BD71-CA85619CA880}">
      <dgm:prSet/>
      <dgm:spPr/>
      <dgm:t>
        <a:bodyPr/>
        <a:lstStyle/>
        <a:p>
          <a:endParaRPr lang="en-IN" sz="2400" b="1"/>
        </a:p>
      </dgm:t>
    </dgm:pt>
    <dgm:pt modelId="{BC84CADF-430F-40B9-8D48-C398906FC5C6}">
      <dgm:prSet custT="1"/>
      <dgm:spPr/>
      <dgm:t>
        <a:bodyPr/>
        <a:lstStyle/>
        <a:p>
          <a:pPr rtl="0"/>
          <a:r>
            <a:rPr lang="en-IN" sz="2000" b="1" smtClean="0"/>
            <a:t>The FormBuilder service has three methods: control(), group(), and array(). </a:t>
          </a:r>
          <a:endParaRPr lang="en-IN" sz="2000" b="1"/>
        </a:p>
      </dgm:t>
    </dgm:pt>
    <dgm:pt modelId="{1B4EE93E-DD60-486F-97FF-241208BCB3CF}" type="parTrans" cxnId="{531B8DFC-5DA5-464B-907D-2E47E335F213}">
      <dgm:prSet/>
      <dgm:spPr/>
      <dgm:t>
        <a:bodyPr/>
        <a:lstStyle/>
        <a:p>
          <a:endParaRPr lang="en-IN" sz="2400" b="1"/>
        </a:p>
      </dgm:t>
    </dgm:pt>
    <dgm:pt modelId="{19A087F2-BA66-44B4-86EE-83053CD8F7B9}" type="sibTrans" cxnId="{531B8DFC-5DA5-464B-907D-2E47E335F213}">
      <dgm:prSet/>
      <dgm:spPr/>
      <dgm:t>
        <a:bodyPr/>
        <a:lstStyle/>
        <a:p>
          <a:endParaRPr lang="en-IN" sz="2400" b="1"/>
        </a:p>
      </dgm:t>
    </dgm:pt>
    <dgm:pt modelId="{2D77FC2F-B4B7-4657-BBF6-2EAE3E09E476}">
      <dgm:prSet custT="1"/>
      <dgm:spPr/>
      <dgm:t>
        <a:bodyPr/>
        <a:lstStyle/>
        <a:p>
          <a:pPr rtl="0"/>
          <a:r>
            <a:rPr lang="en-IN" sz="2000" b="1" dirty="0" smtClean="0"/>
            <a:t>These are factory methods for generating instances in your component classes including form controls, form groups, and form arrays.</a:t>
          </a:r>
          <a:endParaRPr lang="en-IN" sz="2000" b="1" dirty="0"/>
        </a:p>
      </dgm:t>
    </dgm:pt>
    <dgm:pt modelId="{75611317-AB3D-43EE-B157-3B3C837D1695}" type="parTrans" cxnId="{D2A925D2-669D-400F-AD6D-69A7FC1C7741}">
      <dgm:prSet/>
      <dgm:spPr/>
      <dgm:t>
        <a:bodyPr/>
        <a:lstStyle/>
        <a:p>
          <a:endParaRPr lang="en-IN" sz="2400" b="1"/>
        </a:p>
      </dgm:t>
    </dgm:pt>
    <dgm:pt modelId="{50315A4E-0527-4C5F-A3C4-827515AFB658}" type="sibTrans" cxnId="{D2A925D2-669D-400F-AD6D-69A7FC1C7741}">
      <dgm:prSet/>
      <dgm:spPr/>
      <dgm:t>
        <a:bodyPr/>
        <a:lstStyle/>
        <a:p>
          <a:endParaRPr lang="en-IN" sz="2400" b="1"/>
        </a:p>
      </dgm:t>
    </dgm:pt>
    <dgm:pt modelId="{EC9765EC-7D65-4220-A2F1-ECCFDDB652D3}" type="pres">
      <dgm:prSet presAssocID="{6DEB3BEB-086E-4143-924F-CF13B0F67E91}" presName="linear" presStyleCnt="0">
        <dgm:presLayoutVars>
          <dgm:animLvl val="lvl"/>
          <dgm:resizeHandles val="exact"/>
        </dgm:presLayoutVars>
      </dgm:prSet>
      <dgm:spPr/>
    </dgm:pt>
    <dgm:pt modelId="{D3B29EF8-8AB3-4CBF-A9D4-F5F99BAD08C0}" type="pres">
      <dgm:prSet presAssocID="{0FCD0D90-AD7B-4310-9226-E6F508A282A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E7A2460-544B-4D4B-9657-5DEA1E9F3646}" type="pres">
      <dgm:prSet presAssocID="{6D5EF54A-21C7-4C87-A488-04F133E53E7C}" presName="spacer" presStyleCnt="0"/>
      <dgm:spPr/>
    </dgm:pt>
    <dgm:pt modelId="{59C8CA33-5E34-48D7-8009-B4206052BB56}" type="pres">
      <dgm:prSet presAssocID="{BC84CADF-430F-40B9-8D48-C398906FC5C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6F42C1B-42D3-45DE-A2F7-BF3B5D888628}" type="pres">
      <dgm:prSet presAssocID="{19A087F2-BA66-44B4-86EE-83053CD8F7B9}" presName="spacer" presStyleCnt="0"/>
      <dgm:spPr/>
    </dgm:pt>
    <dgm:pt modelId="{22A0BA6C-4C76-47A5-98B6-998CD7CC9AE3}" type="pres">
      <dgm:prSet presAssocID="{2D77FC2F-B4B7-4657-BBF6-2EAE3E09E47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B14E3BB-1F38-4F0A-8B8D-417B5E864D1E}" type="presOf" srcId="{6DEB3BEB-086E-4143-924F-CF13B0F67E91}" destId="{EC9765EC-7D65-4220-A2F1-ECCFDDB652D3}" srcOrd="0" destOrd="0" presId="urn:microsoft.com/office/officeart/2005/8/layout/vList2"/>
    <dgm:cxn modelId="{F9E3B34F-35F7-4A68-8DFF-D3CCCA0BF7C3}" type="presOf" srcId="{BC84CADF-430F-40B9-8D48-C398906FC5C6}" destId="{59C8CA33-5E34-48D7-8009-B4206052BB56}" srcOrd="0" destOrd="0" presId="urn:microsoft.com/office/officeart/2005/8/layout/vList2"/>
    <dgm:cxn modelId="{9165CD85-F029-41F6-9BC7-8B3F7FAAD18B}" type="presOf" srcId="{0FCD0D90-AD7B-4310-9226-E6F508A282AD}" destId="{D3B29EF8-8AB3-4CBF-A9D4-F5F99BAD08C0}" srcOrd="0" destOrd="0" presId="urn:microsoft.com/office/officeart/2005/8/layout/vList2"/>
    <dgm:cxn modelId="{D2A925D2-669D-400F-AD6D-69A7FC1C7741}" srcId="{6DEB3BEB-086E-4143-924F-CF13B0F67E91}" destId="{2D77FC2F-B4B7-4657-BBF6-2EAE3E09E476}" srcOrd="2" destOrd="0" parTransId="{75611317-AB3D-43EE-B157-3B3C837D1695}" sibTransId="{50315A4E-0527-4C5F-A3C4-827515AFB658}"/>
    <dgm:cxn modelId="{D494205D-F7DA-47BD-BD71-CA85619CA880}" srcId="{6DEB3BEB-086E-4143-924F-CF13B0F67E91}" destId="{0FCD0D90-AD7B-4310-9226-E6F508A282AD}" srcOrd="0" destOrd="0" parTransId="{5044FB06-D287-4D19-81D3-8927A7384053}" sibTransId="{6D5EF54A-21C7-4C87-A488-04F133E53E7C}"/>
    <dgm:cxn modelId="{2D454BE8-0BD7-484B-BEB0-B9CF694EC995}" type="presOf" srcId="{2D77FC2F-B4B7-4657-BBF6-2EAE3E09E476}" destId="{22A0BA6C-4C76-47A5-98B6-998CD7CC9AE3}" srcOrd="0" destOrd="0" presId="urn:microsoft.com/office/officeart/2005/8/layout/vList2"/>
    <dgm:cxn modelId="{531B8DFC-5DA5-464B-907D-2E47E335F213}" srcId="{6DEB3BEB-086E-4143-924F-CF13B0F67E91}" destId="{BC84CADF-430F-40B9-8D48-C398906FC5C6}" srcOrd="1" destOrd="0" parTransId="{1B4EE93E-DD60-486F-97FF-241208BCB3CF}" sibTransId="{19A087F2-BA66-44B4-86EE-83053CD8F7B9}"/>
    <dgm:cxn modelId="{5BE6A068-ABE6-4EE2-95AC-BD2CD035E712}" type="presParOf" srcId="{EC9765EC-7D65-4220-A2F1-ECCFDDB652D3}" destId="{D3B29EF8-8AB3-4CBF-A9D4-F5F99BAD08C0}" srcOrd="0" destOrd="0" presId="urn:microsoft.com/office/officeart/2005/8/layout/vList2"/>
    <dgm:cxn modelId="{AEA6F6E1-9447-460D-8B16-C258FBB8B359}" type="presParOf" srcId="{EC9765EC-7D65-4220-A2F1-ECCFDDB652D3}" destId="{CE7A2460-544B-4D4B-9657-5DEA1E9F3646}" srcOrd="1" destOrd="0" presId="urn:microsoft.com/office/officeart/2005/8/layout/vList2"/>
    <dgm:cxn modelId="{1C3E014D-D406-4B91-8D20-38C5028B9130}" type="presParOf" srcId="{EC9765EC-7D65-4220-A2F1-ECCFDDB652D3}" destId="{59C8CA33-5E34-48D7-8009-B4206052BB56}" srcOrd="2" destOrd="0" presId="urn:microsoft.com/office/officeart/2005/8/layout/vList2"/>
    <dgm:cxn modelId="{4A1FAC98-D053-4544-8312-A49E4881C7BA}" type="presParOf" srcId="{EC9765EC-7D65-4220-A2F1-ECCFDDB652D3}" destId="{46F42C1B-42D3-45DE-A2F7-BF3B5D888628}" srcOrd="3" destOrd="0" presId="urn:microsoft.com/office/officeart/2005/8/layout/vList2"/>
    <dgm:cxn modelId="{8DD8C453-2665-4F75-92A0-C4661D2C497B}" type="presParOf" srcId="{EC9765EC-7D65-4220-A2F1-ECCFDDB652D3}" destId="{22A0BA6C-4C76-47A5-98B6-998CD7CC9AE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870FDE37-F8FE-4A7E-91CF-F2A06571F71A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en-IN"/>
        </a:p>
      </dgm:t>
    </dgm:pt>
    <dgm:pt modelId="{DFAC43AC-DE23-419D-9847-4F184D62DABE}">
      <dgm:prSet/>
      <dgm:spPr/>
      <dgm:t>
        <a:bodyPr/>
        <a:lstStyle/>
        <a:p>
          <a:pPr rtl="0"/>
          <a:r>
            <a:rPr lang="en-IN" smtClean="0"/>
            <a:t>Reactive programming is an asynchronous programming paradigm concerned with data streams and the propagation of change .</a:t>
          </a:r>
          <a:endParaRPr lang="en-IN"/>
        </a:p>
      </dgm:t>
    </dgm:pt>
    <dgm:pt modelId="{923B54CF-BDE3-457D-ABD6-FC19F74B37F2}" type="parTrans" cxnId="{96FCEF7A-62E9-4FF0-9511-048D53F377D7}">
      <dgm:prSet/>
      <dgm:spPr/>
      <dgm:t>
        <a:bodyPr/>
        <a:lstStyle/>
        <a:p>
          <a:endParaRPr lang="en-IN"/>
        </a:p>
      </dgm:t>
    </dgm:pt>
    <dgm:pt modelId="{065D560D-E23A-4FD7-A6C0-17BB81F0347E}" type="sibTrans" cxnId="{96FCEF7A-62E9-4FF0-9511-048D53F377D7}">
      <dgm:prSet/>
      <dgm:spPr/>
      <dgm:t>
        <a:bodyPr/>
        <a:lstStyle/>
        <a:p>
          <a:endParaRPr lang="en-IN"/>
        </a:p>
      </dgm:t>
    </dgm:pt>
    <dgm:pt modelId="{410F3913-F552-421E-9BBE-901BAD019FEF}">
      <dgm:prSet/>
      <dgm:spPr/>
      <dgm:t>
        <a:bodyPr/>
        <a:lstStyle/>
        <a:p>
          <a:pPr rtl="0"/>
          <a:r>
            <a:rPr lang="en-IN" smtClean="0"/>
            <a:t>RxJS (Reactive Extensions for JavaScript) is a library for reactive programming.</a:t>
          </a:r>
          <a:endParaRPr lang="en-IN"/>
        </a:p>
      </dgm:t>
    </dgm:pt>
    <dgm:pt modelId="{A77E3407-3C7E-400D-97D7-0E4C9DC2DF06}" type="parTrans" cxnId="{E24F09CE-4602-4030-BA21-D89C2C1B8FA8}">
      <dgm:prSet/>
      <dgm:spPr/>
      <dgm:t>
        <a:bodyPr/>
        <a:lstStyle/>
        <a:p>
          <a:endParaRPr lang="en-IN"/>
        </a:p>
      </dgm:t>
    </dgm:pt>
    <dgm:pt modelId="{28580320-19BA-4EDA-9380-B882E2592CA0}" type="sibTrans" cxnId="{E24F09CE-4602-4030-BA21-D89C2C1B8FA8}">
      <dgm:prSet/>
      <dgm:spPr/>
      <dgm:t>
        <a:bodyPr/>
        <a:lstStyle/>
        <a:p>
          <a:endParaRPr lang="en-IN"/>
        </a:p>
      </dgm:t>
    </dgm:pt>
    <dgm:pt modelId="{3A03DA3F-4B1B-44F5-91D3-BA43B209D032}">
      <dgm:prSet/>
      <dgm:spPr/>
      <dgm:t>
        <a:bodyPr/>
        <a:lstStyle/>
        <a:p>
          <a:pPr rtl="0"/>
          <a:r>
            <a:rPr lang="en-IN" smtClean="0"/>
            <a:t>Using observables that makes it easier to compose asynchronous or callback-based code. </a:t>
          </a:r>
          <a:endParaRPr lang="en-IN"/>
        </a:p>
      </dgm:t>
    </dgm:pt>
    <dgm:pt modelId="{F7AE0D19-B801-4DF9-BE77-BED290DFF5CE}" type="parTrans" cxnId="{5E02FB2B-71B2-4C17-9433-9C69223327A6}">
      <dgm:prSet/>
      <dgm:spPr/>
      <dgm:t>
        <a:bodyPr/>
        <a:lstStyle/>
        <a:p>
          <a:endParaRPr lang="en-IN"/>
        </a:p>
      </dgm:t>
    </dgm:pt>
    <dgm:pt modelId="{91B1EFD3-5C6D-49DB-88EC-19FE58A44319}" type="sibTrans" cxnId="{5E02FB2B-71B2-4C17-9433-9C69223327A6}">
      <dgm:prSet/>
      <dgm:spPr/>
      <dgm:t>
        <a:bodyPr/>
        <a:lstStyle/>
        <a:p>
          <a:endParaRPr lang="en-IN"/>
        </a:p>
      </dgm:t>
    </dgm:pt>
    <dgm:pt modelId="{98A65906-6164-4E7D-81B6-966E677DE504}">
      <dgm:prSet/>
      <dgm:spPr/>
      <dgm:t>
        <a:bodyPr/>
        <a:lstStyle/>
        <a:p>
          <a:pPr rtl="0"/>
          <a:r>
            <a:rPr lang="en-IN" smtClean="0"/>
            <a:t>RxJS provides an implementation of the Observable type, which is needed until the type becomes part of the language and until browsers support it</a:t>
          </a:r>
          <a:endParaRPr lang="en-IN"/>
        </a:p>
      </dgm:t>
    </dgm:pt>
    <dgm:pt modelId="{0F7814E8-745F-4D7F-B473-3FFE717C568C}" type="parTrans" cxnId="{58320485-B227-41F7-BEF8-A7AF2D95E65C}">
      <dgm:prSet/>
      <dgm:spPr/>
      <dgm:t>
        <a:bodyPr/>
        <a:lstStyle/>
        <a:p>
          <a:endParaRPr lang="en-IN"/>
        </a:p>
      </dgm:t>
    </dgm:pt>
    <dgm:pt modelId="{F5879CE0-CFAE-42AA-9D4C-6D09814A6AAF}" type="sibTrans" cxnId="{58320485-B227-41F7-BEF8-A7AF2D95E65C}">
      <dgm:prSet/>
      <dgm:spPr/>
      <dgm:t>
        <a:bodyPr/>
        <a:lstStyle/>
        <a:p>
          <a:endParaRPr lang="en-IN"/>
        </a:p>
      </dgm:t>
    </dgm:pt>
    <dgm:pt modelId="{CCD8A4CE-35B0-463E-AFDB-B85E8B3079E4}" type="pres">
      <dgm:prSet presAssocID="{870FDE37-F8FE-4A7E-91CF-F2A06571F71A}" presName="linear" presStyleCnt="0">
        <dgm:presLayoutVars>
          <dgm:animLvl val="lvl"/>
          <dgm:resizeHandles val="exact"/>
        </dgm:presLayoutVars>
      </dgm:prSet>
      <dgm:spPr/>
    </dgm:pt>
    <dgm:pt modelId="{A4F32871-8541-4E17-BEF3-485F353D8060}" type="pres">
      <dgm:prSet presAssocID="{DFAC43AC-DE23-419D-9847-4F184D62DAB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C3E791E-8844-4692-A24B-A5FB774123E2}" type="pres">
      <dgm:prSet presAssocID="{065D560D-E23A-4FD7-A6C0-17BB81F0347E}" presName="spacer" presStyleCnt="0"/>
      <dgm:spPr/>
    </dgm:pt>
    <dgm:pt modelId="{88AAEEDC-7C05-479A-A748-BDBF95D8B2B7}" type="pres">
      <dgm:prSet presAssocID="{410F3913-F552-421E-9BBE-901BAD019FE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4568FA6-7ED3-4E74-A891-B39A6F846C41}" type="pres">
      <dgm:prSet presAssocID="{28580320-19BA-4EDA-9380-B882E2592CA0}" presName="spacer" presStyleCnt="0"/>
      <dgm:spPr/>
    </dgm:pt>
    <dgm:pt modelId="{FD361681-09F8-4002-85C7-17C31B0D05D8}" type="pres">
      <dgm:prSet presAssocID="{3A03DA3F-4B1B-44F5-91D3-BA43B209D03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C65A01B-76A3-4325-8AF9-98ACABED106C}" type="pres">
      <dgm:prSet presAssocID="{91B1EFD3-5C6D-49DB-88EC-19FE58A44319}" presName="spacer" presStyleCnt="0"/>
      <dgm:spPr/>
    </dgm:pt>
    <dgm:pt modelId="{D58191D0-9669-47AE-AF07-0565B23E9B25}" type="pres">
      <dgm:prSet presAssocID="{98A65906-6164-4E7D-81B6-966E677DE50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C7C2551-2037-4A79-B959-95B9DD0951A7}" type="presOf" srcId="{410F3913-F552-421E-9BBE-901BAD019FEF}" destId="{88AAEEDC-7C05-479A-A748-BDBF95D8B2B7}" srcOrd="0" destOrd="0" presId="urn:microsoft.com/office/officeart/2005/8/layout/vList2"/>
    <dgm:cxn modelId="{7BD441FB-B0CD-4155-9C81-65D78ED4C80D}" type="presOf" srcId="{870FDE37-F8FE-4A7E-91CF-F2A06571F71A}" destId="{CCD8A4CE-35B0-463E-AFDB-B85E8B3079E4}" srcOrd="0" destOrd="0" presId="urn:microsoft.com/office/officeart/2005/8/layout/vList2"/>
    <dgm:cxn modelId="{DB3BA193-68D8-4696-96CC-55C5F94062ED}" type="presOf" srcId="{3A03DA3F-4B1B-44F5-91D3-BA43B209D032}" destId="{FD361681-09F8-4002-85C7-17C31B0D05D8}" srcOrd="0" destOrd="0" presId="urn:microsoft.com/office/officeart/2005/8/layout/vList2"/>
    <dgm:cxn modelId="{ABD19DB6-08C8-4AB5-8F29-3FE62CF4F784}" type="presOf" srcId="{98A65906-6164-4E7D-81B6-966E677DE504}" destId="{D58191D0-9669-47AE-AF07-0565B23E9B25}" srcOrd="0" destOrd="0" presId="urn:microsoft.com/office/officeart/2005/8/layout/vList2"/>
    <dgm:cxn modelId="{6574A712-D986-4004-89A6-B420FE76686B}" type="presOf" srcId="{DFAC43AC-DE23-419D-9847-4F184D62DABE}" destId="{A4F32871-8541-4E17-BEF3-485F353D8060}" srcOrd="0" destOrd="0" presId="urn:microsoft.com/office/officeart/2005/8/layout/vList2"/>
    <dgm:cxn modelId="{E24F09CE-4602-4030-BA21-D89C2C1B8FA8}" srcId="{870FDE37-F8FE-4A7E-91CF-F2A06571F71A}" destId="{410F3913-F552-421E-9BBE-901BAD019FEF}" srcOrd="1" destOrd="0" parTransId="{A77E3407-3C7E-400D-97D7-0E4C9DC2DF06}" sibTransId="{28580320-19BA-4EDA-9380-B882E2592CA0}"/>
    <dgm:cxn modelId="{58320485-B227-41F7-BEF8-A7AF2D95E65C}" srcId="{870FDE37-F8FE-4A7E-91CF-F2A06571F71A}" destId="{98A65906-6164-4E7D-81B6-966E677DE504}" srcOrd="3" destOrd="0" parTransId="{0F7814E8-745F-4D7F-B473-3FFE717C568C}" sibTransId="{F5879CE0-CFAE-42AA-9D4C-6D09814A6AAF}"/>
    <dgm:cxn modelId="{96FCEF7A-62E9-4FF0-9511-048D53F377D7}" srcId="{870FDE37-F8FE-4A7E-91CF-F2A06571F71A}" destId="{DFAC43AC-DE23-419D-9847-4F184D62DABE}" srcOrd="0" destOrd="0" parTransId="{923B54CF-BDE3-457D-ABD6-FC19F74B37F2}" sibTransId="{065D560D-E23A-4FD7-A6C0-17BB81F0347E}"/>
    <dgm:cxn modelId="{5E02FB2B-71B2-4C17-9433-9C69223327A6}" srcId="{870FDE37-F8FE-4A7E-91CF-F2A06571F71A}" destId="{3A03DA3F-4B1B-44F5-91D3-BA43B209D032}" srcOrd="2" destOrd="0" parTransId="{F7AE0D19-B801-4DF9-BE77-BED290DFF5CE}" sibTransId="{91B1EFD3-5C6D-49DB-88EC-19FE58A44319}"/>
    <dgm:cxn modelId="{0F5548C6-BFF3-4A9C-9EC4-62A783679441}" type="presParOf" srcId="{CCD8A4CE-35B0-463E-AFDB-B85E8B3079E4}" destId="{A4F32871-8541-4E17-BEF3-485F353D8060}" srcOrd="0" destOrd="0" presId="urn:microsoft.com/office/officeart/2005/8/layout/vList2"/>
    <dgm:cxn modelId="{4F61BC58-DC82-467B-B01E-49FBACF782AE}" type="presParOf" srcId="{CCD8A4CE-35B0-463E-AFDB-B85E8B3079E4}" destId="{0C3E791E-8844-4692-A24B-A5FB774123E2}" srcOrd="1" destOrd="0" presId="urn:microsoft.com/office/officeart/2005/8/layout/vList2"/>
    <dgm:cxn modelId="{0C33A468-22A6-4FE3-A80F-A350CCB0C77D}" type="presParOf" srcId="{CCD8A4CE-35B0-463E-AFDB-B85E8B3079E4}" destId="{88AAEEDC-7C05-479A-A748-BDBF95D8B2B7}" srcOrd="2" destOrd="0" presId="urn:microsoft.com/office/officeart/2005/8/layout/vList2"/>
    <dgm:cxn modelId="{AE85F3E1-E55C-4E68-B6F2-5ECCEB7A7DC4}" type="presParOf" srcId="{CCD8A4CE-35B0-463E-AFDB-B85E8B3079E4}" destId="{B4568FA6-7ED3-4E74-A891-B39A6F846C41}" srcOrd="3" destOrd="0" presId="urn:microsoft.com/office/officeart/2005/8/layout/vList2"/>
    <dgm:cxn modelId="{9DFE1875-34DF-4983-8388-4C708DF9D154}" type="presParOf" srcId="{CCD8A4CE-35B0-463E-AFDB-B85E8B3079E4}" destId="{FD361681-09F8-4002-85C7-17C31B0D05D8}" srcOrd="4" destOrd="0" presId="urn:microsoft.com/office/officeart/2005/8/layout/vList2"/>
    <dgm:cxn modelId="{DDEA5CF7-22D5-4371-B051-8E8B37C14D4B}" type="presParOf" srcId="{CCD8A4CE-35B0-463E-AFDB-B85E8B3079E4}" destId="{2C65A01B-76A3-4325-8AF9-98ACABED106C}" srcOrd="5" destOrd="0" presId="urn:microsoft.com/office/officeart/2005/8/layout/vList2"/>
    <dgm:cxn modelId="{BE53FFAD-A23A-4158-9139-A499077BA21E}" type="presParOf" srcId="{CCD8A4CE-35B0-463E-AFDB-B85E8B3079E4}" destId="{D58191D0-9669-47AE-AF07-0565B23E9B2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DC771CE5-03E6-466B-AC88-B319476DE920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en-IN"/>
        </a:p>
      </dgm:t>
    </dgm:pt>
    <dgm:pt modelId="{EA8ACA18-20E5-42B2-A469-999BF739A571}">
      <dgm:prSet/>
      <dgm:spPr/>
      <dgm:t>
        <a:bodyPr/>
        <a:lstStyle/>
        <a:p>
          <a:pPr rtl="0"/>
          <a:r>
            <a:rPr lang="en-IN" smtClean="0"/>
            <a:t>RxJS library provides utility functions for creating and working with observables.</a:t>
          </a:r>
          <a:endParaRPr lang="en-IN"/>
        </a:p>
      </dgm:t>
    </dgm:pt>
    <dgm:pt modelId="{6C99CED3-6588-40E8-82CD-50416D164F2B}" type="parTrans" cxnId="{4D649041-E708-4EF9-A074-4A4125A57B3D}">
      <dgm:prSet/>
      <dgm:spPr/>
      <dgm:t>
        <a:bodyPr/>
        <a:lstStyle/>
        <a:p>
          <a:endParaRPr lang="en-IN"/>
        </a:p>
      </dgm:t>
    </dgm:pt>
    <dgm:pt modelId="{6F9AD088-7053-4ABE-B750-4961F992AF14}" type="sibTrans" cxnId="{4D649041-E708-4EF9-A074-4A4125A57B3D}">
      <dgm:prSet/>
      <dgm:spPr/>
      <dgm:t>
        <a:bodyPr/>
        <a:lstStyle/>
        <a:p>
          <a:endParaRPr lang="en-IN"/>
        </a:p>
      </dgm:t>
    </dgm:pt>
    <dgm:pt modelId="{D998B549-A31C-4846-B421-B445973B5B2D}">
      <dgm:prSet/>
      <dgm:spPr/>
      <dgm:t>
        <a:bodyPr/>
        <a:lstStyle/>
        <a:p>
          <a:pPr rtl="0"/>
          <a:r>
            <a:rPr lang="en-IN" smtClean="0"/>
            <a:t>These utility functions can be used for:</a:t>
          </a:r>
          <a:endParaRPr lang="en-IN"/>
        </a:p>
      </dgm:t>
    </dgm:pt>
    <dgm:pt modelId="{4D5DF2E0-F863-4B2D-AAE4-4DB85F257E6B}" type="parTrans" cxnId="{84641C8B-1E17-477D-9297-654AEADAE137}">
      <dgm:prSet/>
      <dgm:spPr/>
      <dgm:t>
        <a:bodyPr/>
        <a:lstStyle/>
        <a:p>
          <a:endParaRPr lang="en-IN"/>
        </a:p>
      </dgm:t>
    </dgm:pt>
    <dgm:pt modelId="{B9F2806F-A4FF-4926-8AC2-E63DB2D8E749}" type="sibTrans" cxnId="{84641C8B-1E17-477D-9297-654AEADAE137}">
      <dgm:prSet/>
      <dgm:spPr/>
      <dgm:t>
        <a:bodyPr/>
        <a:lstStyle/>
        <a:p>
          <a:endParaRPr lang="en-IN"/>
        </a:p>
      </dgm:t>
    </dgm:pt>
    <dgm:pt modelId="{4E5626AB-AAED-441E-BD64-D0A7C2DC0134}">
      <dgm:prSet/>
      <dgm:spPr/>
      <dgm:t>
        <a:bodyPr/>
        <a:lstStyle/>
        <a:p>
          <a:pPr rtl="0"/>
          <a:r>
            <a:rPr lang="en-IN" b="1" dirty="0" smtClean="0"/>
            <a:t>Converting existing code for </a:t>
          </a:r>
          <a:r>
            <a:rPr lang="en-IN" b="1" dirty="0" err="1" smtClean="0"/>
            <a:t>async</a:t>
          </a:r>
          <a:r>
            <a:rPr lang="en-IN" b="1" dirty="0" smtClean="0"/>
            <a:t> operations into observables</a:t>
          </a:r>
          <a:endParaRPr lang="en-IN" b="1" dirty="0"/>
        </a:p>
      </dgm:t>
    </dgm:pt>
    <dgm:pt modelId="{9F6B986B-BCAF-4C51-AC3C-109532B97945}" type="parTrans" cxnId="{CADDB2AF-26A8-4C9F-9907-421B4B03C529}">
      <dgm:prSet/>
      <dgm:spPr/>
      <dgm:t>
        <a:bodyPr/>
        <a:lstStyle/>
        <a:p>
          <a:endParaRPr lang="en-IN"/>
        </a:p>
      </dgm:t>
    </dgm:pt>
    <dgm:pt modelId="{BE591294-BFFF-4968-9987-B29184842EBF}" type="sibTrans" cxnId="{CADDB2AF-26A8-4C9F-9907-421B4B03C529}">
      <dgm:prSet/>
      <dgm:spPr/>
      <dgm:t>
        <a:bodyPr/>
        <a:lstStyle/>
        <a:p>
          <a:endParaRPr lang="en-IN"/>
        </a:p>
      </dgm:t>
    </dgm:pt>
    <dgm:pt modelId="{5372D56D-86BC-4691-B7AF-83803C634095}">
      <dgm:prSet/>
      <dgm:spPr/>
      <dgm:t>
        <a:bodyPr/>
        <a:lstStyle/>
        <a:p>
          <a:pPr rtl="0"/>
          <a:r>
            <a:rPr lang="en-IN" b="1" dirty="0" smtClean="0"/>
            <a:t>Iterating through the values in a stream</a:t>
          </a:r>
          <a:endParaRPr lang="en-IN" b="1" dirty="0"/>
        </a:p>
      </dgm:t>
    </dgm:pt>
    <dgm:pt modelId="{3F06269E-BC06-4BDD-B6DC-FBE7EE9BB61E}" type="parTrans" cxnId="{D4AADFEB-8D4A-4BBA-A21A-ED03BBAB197F}">
      <dgm:prSet/>
      <dgm:spPr/>
      <dgm:t>
        <a:bodyPr/>
        <a:lstStyle/>
        <a:p>
          <a:endParaRPr lang="en-IN"/>
        </a:p>
      </dgm:t>
    </dgm:pt>
    <dgm:pt modelId="{7C1C5DD8-85A6-4313-ACFC-0134548F022E}" type="sibTrans" cxnId="{D4AADFEB-8D4A-4BBA-A21A-ED03BBAB197F}">
      <dgm:prSet/>
      <dgm:spPr/>
      <dgm:t>
        <a:bodyPr/>
        <a:lstStyle/>
        <a:p>
          <a:endParaRPr lang="en-IN"/>
        </a:p>
      </dgm:t>
    </dgm:pt>
    <dgm:pt modelId="{4D531852-CC6D-45EC-8221-CA401EFB716D}">
      <dgm:prSet/>
      <dgm:spPr/>
      <dgm:t>
        <a:bodyPr/>
        <a:lstStyle/>
        <a:p>
          <a:pPr rtl="0"/>
          <a:r>
            <a:rPr lang="en-IN" b="1" dirty="0" smtClean="0"/>
            <a:t>Mapping values to different types</a:t>
          </a:r>
          <a:endParaRPr lang="en-IN" b="1" dirty="0"/>
        </a:p>
      </dgm:t>
    </dgm:pt>
    <dgm:pt modelId="{4FCD0457-4E7E-459F-93C7-B607517393FC}" type="parTrans" cxnId="{8A3CC527-51BB-4A86-A2EF-933A76831FB9}">
      <dgm:prSet/>
      <dgm:spPr/>
      <dgm:t>
        <a:bodyPr/>
        <a:lstStyle/>
        <a:p>
          <a:endParaRPr lang="en-IN"/>
        </a:p>
      </dgm:t>
    </dgm:pt>
    <dgm:pt modelId="{05AA8816-2955-4EB7-936A-F0C064A97738}" type="sibTrans" cxnId="{8A3CC527-51BB-4A86-A2EF-933A76831FB9}">
      <dgm:prSet/>
      <dgm:spPr/>
      <dgm:t>
        <a:bodyPr/>
        <a:lstStyle/>
        <a:p>
          <a:endParaRPr lang="en-IN"/>
        </a:p>
      </dgm:t>
    </dgm:pt>
    <dgm:pt modelId="{D3B16397-5FDA-4169-BB51-953630BAFE33}">
      <dgm:prSet/>
      <dgm:spPr/>
      <dgm:t>
        <a:bodyPr/>
        <a:lstStyle/>
        <a:p>
          <a:pPr rtl="0"/>
          <a:r>
            <a:rPr lang="en-IN" b="1" dirty="0" smtClean="0"/>
            <a:t>Filtering streams</a:t>
          </a:r>
          <a:endParaRPr lang="en-IN" b="1" dirty="0"/>
        </a:p>
      </dgm:t>
    </dgm:pt>
    <dgm:pt modelId="{7BEBE719-FCB6-41AD-BDC0-07C841AF8386}" type="parTrans" cxnId="{C1D3E4C9-159A-4F6D-8492-4EF080A0F6DE}">
      <dgm:prSet/>
      <dgm:spPr/>
      <dgm:t>
        <a:bodyPr/>
        <a:lstStyle/>
        <a:p>
          <a:endParaRPr lang="en-IN"/>
        </a:p>
      </dgm:t>
    </dgm:pt>
    <dgm:pt modelId="{C4EF02A9-BFCC-4A20-A730-0BB6694FE863}" type="sibTrans" cxnId="{C1D3E4C9-159A-4F6D-8492-4EF080A0F6DE}">
      <dgm:prSet/>
      <dgm:spPr/>
      <dgm:t>
        <a:bodyPr/>
        <a:lstStyle/>
        <a:p>
          <a:endParaRPr lang="en-IN"/>
        </a:p>
      </dgm:t>
    </dgm:pt>
    <dgm:pt modelId="{884F5D67-D6F4-4155-AF4F-8C26514ECD61}">
      <dgm:prSet/>
      <dgm:spPr/>
      <dgm:t>
        <a:bodyPr/>
        <a:lstStyle/>
        <a:p>
          <a:pPr rtl="0"/>
          <a:r>
            <a:rPr lang="en-IN" b="1" dirty="0" smtClean="0"/>
            <a:t>Composing multiple streams</a:t>
          </a:r>
          <a:endParaRPr lang="en-IN" b="1" dirty="0"/>
        </a:p>
      </dgm:t>
    </dgm:pt>
    <dgm:pt modelId="{B025DCEA-0AF3-4153-A977-425D09D1D456}" type="parTrans" cxnId="{DE42A0AD-B366-46E7-B3E9-24BAAFC536D3}">
      <dgm:prSet/>
      <dgm:spPr/>
      <dgm:t>
        <a:bodyPr/>
        <a:lstStyle/>
        <a:p>
          <a:endParaRPr lang="en-IN"/>
        </a:p>
      </dgm:t>
    </dgm:pt>
    <dgm:pt modelId="{3FF5BFD4-BD22-418F-A09B-EA9D051033F4}" type="sibTrans" cxnId="{DE42A0AD-B366-46E7-B3E9-24BAAFC536D3}">
      <dgm:prSet/>
      <dgm:spPr/>
      <dgm:t>
        <a:bodyPr/>
        <a:lstStyle/>
        <a:p>
          <a:endParaRPr lang="en-IN"/>
        </a:p>
      </dgm:t>
    </dgm:pt>
    <dgm:pt modelId="{1F677A7B-DE19-4546-83E0-ECFF35D21175}" type="pres">
      <dgm:prSet presAssocID="{DC771CE5-03E6-466B-AC88-B319476DE920}" presName="linear" presStyleCnt="0">
        <dgm:presLayoutVars>
          <dgm:animLvl val="lvl"/>
          <dgm:resizeHandles val="exact"/>
        </dgm:presLayoutVars>
      </dgm:prSet>
      <dgm:spPr/>
    </dgm:pt>
    <dgm:pt modelId="{4A7F526F-374B-43A3-B9F9-9DF4730392E7}" type="pres">
      <dgm:prSet presAssocID="{EA8ACA18-20E5-42B2-A469-999BF739A57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0594DE4-1A3A-42D8-AC3A-8820DF294762}" type="pres">
      <dgm:prSet presAssocID="{6F9AD088-7053-4ABE-B750-4961F992AF14}" presName="spacer" presStyleCnt="0"/>
      <dgm:spPr/>
    </dgm:pt>
    <dgm:pt modelId="{2EE2FF64-5141-4D9F-883C-926DD7B49AAF}" type="pres">
      <dgm:prSet presAssocID="{D998B549-A31C-4846-B421-B445973B5B2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96DD00A-245A-41B9-92F7-A80649E93C6E}" type="pres">
      <dgm:prSet presAssocID="{D998B549-A31C-4846-B421-B445973B5B2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179F38B4-69F0-439F-B579-1D7694C6B4C0}" type="presOf" srcId="{EA8ACA18-20E5-42B2-A469-999BF739A571}" destId="{4A7F526F-374B-43A3-B9F9-9DF4730392E7}" srcOrd="0" destOrd="0" presId="urn:microsoft.com/office/officeart/2005/8/layout/vList2"/>
    <dgm:cxn modelId="{44566412-BEFF-4A7A-9114-80849B8DD479}" type="presOf" srcId="{D3B16397-5FDA-4169-BB51-953630BAFE33}" destId="{F96DD00A-245A-41B9-92F7-A80649E93C6E}" srcOrd="0" destOrd="3" presId="urn:microsoft.com/office/officeart/2005/8/layout/vList2"/>
    <dgm:cxn modelId="{248565B4-8D05-4E5A-B567-2F2139A8AB97}" type="presOf" srcId="{5372D56D-86BC-4691-B7AF-83803C634095}" destId="{F96DD00A-245A-41B9-92F7-A80649E93C6E}" srcOrd="0" destOrd="1" presId="urn:microsoft.com/office/officeart/2005/8/layout/vList2"/>
    <dgm:cxn modelId="{8AE790DA-2A1A-493A-80E2-B6EFB51ABB3E}" type="presOf" srcId="{4E5626AB-AAED-441E-BD64-D0A7C2DC0134}" destId="{F96DD00A-245A-41B9-92F7-A80649E93C6E}" srcOrd="0" destOrd="0" presId="urn:microsoft.com/office/officeart/2005/8/layout/vList2"/>
    <dgm:cxn modelId="{B109DBED-E818-46E6-9F44-C72D89565F89}" type="presOf" srcId="{884F5D67-D6F4-4155-AF4F-8C26514ECD61}" destId="{F96DD00A-245A-41B9-92F7-A80649E93C6E}" srcOrd="0" destOrd="4" presId="urn:microsoft.com/office/officeart/2005/8/layout/vList2"/>
    <dgm:cxn modelId="{DE42A0AD-B366-46E7-B3E9-24BAAFC536D3}" srcId="{D998B549-A31C-4846-B421-B445973B5B2D}" destId="{884F5D67-D6F4-4155-AF4F-8C26514ECD61}" srcOrd="4" destOrd="0" parTransId="{B025DCEA-0AF3-4153-A977-425D09D1D456}" sibTransId="{3FF5BFD4-BD22-418F-A09B-EA9D051033F4}"/>
    <dgm:cxn modelId="{2DC0ADAB-779F-42D2-BA97-49168F2DCBAE}" type="presOf" srcId="{DC771CE5-03E6-466B-AC88-B319476DE920}" destId="{1F677A7B-DE19-4546-83E0-ECFF35D21175}" srcOrd="0" destOrd="0" presId="urn:microsoft.com/office/officeart/2005/8/layout/vList2"/>
    <dgm:cxn modelId="{D4AADFEB-8D4A-4BBA-A21A-ED03BBAB197F}" srcId="{D998B549-A31C-4846-B421-B445973B5B2D}" destId="{5372D56D-86BC-4691-B7AF-83803C634095}" srcOrd="1" destOrd="0" parTransId="{3F06269E-BC06-4BDD-B6DC-FBE7EE9BB61E}" sibTransId="{7C1C5DD8-85A6-4313-ACFC-0134548F022E}"/>
    <dgm:cxn modelId="{E38FE733-6E33-4624-B049-EE082DAED9D5}" type="presOf" srcId="{D998B549-A31C-4846-B421-B445973B5B2D}" destId="{2EE2FF64-5141-4D9F-883C-926DD7B49AAF}" srcOrd="0" destOrd="0" presId="urn:microsoft.com/office/officeart/2005/8/layout/vList2"/>
    <dgm:cxn modelId="{8A3CC527-51BB-4A86-A2EF-933A76831FB9}" srcId="{D998B549-A31C-4846-B421-B445973B5B2D}" destId="{4D531852-CC6D-45EC-8221-CA401EFB716D}" srcOrd="2" destOrd="0" parTransId="{4FCD0457-4E7E-459F-93C7-B607517393FC}" sibTransId="{05AA8816-2955-4EB7-936A-F0C064A97738}"/>
    <dgm:cxn modelId="{84641C8B-1E17-477D-9297-654AEADAE137}" srcId="{DC771CE5-03E6-466B-AC88-B319476DE920}" destId="{D998B549-A31C-4846-B421-B445973B5B2D}" srcOrd="1" destOrd="0" parTransId="{4D5DF2E0-F863-4B2D-AAE4-4DB85F257E6B}" sibTransId="{B9F2806F-A4FF-4926-8AC2-E63DB2D8E749}"/>
    <dgm:cxn modelId="{CADDB2AF-26A8-4C9F-9907-421B4B03C529}" srcId="{D998B549-A31C-4846-B421-B445973B5B2D}" destId="{4E5626AB-AAED-441E-BD64-D0A7C2DC0134}" srcOrd="0" destOrd="0" parTransId="{9F6B986B-BCAF-4C51-AC3C-109532B97945}" sibTransId="{BE591294-BFFF-4968-9987-B29184842EBF}"/>
    <dgm:cxn modelId="{C1D3E4C9-159A-4F6D-8492-4EF080A0F6DE}" srcId="{D998B549-A31C-4846-B421-B445973B5B2D}" destId="{D3B16397-5FDA-4169-BB51-953630BAFE33}" srcOrd="3" destOrd="0" parTransId="{7BEBE719-FCB6-41AD-BDC0-07C841AF8386}" sibTransId="{C4EF02A9-BFCC-4A20-A730-0BB6694FE863}"/>
    <dgm:cxn modelId="{4D649041-E708-4EF9-A074-4A4125A57B3D}" srcId="{DC771CE5-03E6-466B-AC88-B319476DE920}" destId="{EA8ACA18-20E5-42B2-A469-999BF739A571}" srcOrd="0" destOrd="0" parTransId="{6C99CED3-6588-40E8-82CD-50416D164F2B}" sibTransId="{6F9AD088-7053-4ABE-B750-4961F992AF14}"/>
    <dgm:cxn modelId="{D5A5D9B5-5CA0-4793-B86F-FA5D61EC8E42}" type="presOf" srcId="{4D531852-CC6D-45EC-8221-CA401EFB716D}" destId="{F96DD00A-245A-41B9-92F7-A80649E93C6E}" srcOrd="0" destOrd="2" presId="urn:microsoft.com/office/officeart/2005/8/layout/vList2"/>
    <dgm:cxn modelId="{938B4298-1894-4C3F-9227-8FD33B315702}" type="presParOf" srcId="{1F677A7B-DE19-4546-83E0-ECFF35D21175}" destId="{4A7F526F-374B-43A3-B9F9-9DF4730392E7}" srcOrd="0" destOrd="0" presId="urn:microsoft.com/office/officeart/2005/8/layout/vList2"/>
    <dgm:cxn modelId="{6B914486-49F8-46D6-80C9-2349F3058D30}" type="presParOf" srcId="{1F677A7B-DE19-4546-83E0-ECFF35D21175}" destId="{90594DE4-1A3A-42D8-AC3A-8820DF294762}" srcOrd="1" destOrd="0" presId="urn:microsoft.com/office/officeart/2005/8/layout/vList2"/>
    <dgm:cxn modelId="{EAD655EF-5D50-410C-B743-68E3E88AAFD6}" type="presParOf" srcId="{1F677A7B-DE19-4546-83E0-ECFF35D21175}" destId="{2EE2FF64-5141-4D9F-883C-926DD7B49AAF}" srcOrd="2" destOrd="0" presId="urn:microsoft.com/office/officeart/2005/8/layout/vList2"/>
    <dgm:cxn modelId="{A34A2F36-D097-4BA9-B46C-31A394F3A241}" type="presParOf" srcId="{1F677A7B-DE19-4546-83E0-ECFF35D21175}" destId="{F96DD00A-245A-41B9-92F7-A80649E93C6E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D313080E-D0EF-4FE0-8440-0ADF1F2F1846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en-IN"/>
        </a:p>
      </dgm:t>
    </dgm:pt>
    <dgm:pt modelId="{2BA6E756-9158-4375-A780-166E2EDAB050}">
      <dgm:prSet/>
      <dgm:spPr/>
      <dgm:t>
        <a:bodyPr/>
        <a:lstStyle/>
        <a:p>
          <a:pPr rtl="0"/>
          <a:r>
            <a:rPr lang="en-IN" smtClean="0"/>
            <a:t>Angular makes use of observables as an interface to handle a variety of common asynchronous operations.</a:t>
          </a:r>
          <a:endParaRPr lang="en-IN"/>
        </a:p>
      </dgm:t>
    </dgm:pt>
    <dgm:pt modelId="{49711EC8-2530-4E5F-9C45-29350FDBA19C}" type="parTrans" cxnId="{3B03B236-1B70-421F-BF7F-B67D42927CAC}">
      <dgm:prSet/>
      <dgm:spPr/>
      <dgm:t>
        <a:bodyPr/>
        <a:lstStyle/>
        <a:p>
          <a:endParaRPr lang="en-IN"/>
        </a:p>
      </dgm:t>
    </dgm:pt>
    <dgm:pt modelId="{04191280-3476-4AAB-87A1-D2C3BDE5173F}" type="sibTrans" cxnId="{3B03B236-1B70-421F-BF7F-B67D42927CAC}">
      <dgm:prSet/>
      <dgm:spPr/>
      <dgm:t>
        <a:bodyPr/>
        <a:lstStyle/>
        <a:p>
          <a:endParaRPr lang="en-IN"/>
        </a:p>
      </dgm:t>
    </dgm:pt>
    <dgm:pt modelId="{15668032-18EE-4325-825B-A9C355781EB1}">
      <dgm:prSet/>
      <dgm:spPr/>
      <dgm:t>
        <a:bodyPr/>
        <a:lstStyle/>
        <a:p>
          <a:pPr rtl="0"/>
          <a:r>
            <a:rPr lang="en-IN" smtClean="0"/>
            <a:t>You can define </a:t>
          </a:r>
          <a:r>
            <a:rPr lang="en-IN" smtClean="0">
              <a:hlinkClick xmlns:r="http://schemas.openxmlformats.org/officeDocument/2006/relationships" r:id="rId1"/>
            </a:rPr>
            <a:t>custom events</a:t>
          </a:r>
          <a:r>
            <a:rPr lang="en-IN" smtClean="0"/>
            <a:t> that send observable output data from a child to a parent component.</a:t>
          </a:r>
          <a:endParaRPr lang="en-IN"/>
        </a:p>
      </dgm:t>
    </dgm:pt>
    <dgm:pt modelId="{F105ED70-6B7F-485F-9684-B24F192C98AD}" type="parTrans" cxnId="{590764C7-7373-46E2-91E0-CDCE99927308}">
      <dgm:prSet/>
      <dgm:spPr/>
      <dgm:t>
        <a:bodyPr/>
        <a:lstStyle/>
        <a:p>
          <a:endParaRPr lang="en-IN"/>
        </a:p>
      </dgm:t>
    </dgm:pt>
    <dgm:pt modelId="{FB7C5D7A-026A-44EA-9240-3AA4BAD1B661}" type="sibTrans" cxnId="{590764C7-7373-46E2-91E0-CDCE99927308}">
      <dgm:prSet/>
      <dgm:spPr/>
      <dgm:t>
        <a:bodyPr/>
        <a:lstStyle/>
        <a:p>
          <a:endParaRPr lang="en-IN"/>
        </a:p>
      </dgm:t>
    </dgm:pt>
    <dgm:pt modelId="{24C80B48-1EB4-4AE4-AFE1-9473114840B7}">
      <dgm:prSet/>
      <dgm:spPr/>
      <dgm:t>
        <a:bodyPr/>
        <a:lstStyle/>
        <a:p>
          <a:pPr rtl="0"/>
          <a:r>
            <a:rPr lang="en-IN" smtClean="0"/>
            <a:t>The HTTP module uses observables to handle AJAX requests and responses.</a:t>
          </a:r>
          <a:endParaRPr lang="en-IN"/>
        </a:p>
      </dgm:t>
    </dgm:pt>
    <dgm:pt modelId="{79FBA7D3-3CB2-4743-8FF2-C606850AD2A5}" type="parTrans" cxnId="{B38E1DA9-73C9-423C-B952-D20C247F16AE}">
      <dgm:prSet/>
      <dgm:spPr/>
      <dgm:t>
        <a:bodyPr/>
        <a:lstStyle/>
        <a:p>
          <a:endParaRPr lang="en-IN"/>
        </a:p>
      </dgm:t>
    </dgm:pt>
    <dgm:pt modelId="{A84AEF4F-2765-4B2F-A265-318813BFD761}" type="sibTrans" cxnId="{B38E1DA9-73C9-423C-B952-D20C247F16AE}">
      <dgm:prSet/>
      <dgm:spPr/>
      <dgm:t>
        <a:bodyPr/>
        <a:lstStyle/>
        <a:p>
          <a:endParaRPr lang="en-IN"/>
        </a:p>
      </dgm:t>
    </dgm:pt>
    <dgm:pt modelId="{40BE9E56-CE82-466A-8531-8A14C9D04A74}">
      <dgm:prSet/>
      <dgm:spPr/>
      <dgm:t>
        <a:bodyPr/>
        <a:lstStyle/>
        <a:p>
          <a:pPr rtl="0"/>
          <a:r>
            <a:rPr lang="en-IN" smtClean="0"/>
            <a:t>The Router and Forms modules use observables to listen for and respond to user-input events.</a:t>
          </a:r>
          <a:endParaRPr lang="en-IN"/>
        </a:p>
      </dgm:t>
    </dgm:pt>
    <dgm:pt modelId="{F6829359-DF37-4554-A39A-6E8812A3F427}" type="parTrans" cxnId="{14EF7969-0D5C-4A9C-8F89-C7F107273AA3}">
      <dgm:prSet/>
      <dgm:spPr/>
      <dgm:t>
        <a:bodyPr/>
        <a:lstStyle/>
        <a:p>
          <a:endParaRPr lang="en-IN"/>
        </a:p>
      </dgm:t>
    </dgm:pt>
    <dgm:pt modelId="{8148786A-D809-4D88-8F39-9A30CDF88821}" type="sibTrans" cxnId="{14EF7969-0D5C-4A9C-8F89-C7F107273AA3}">
      <dgm:prSet/>
      <dgm:spPr/>
      <dgm:t>
        <a:bodyPr/>
        <a:lstStyle/>
        <a:p>
          <a:endParaRPr lang="en-IN"/>
        </a:p>
      </dgm:t>
    </dgm:pt>
    <dgm:pt modelId="{8B7D82FA-392B-411F-8C21-1BBF29F8D5F4}" type="pres">
      <dgm:prSet presAssocID="{D313080E-D0EF-4FE0-8440-0ADF1F2F1846}" presName="linear" presStyleCnt="0">
        <dgm:presLayoutVars>
          <dgm:animLvl val="lvl"/>
          <dgm:resizeHandles val="exact"/>
        </dgm:presLayoutVars>
      </dgm:prSet>
      <dgm:spPr/>
    </dgm:pt>
    <dgm:pt modelId="{BA375382-5D76-4CCE-9AA7-AF15981DEE25}" type="pres">
      <dgm:prSet presAssocID="{2BA6E756-9158-4375-A780-166E2EDAB05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71FB203-A5FA-4191-AF29-1A346849E81C}" type="pres">
      <dgm:prSet presAssocID="{04191280-3476-4AAB-87A1-D2C3BDE5173F}" presName="spacer" presStyleCnt="0"/>
      <dgm:spPr/>
    </dgm:pt>
    <dgm:pt modelId="{6B2A3EA3-DC2E-4436-8255-50D09B7A2ECD}" type="pres">
      <dgm:prSet presAssocID="{15668032-18EE-4325-825B-A9C355781EB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AD4423D-9F64-473F-910A-838F4FA46713}" type="pres">
      <dgm:prSet presAssocID="{FB7C5D7A-026A-44EA-9240-3AA4BAD1B661}" presName="spacer" presStyleCnt="0"/>
      <dgm:spPr/>
    </dgm:pt>
    <dgm:pt modelId="{77AB348F-1109-474E-866A-0E237A3149B2}" type="pres">
      <dgm:prSet presAssocID="{24C80B48-1EB4-4AE4-AFE1-9473114840B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104FC65-7611-4842-B430-06F072222443}" type="pres">
      <dgm:prSet presAssocID="{A84AEF4F-2765-4B2F-A265-318813BFD761}" presName="spacer" presStyleCnt="0"/>
      <dgm:spPr/>
    </dgm:pt>
    <dgm:pt modelId="{B86C8CBA-2F10-413C-9C3B-9A8C01549C2C}" type="pres">
      <dgm:prSet presAssocID="{40BE9E56-CE82-466A-8531-8A14C9D04A7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90764C7-7373-46E2-91E0-CDCE99927308}" srcId="{D313080E-D0EF-4FE0-8440-0ADF1F2F1846}" destId="{15668032-18EE-4325-825B-A9C355781EB1}" srcOrd="1" destOrd="0" parTransId="{F105ED70-6B7F-485F-9684-B24F192C98AD}" sibTransId="{FB7C5D7A-026A-44EA-9240-3AA4BAD1B661}"/>
    <dgm:cxn modelId="{A38CEA3E-A929-4155-B5E7-01D369E0E415}" type="presOf" srcId="{D313080E-D0EF-4FE0-8440-0ADF1F2F1846}" destId="{8B7D82FA-392B-411F-8C21-1BBF29F8D5F4}" srcOrd="0" destOrd="0" presId="urn:microsoft.com/office/officeart/2005/8/layout/vList2"/>
    <dgm:cxn modelId="{3B03B236-1B70-421F-BF7F-B67D42927CAC}" srcId="{D313080E-D0EF-4FE0-8440-0ADF1F2F1846}" destId="{2BA6E756-9158-4375-A780-166E2EDAB050}" srcOrd="0" destOrd="0" parTransId="{49711EC8-2530-4E5F-9C45-29350FDBA19C}" sibTransId="{04191280-3476-4AAB-87A1-D2C3BDE5173F}"/>
    <dgm:cxn modelId="{14EF7969-0D5C-4A9C-8F89-C7F107273AA3}" srcId="{D313080E-D0EF-4FE0-8440-0ADF1F2F1846}" destId="{40BE9E56-CE82-466A-8531-8A14C9D04A74}" srcOrd="3" destOrd="0" parTransId="{F6829359-DF37-4554-A39A-6E8812A3F427}" sibTransId="{8148786A-D809-4D88-8F39-9A30CDF88821}"/>
    <dgm:cxn modelId="{08729332-9BDD-44C4-98D4-CF7683C61AB4}" type="presOf" srcId="{40BE9E56-CE82-466A-8531-8A14C9D04A74}" destId="{B86C8CBA-2F10-413C-9C3B-9A8C01549C2C}" srcOrd="0" destOrd="0" presId="urn:microsoft.com/office/officeart/2005/8/layout/vList2"/>
    <dgm:cxn modelId="{1E9DF09A-EAB3-46DF-8464-3B607F72F958}" type="presOf" srcId="{2BA6E756-9158-4375-A780-166E2EDAB050}" destId="{BA375382-5D76-4CCE-9AA7-AF15981DEE25}" srcOrd="0" destOrd="0" presId="urn:microsoft.com/office/officeart/2005/8/layout/vList2"/>
    <dgm:cxn modelId="{B38E1DA9-73C9-423C-B952-D20C247F16AE}" srcId="{D313080E-D0EF-4FE0-8440-0ADF1F2F1846}" destId="{24C80B48-1EB4-4AE4-AFE1-9473114840B7}" srcOrd="2" destOrd="0" parTransId="{79FBA7D3-3CB2-4743-8FF2-C606850AD2A5}" sibTransId="{A84AEF4F-2765-4B2F-A265-318813BFD761}"/>
    <dgm:cxn modelId="{084AC7BC-538B-430D-B889-049C02E9A868}" type="presOf" srcId="{24C80B48-1EB4-4AE4-AFE1-9473114840B7}" destId="{77AB348F-1109-474E-866A-0E237A3149B2}" srcOrd="0" destOrd="0" presId="urn:microsoft.com/office/officeart/2005/8/layout/vList2"/>
    <dgm:cxn modelId="{1CB5CA6D-24DF-4007-88A7-D8FFF377082B}" type="presOf" srcId="{15668032-18EE-4325-825B-A9C355781EB1}" destId="{6B2A3EA3-DC2E-4436-8255-50D09B7A2ECD}" srcOrd="0" destOrd="0" presId="urn:microsoft.com/office/officeart/2005/8/layout/vList2"/>
    <dgm:cxn modelId="{779FD43F-FCC8-4585-AFC8-F0AD4A31D5B9}" type="presParOf" srcId="{8B7D82FA-392B-411F-8C21-1BBF29F8D5F4}" destId="{BA375382-5D76-4CCE-9AA7-AF15981DEE25}" srcOrd="0" destOrd="0" presId="urn:microsoft.com/office/officeart/2005/8/layout/vList2"/>
    <dgm:cxn modelId="{C8C85231-1457-4077-B122-35C31336E7EC}" type="presParOf" srcId="{8B7D82FA-392B-411F-8C21-1BBF29F8D5F4}" destId="{D71FB203-A5FA-4191-AF29-1A346849E81C}" srcOrd="1" destOrd="0" presId="urn:microsoft.com/office/officeart/2005/8/layout/vList2"/>
    <dgm:cxn modelId="{20EE446D-B54F-46BB-8770-38D25F1996B1}" type="presParOf" srcId="{8B7D82FA-392B-411F-8C21-1BBF29F8D5F4}" destId="{6B2A3EA3-DC2E-4436-8255-50D09B7A2ECD}" srcOrd="2" destOrd="0" presId="urn:microsoft.com/office/officeart/2005/8/layout/vList2"/>
    <dgm:cxn modelId="{B13AD575-5FAB-4024-A8CA-7A8F0595EA5A}" type="presParOf" srcId="{8B7D82FA-392B-411F-8C21-1BBF29F8D5F4}" destId="{DAD4423D-9F64-473F-910A-838F4FA46713}" srcOrd="3" destOrd="0" presId="urn:microsoft.com/office/officeart/2005/8/layout/vList2"/>
    <dgm:cxn modelId="{49D33C6B-7C05-48DD-8B29-DE0FF8BFB4A7}" type="presParOf" srcId="{8B7D82FA-392B-411F-8C21-1BBF29F8D5F4}" destId="{77AB348F-1109-474E-866A-0E237A3149B2}" srcOrd="4" destOrd="0" presId="urn:microsoft.com/office/officeart/2005/8/layout/vList2"/>
    <dgm:cxn modelId="{23A71F99-24CC-40D9-84DC-759505E438A3}" type="presParOf" srcId="{8B7D82FA-392B-411F-8C21-1BBF29F8D5F4}" destId="{A104FC65-7611-4842-B430-06F072222443}" srcOrd="5" destOrd="0" presId="urn:microsoft.com/office/officeart/2005/8/layout/vList2"/>
    <dgm:cxn modelId="{2615B062-8B1F-445D-B0B0-543E7BBF2300}" type="presParOf" srcId="{8B7D82FA-392B-411F-8C21-1BBF29F8D5F4}" destId="{B86C8CBA-2F10-413C-9C3B-9A8C01549C2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B1B4FEDA-498A-4814-8F25-8CAD891CA6F9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en-IN"/>
        </a:p>
      </dgm:t>
    </dgm:pt>
    <dgm:pt modelId="{2180C06F-794A-4D09-91C0-3A5EC0148C43}">
      <dgm:prSet custT="1"/>
      <dgm:spPr/>
      <dgm:t>
        <a:bodyPr/>
        <a:lstStyle/>
        <a:p>
          <a:pPr rtl="0"/>
          <a:r>
            <a:rPr lang="en-IN" sz="2000" b="1" smtClean="0"/>
            <a:t>Angular’s HttpClient returns observables from HTTP method calls. For instance, http.get(‘/api’) returns an observable. </a:t>
          </a:r>
          <a:endParaRPr lang="en-IN" sz="2000" b="1"/>
        </a:p>
      </dgm:t>
    </dgm:pt>
    <dgm:pt modelId="{F79A490B-2B34-4622-968D-87CB2C859F52}" type="parTrans" cxnId="{8D9DDD95-EE3C-4586-87D8-8074B734B408}">
      <dgm:prSet/>
      <dgm:spPr/>
      <dgm:t>
        <a:bodyPr/>
        <a:lstStyle/>
        <a:p>
          <a:endParaRPr lang="en-IN" sz="2800" b="1"/>
        </a:p>
      </dgm:t>
    </dgm:pt>
    <dgm:pt modelId="{52A51908-C71D-4228-BA13-F5C1DA950656}" type="sibTrans" cxnId="{8D9DDD95-EE3C-4586-87D8-8074B734B408}">
      <dgm:prSet/>
      <dgm:spPr/>
      <dgm:t>
        <a:bodyPr/>
        <a:lstStyle/>
        <a:p>
          <a:endParaRPr lang="en-IN" sz="2800" b="1"/>
        </a:p>
      </dgm:t>
    </dgm:pt>
    <dgm:pt modelId="{5F6D7885-31E6-4220-B59A-F00799317594}">
      <dgm:prSet custT="1"/>
      <dgm:spPr/>
      <dgm:t>
        <a:bodyPr/>
        <a:lstStyle/>
        <a:p>
          <a:pPr rtl="0"/>
          <a:r>
            <a:rPr lang="en-IN" sz="2000" b="1" smtClean="0"/>
            <a:t>This provides several advantages over promise-based HTTP APIs:</a:t>
          </a:r>
          <a:endParaRPr lang="en-IN" sz="2000" b="1"/>
        </a:p>
      </dgm:t>
    </dgm:pt>
    <dgm:pt modelId="{EF347FF9-F22E-4422-A77B-FEC7362E6E45}" type="parTrans" cxnId="{6D267A7A-E27F-4E37-9E78-CD2791189F52}">
      <dgm:prSet/>
      <dgm:spPr/>
      <dgm:t>
        <a:bodyPr/>
        <a:lstStyle/>
        <a:p>
          <a:endParaRPr lang="en-IN" sz="2800" b="1"/>
        </a:p>
      </dgm:t>
    </dgm:pt>
    <dgm:pt modelId="{71E09B0F-FA80-4A8F-B39F-51E84117B3E7}" type="sibTrans" cxnId="{6D267A7A-E27F-4E37-9E78-CD2791189F52}">
      <dgm:prSet/>
      <dgm:spPr/>
      <dgm:t>
        <a:bodyPr/>
        <a:lstStyle/>
        <a:p>
          <a:endParaRPr lang="en-IN" sz="2800" b="1"/>
        </a:p>
      </dgm:t>
    </dgm:pt>
    <dgm:pt modelId="{0DAEA374-0F6F-4B62-AAB3-0123C289FE85}">
      <dgm:prSet custT="1"/>
      <dgm:spPr/>
      <dgm:t>
        <a:bodyPr/>
        <a:lstStyle/>
        <a:p>
          <a:pPr rtl="0"/>
          <a:r>
            <a:rPr lang="en-IN" sz="2000" b="1" smtClean="0"/>
            <a:t>Observables do not mutate the server response (as can occur through chained .then() calls on promises). </a:t>
          </a:r>
          <a:endParaRPr lang="en-IN" sz="2000" b="1"/>
        </a:p>
      </dgm:t>
    </dgm:pt>
    <dgm:pt modelId="{5D3C301C-2FEB-46D0-861B-F5CC421AC6B9}" type="parTrans" cxnId="{A12ADACF-7B86-4DCF-A5D8-F96EB728A68F}">
      <dgm:prSet/>
      <dgm:spPr/>
      <dgm:t>
        <a:bodyPr/>
        <a:lstStyle/>
        <a:p>
          <a:endParaRPr lang="en-IN" sz="2800" b="1"/>
        </a:p>
      </dgm:t>
    </dgm:pt>
    <dgm:pt modelId="{49028BBA-C629-4F52-ACD6-B0BF38BD29F6}" type="sibTrans" cxnId="{A12ADACF-7B86-4DCF-A5D8-F96EB728A68F}">
      <dgm:prSet/>
      <dgm:spPr/>
      <dgm:t>
        <a:bodyPr/>
        <a:lstStyle/>
        <a:p>
          <a:endParaRPr lang="en-IN" sz="2800" b="1"/>
        </a:p>
      </dgm:t>
    </dgm:pt>
    <dgm:pt modelId="{4FB0B265-7B85-45F9-A84F-E3B35182A9E0}">
      <dgm:prSet custT="1"/>
      <dgm:spPr/>
      <dgm:t>
        <a:bodyPr/>
        <a:lstStyle/>
        <a:p>
          <a:pPr rtl="0"/>
          <a:r>
            <a:rPr lang="en-IN" sz="2000" b="1" smtClean="0"/>
            <a:t>Instead, you can use a series of operators to transform values as needed.</a:t>
          </a:r>
          <a:endParaRPr lang="en-IN" sz="2000" b="1"/>
        </a:p>
      </dgm:t>
    </dgm:pt>
    <dgm:pt modelId="{6299B8CB-5265-4964-BCF0-9F14ABB02631}" type="parTrans" cxnId="{0E32A961-74AE-46C5-A730-E56483808629}">
      <dgm:prSet/>
      <dgm:spPr/>
      <dgm:t>
        <a:bodyPr/>
        <a:lstStyle/>
        <a:p>
          <a:endParaRPr lang="en-IN" sz="2800" b="1"/>
        </a:p>
      </dgm:t>
    </dgm:pt>
    <dgm:pt modelId="{5BC0449B-04EA-4F1C-BC8E-B6249D5CD596}" type="sibTrans" cxnId="{0E32A961-74AE-46C5-A730-E56483808629}">
      <dgm:prSet/>
      <dgm:spPr/>
      <dgm:t>
        <a:bodyPr/>
        <a:lstStyle/>
        <a:p>
          <a:endParaRPr lang="en-IN" sz="2800" b="1"/>
        </a:p>
      </dgm:t>
    </dgm:pt>
    <dgm:pt modelId="{FB65884F-CDA5-4564-AE53-67C9EE281B47}">
      <dgm:prSet custT="1"/>
      <dgm:spPr/>
      <dgm:t>
        <a:bodyPr/>
        <a:lstStyle/>
        <a:p>
          <a:pPr rtl="0"/>
          <a:r>
            <a:rPr lang="en-IN" sz="2000" b="1" smtClean="0"/>
            <a:t>HTTP requests are cancellable through the unsubscribe() method.</a:t>
          </a:r>
          <a:endParaRPr lang="en-IN" sz="2000" b="1"/>
        </a:p>
      </dgm:t>
    </dgm:pt>
    <dgm:pt modelId="{C5F25623-8395-46F6-B1B2-8C77774FD5B7}" type="parTrans" cxnId="{E802AC7E-65D7-4AED-AACE-C7CC00D79B81}">
      <dgm:prSet/>
      <dgm:spPr/>
      <dgm:t>
        <a:bodyPr/>
        <a:lstStyle/>
        <a:p>
          <a:endParaRPr lang="en-IN" sz="2800" b="1"/>
        </a:p>
      </dgm:t>
    </dgm:pt>
    <dgm:pt modelId="{E01013E7-9074-4A8D-9785-E724638FC3B6}" type="sibTrans" cxnId="{E802AC7E-65D7-4AED-AACE-C7CC00D79B81}">
      <dgm:prSet/>
      <dgm:spPr/>
      <dgm:t>
        <a:bodyPr/>
        <a:lstStyle/>
        <a:p>
          <a:endParaRPr lang="en-IN" sz="2800" b="1"/>
        </a:p>
      </dgm:t>
    </dgm:pt>
    <dgm:pt modelId="{C2CD38EF-DFDA-4DA5-AB5B-BDA45C0272FA}">
      <dgm:prSet custT="1"/>
      <dgm:spPr/>
      <dgm:t>
        <a:bodyPr/>
        <a:lstStyle/>
        <a:p>
          <a:pPr rtl="0"/>
          <a:r>
            <a:rPr lang="en-IN" sz="2000" b="1" smtClean="0"/>
            <a:t>Requests can be configured to get progress event updates.</a:t>
          </a:r>
          <a:endParaRPr lang="en-IN" sz="2000" b="1"/>
        </a:p>
      </dgm:t>
    </dgm:pt>
    <dgm:pt modelId="{E417740C-9CA0-485F-965C-DE70D6A197F3}" type="parTrans" cxnId="{9657DAC1-9958-4082-BF10-EF94DAA93891}">
      <dgm:prSet/>
      <dgm:spPr/>
      <dgm:t>
        <a:bodyPr/>
        <a:lstStyle/>
        <a:p>
          <a:endParaRPr lang="en-IN" sz="2800" b="1"/>
        </a:p>
      </dgm:t>
    </dgm:pt>
    <dgm:pt modelId="{58125CF2-8A0D-4AE8-BCD9-9968A502A357}" type="sibTrans" cxnId="{9657DAC1-9958-4082-BF10-EF94DAA93891}">
      <dgm:prSet/>
      <dgm:spPr/>
      <dgm:t>
        <a:bodyPr/>
        <a:lstStyle/>
        <a:p>
          <a:endParaRPr lang="en-IN" sz="2800" b="1"/>
        </a:p>
      </dgm:t>
    </dgm:pt>
    <dgm:pt modelId="{00730976-6B8E-44DA-95E8-7C3604B1AB85}">
      <dgm:prSet custT="1"/>
      <dgm:spPr/>
      <dgm:t>
        <a:bodyPr/>
        <a:lstStyle/>
        <a:p>
          <a:pPr rtl="0"/>
          <a:r>
            <a:rPr lang="en-IN" sz="2000" b="1" smtClean="0"/>
            <a:t>Failed requests can be retried easily.</a:t>
          </a:r>
          <a:endParaRPr lang="en-IN" sz="2000" b="1"/>
        </a:p>
      </dgm:t>
    </dgm:pt>
    <dgm:pt modelId="{22C32BED-F9A7-4598-95B8-C692E14530C6}" type="parTrans" cxnId="{56D8055D-A5E2-4C80-B622-E7688389AAEE}">
      <dgm:prSet/>
      <dgm:spPr/>
      <dgm:t>
        <a:bodyPr/>
        <a:lstStyle/>
        <a:p>
          <a:endParaRPr lang="en-IN" sz="2800" b="1"/>
        </a:p>
      </dgm:t>
    </dgm:pt>
    <dgm:pt modelId="{E53487B6-4A1B-417F-8172-47D39F7DEE21}" type="sibTrans" cxnId="{56D8055D-A5E2-4C80-B622-E7688389AAEE}">
      <dgm:prSet/>
      <dgm:spPr/>
      <dgm:t>
        <a:bodyPr/>
        <a:lstStyle/>
        <a:p>
          <a:endParaRPr lang="en-IN" sz="2800" b="1"/>
        </a:p>
      </dgm:t>
    </dgm:pt>
    <dgm:pt modelId="{24FD2CB1-E201-4BD7-AB25-C116EF0DAE81}" type="pres">
      <dgm:prSet presAssocID="{B1B4FEDA-498A-4814-8F25-8CAD891CA6F9}" presName="linear" presStyleCnt="0">
        <dgm:presLayoutVars>
          <dgm:animLvl val="lvl"/>
          <dgm:resizeHandles val="exact"/>
        </dgm:presLayoutVars>
      </dgm:prSet>
      <dgm:spPr/>
    </dgm:pt>
    <dgm:pt modelId="{B21EFDD3-F5FD-4E68-A273-78EC31D36EFD}" type="pres">
      <dgm:prSet presAssocID="{2180C06F-794A-4D09-91C0-3A5EC0148C43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73CD7925-B877-4274-968F-9546F0CCCB7F}" type="pres">
      <dgm:prSet presAssocID="{52A51908-C71D-4228-BA13-F5C1DA950656}" presName="spacer" presStyleCnt="0"/>
      <dgm:spPr/>
    </dgm:pt>
    <dgm:pt modelId="{D6C1852A-7FF1-4088-86D9-A69A109B5486}" type="pres">
      <dgm:prSet presAssocID="{5F6D7885-31E6-4220-B59A-F00799317594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A68182E4-3608-4929-B941-2A885652E4A1}" type="pres">
      <dgm:prSet presAssocID="{71E09B0F-FA80-4A8F-B39F-51E84117B3E7}" presName="spacer" presStyleCnt="0"/>
      <dgm:spPr/>
    </dgm:pt>
    <dgm:pt modelId="{7B86CCBC-4860-4CC0-BFE8-7A77B8CE8E95}" type="pres">
      <dgm:prSet presAssocID="{0DAEA374-0F6F-4B62-AAB3-0123C289FE85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D407EA77-B544-421D-8517-A911D47EF82E}" type="pres">
      <dgm:prSet presAssocID="{49028BBA-C629-4F52-ACD6-B0BF38BD29F6}" presName="spacer" presStyleCnt="0"/>
      <dgm:spPr/>
    </dgm:pt>
    <dgm:pt modelId="{F4A34EDB-CFAA-418B-88C5-43945288AF8A}" type="pres">
      <dgm:prSet presAssocID="{4FB0B265-7B85-45F9-A84F-E3B35182A9E0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86603CD2-56BE-4620-9903-856893BE1949}" type="pres">
      <dgm:prSet presAssocID="{5BC0449B-04EA-4F1C-BC8E-B6249D5CD596}" presName="spacer" presStyleCnt="0"/>
      <dgm:spPr/>
    </dgm:pt>
    <dgm:pt modelId="{FB740A3E-5D10-434F-B494-C700E66B1281}" type="pres">
      <dgm:prSet presAssocID="{FB65884F-CDA5-4564-AE53-67C9EE281B47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1A63E650-18D7-45D6-A7C6-4A024BA4A650}" type="pres">
      <dgm:prSet presAssocID="{E01013E7-9074-4A8D-9785-E724638FC3B6}" presName="spacer" presStyleCnt="0"/>
      <dgm:spPr/>
    </dgm:pt>
    <dgm:pt modelId="{88845BA3-352C-4A34-B88F-B836F1918D5F}" type="pres">
      <dgm:prSet presAssocID="{C2CD38EF-DFDA-4DA5-AB5B-BDA45C0272FA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B9803F92-0673-4928-BDD5-9CD6F3777F3F}" type="pres">
      <dgm:prSet presAssocID="{58125CF2-8A0D-4AE8-BCD9-9968A502A357}" presName="spacer" presStyleCnt="0"/>
      <dgm:spPr/>
    </dgm:pt>
    <dgm:pt modelId="{2574B960-2D20-4F9B-845B-28E79BD3A49B}" type="pres">
      <dgm:prSet presAssocID="{00730976-6B8E-44DA-95E8-7C3604B1AB85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56D8055D-A5E2-4C80-B622-E7688389AAEE}" srcId="{B1B4FEDA-498A-4814-8F25-8CAD891CA6F9}" destId="{00730976-6B8E-44DA-95E8-7C3604B1AB85}" srcOrd="6" destOrd="0" parTransId="{22C32BED-F9A7-4598-95B8-C692E14530C6}" sibTransId="{E53487B6-4A1B-417F-8172-47D39F7DEE21}"/>
    <dgm:cxn modelId="{92983118-28CA-4763-ACD9-50F99179ECD4}" type="presOf" srcId="{2180C06F-794A-4D09-91C0-3A5EC0148C43}" destId="{B21EFDD3-F5FD-4E68-A273-78EC31D36EFD}" srcOrd="0" destOrd="0" presId="urn:microsoft.com/office/officeart/2005/8/layout/vList2"/>
    <dgm:cxn modelId="{68DF12CF-1B3D-489C-88C9-B29F4FA345E3}" type="presOf" srcId="{4FB0B265-7B85-45F9-A84F-E3B35182A9E0}" destId="{F4A34EDB-CFAA-418B-88C5-43945288AF8A}" srcOrd="0" destOrd="0" presId="urn:microsoft.com/office/officeart/2005/8/layout/vList2"/>
    <dgm:cxn modelId="{29DBF0FA-BB96-4994-8EE0-2CC4AFA56632}" type="presOf" srcId="{B1B4FEDA-498A-4814-8F25-8CAD891CA6F9}" destId="{24FD2CB1-E201-4BD7-AB25-C116EF0DAE81}" srcOrd="0" destOrd="0" presId="urn:microsoft.com/office/officeart/2005/8/layout/vList2"/>
    <dgm:cxn modelId="{6D267A7A-E27F-4E37-9E78-CD2791189F52}" srcId="{B1B4FEDA-498A-4814-8F25-8CAD891CA6F9}" destId="{5F6D7885-31E6-4220-B59A-F00799317594}" srcOrd="1" destOrd="0" parTransId="{EF347FF9-F22E-4422-A77B-FEC7362E6E45}" sibTransId="{71E09B0F-FA80-4A8F-B39F-51E84117B3E7}"/>
    <dgm:cxn modelId="{0E32A961-74AE-46C5-A730-E56483808629}" srcId="{B1B4FEDA-498A-4814-8F25-8CAD891CA6F9}" destId="{4FB0B265-7B85-45F9-A84F-E3B35182A9E0}" srcOrd="3" destOrd="0" parTransId="{6299B8CB-5265-4964-BCF0-9F14ABB02631}" sibTransId="{5BC0449B-04EA-4F1C-BC8E-B6249D5CD596}"/>
    <dgm:cxn modelId="{194D45DD-84AB-441D-B6AB-6E73A47B2179}" type="presOf" srcId="{C2CD38EF-DFDA-4DA5-AB5B-BDA45C0272FA}" destId="{88845BA3-352C-4A34-B88F-B836F1918D5F}" srcOrd="0" destOrd="0" presId="urn:microsoft.com/office/officeart/2005/8/layout/vList2"/>
    <dgm:cxn modelId="{9657DAC1-9958-4082-BF10-EF94DAA93891}" srcId="{B1B4FEDA-498A-4814-8F25-8CAD891CA6F9}" destId="{C2CD38EF-DFDA-4DA5-AB5B-BDA45C0272FA}" srcOrd="5" destOrd="0" parTransId="{E417740C-9CA0-485F-965C-DE70D6A197F3}" sibTransId="{58125CF2-8A0D-4AE8-BCD9-9968A502A357}"/>
    <dgm:cxn modelId="{8D9DDD95-EE3C-4586-87D8-8074B734B408}" srcId="{B1B4FEDA-498A-4814-8F25-8CAD891CA6F9}" destId="{2180C06F-794A-4D09-91C0-3A5EC0148C43}" srcOrd="0" destOrd="0" parTransId="{F79A490B-2B34-4622-968D-87CB2C859F52}" sibTransId="{52A51908-C71D-4228-BA13-F5C1DA950656}"/>
    <dgm:cxn modelId="{6FF6186C-E740-4B0D-8AB4-3AB8BFC2DB8D}" type="presOf" srcId="{5F6D7885-31E6-4220-B59A-F00799317594}" destId="{D6C1852A-7FF1-4088-86D9-A69A109B5486}" srcOrd="0" destOrd="0" presId="urn:microsoft.com/office/officeart/2005/8/layout/vList2"/>
    <dgm:cxn modelId="{BC33F434-7D5A-4EE5-8802-B7478842497D}" type="presOf" srcId="{FB65884F-CDA5-4564-AE53-67C9EE281B47}" destId="{FB740A3E-5D10-434F-B494-C700E66B1281}" srcOrd="0" destOrd="0" presId="urn:microsoft.com/office/officeart/2005/8/layout/vList2"/>
    <dgm:cxn modelId="{A12ADACF-7B86-4DCF-A5D8-F96EB728A68F}" srcId="{B1B4FEDA-498A-4814-8F25-8CAD891CA6F9}" destId="{0DAEA374-0F6F-4B62-AAB3-0123C289FE85}" srcOrd="2" destOrd="0" parTransId="{5D3C301C-2FEB-46D0-861B-F5CC421AC6B9}" sibTransId="{49028BBA-C629-4F52-ACD6-B0BF38BD29F6}"/>
    <dgm:cxn modelId="{42597E97-89F8-4145-AC61-0F4AB016C1AC}" type="presOf" srcId="{00730976-6B8E-44DA-95E8-7C3604B1AB85}" destId="{2574B960-2D20-4F9B-845B-28E79BD3A49B}" srcOrd="0" destOrd="0" presId="urn:microsoft.com/office/officeart/2005/8/layout/vList2"/>
    <dgm:cxn modelId="{7DFA3B47-5E2F-4F86-9DB1-329946622A73}" type="presOf" srcId="{0DAEA374-0F6F-4B62-AAB3-0123C289FE85}" destId="{7B86CCBC-4860-4CC0-BFE8-7A77B8CE8E95}" srcOrd="0" destOrd="0" presId="urn:microsoft.com/office/officeart/2005/8/layout/vList2"/>
    <dgm:cxn modelId="{E802AC7E-65D7-4AED-AACE-C7CC00D79B81}" srcId="{B1B4FEDA-498A-4814-8F25-8CAD891CA6F9}" destId="{FB65884F-CDA5-4564-AE53-67C9EE281B47}" srcOrd="4" destOrd="0" parTransId="{C5F25623-8395-46F6-B1B2-8C77774FD5B7}" sibTransId="{E01013E7-9074-4A8D-9785-E724638FC3B6}"/>
    <dgm:cxn modelId="{16565C1B-B94E-49DE-AF37-894F096681E7}" type="presParOf" srcId="{24FD2CB1-E201-4BD7-AB25-C116EF0DAE81}" destId="{B21EFDD3-F5FD-4E68-A273-78EC31D36EFD}" srcOrd="0" destOrd="0" presId="urn:microsoft.com/office/officeart/2005/8/layout/vList2"/>
    <dgm:cxn modelId="{B9B5A787-EBB8-4AA5-A678-AB035CB86E0D}" type="presParOf" srcId="{24FD2CB1-E201-4BD7-AB25-C116EF0DAE81}" destId="{73CD7925-B877-4274-968F-9546F0CCCB7F}" srcOrd="1" destOrd="0" presId="urn:microsoft.com/office/officeart/2005/8/layout/vList2"/>
    <dgm:cxn modelId="{BC6A9092-318D-4251-A73B-7FD8D5E5C552}" type="presParOf" srcId="{24FD2CB1-E201-4BD7-AB25-C116EF0DAE81}" destId="{D6C1852A-7FF1-4088-86D9-A69A109B5486}" srcOrd="2" destOrd="0" presId="urn:microsoft.com/office/officeart/2005/8/layout/vList2"/>
    <dgm:cxn modelId="{ECE89619-6163-4C99-80C8-80FC9F32741F}" type="presParOf" srcId="{24FD2CB1-E201-4BD7-AB25-C116EF0DAE81}" destId="{A68182E4-3608-4929-B941-2A885652E4A1}" srcOrd="3" destOrd="0" presId="urn:microsoft.com/office/officeart/2005/8/layout/vList2"/>
    <dgm:cxn modelId="{8958510B-7C75-43FB-A465-73DD0AC2714E}" type="presParOf" srcId="{24FD2CB1-E201-4BD7-AB25-C116EF0DAE81}" destId="{7B86CCBC-4860-4CC0-BFE8-7A77B8CE8E95}" srcOrd="4" destOrd="0" presId="urn:microsoft.com/office/officeart/2005/8/layout/vList2"/>
    <dgm:cxn modelId="{E27FD431-7731-4BE3-B4AC-11006D24DE3D}" type="presParOf" srcId="{24FD2CB1-E201-4BD7-AB25-C116EF0DAE81}" destId="{D407EA77-B544-421D-8517-A911D47EF82E}" srcOrd="5" destOrd="0" presId="urn:microsoft.com/office/officeart/2005/8/layout/vList2"/>
    <dgm:cxn modelId="{13DA2EBF-758A-444B-A2D9-E6E20B3C3B13}" type="presParOf" srcId="{24FD2CB1-E201-4BD7-AB25-C116EF0DAE81}" destId="{F4A34EDB-CFAA-418B-88C5-43945288AF8A}" srcOrd="6" destOrd="0" presId="urn:microsoft.com/office/officeart/2005/8/layout/vList2"/>
    <dgm:cxn modelId="{2EF4A111-882D-4A17-87E5-DE59E4945F71}" type="presParOf" srcId="{24FD2CB1-E201-4BD7-AB25-C116EF0DAE81}" destId="{86603CD2-56BE-4620-9903-856893BE1949}" srcOrd="7" destOrd="0" presId="urn:microsoft.com/office/officeart/2005/8/layout/vList2"/>
    <dgm:cxn modelId="{B2BCD861-1E04-4073-B624-A353D510D6F7}" type="presParOf" srcId="{24FD2CB1-E201-4BD7-AB25-C116EF0DAE81}" destId="{FB740A3E-5D10-434F-B494-C700E66B1281}" srcOrd="8" destOrd="0" presId="urn:microsoft.com/office/officeart/2005/8/layout/vList2"/>
    <dgm:cxn modelId="{F3066A7E-18E7-4745-90AF-448730CFD181}" type="presParOf" srcId="{24FD2CB1-E201-4BD7-AB25-C116EF0DAE81}" destId="{1A63E650-18D7-45D6-A7C6-4A024BA4A650}" srcOrd="9" destOrd="0" presId="urn:microsoft.com/office/officeart/2005/8/layout/vList2"/>
    <dgm:cxn modelId="{7F41BABC-8E26-457B-B6D0-214B41193806}" type="presParOf" srcId="{24FD2CB1-E201-4BD7-AB25-C116EF0DAE81}" destId="{88845BA3-352C-4A34-B88F-B836F1918D5F}" srcOrd="10" destOrd="0" presId="urn:microsoft.com/office/officeart/2005/8/layout/vList2"/>
    <dgm:cxn modelId="{3A9AD654-DA55-42F0-931F-C8C6DDDA5DE6}" type="presParOf" srcId="{24FD2CB1-E201-4BD7-AB25-C116EF0DAE81}" destId="{B9803F92-0673-4928-BDD5-9CD6F3777F3F}" srcOrd="11" destOrd="0" presId="urn:microsoft.com/office/officeart/2005/8/layout/vList2"/>
    <dgm:cxn modelId="{3A5EF683-9FAC-41A3-9CC8-FE3009A13CA9}" type="presParOf" srcId="{24FD2CB1-E201-4BD7-AB25-C116EF0DAE81}" destId="{2574B960-2D20-4F9B-845B-28E79BD3A49B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D4D3EE72-34BD-4C34-A941-47BDD4867902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en-IN"/>
        </a:p>
      </dgm:t>
    </dgm:pt>
    <dgm:pt modelId="{AD1119FD-F96B-4835-A050-E5FDFB4F74B3}">
      <dgm:prSet custT="1"/>
      <dgm:spPr/>
      <dgm:t>
        <a:bodyPr/>
        <a:lstStyle/>
        <a:p>
          <a:pPr rtl="0"/>
          <a:r>
            <a:rPr lang="en-IN" sz="1600" b="1" smtClean="0"/>
            <a:t>Router.events provides events as observables. </a:t>
          </a:r>
          <a:endParaRPr lang="en-IN" sz="1600" b="1"/>
        </a:p>
      </dgm:t>
    </dgm:pt>
    <dgm:pt modelId="{9E6D8ABC-FC52-4A47-ACF2-F98BA1D22CB6}" type="parTrans" cxnId="{9E72DE18-9AA4-4773-B1AA-77A0620FFC39}">
      <dgm:prSet/>
      <dgm:spPr/>
      <dgm:t>
        <a:bodyPr/>
        <a:lstStyle/>
        <a:p>
          <a:endParaRPr lang="en-IN" sz="2000" b="1"/>
        </a:p>
      </dgm:t>
    </dgm:pt>
    <dgm:pt modelId="{C88587BF-8FA6-4818-889B-42DF5F41C1B5}" type="sibTrans" cxnId="{9E72DE18-9AA4-4773-B1AA-77A0620FFC39}">
      <dgm:prSet/>
      <dgm:spPr/>
      <dgm:t>
        <a:bodyPr/>
        <a:lstStyle/>
        <a:p>
          <a:endParaRPr lang="en-IN" sz="2000" b="1"/>
        </a:p>
      </dgm:t>
    </dgm:pt>
    <dgm:pt modelId="{93CFBBBF-7C4D-461C-8819-E8DE1FBF1BCC}">
      <dgm:prSet custT="1"/>
      <dgm:spPr/>
      <dgm:t>
        <a:bodyPr/>
        <a:lstStyle/>
        <a:p>
          <a:pPr rtl="0"/>
          <a:r>
            <a:rPr lang="en-IN" sz="1600" b="1" smtClean="0"/>
            <a:t>You can use the filter() operator from RxJS to look for events of interest.</a:t>
          </a:r>
          <a:endParaRPr lang="en-IN" sz="1600" b="1"/>
        </a:p>
      </dgm:t>
    </dgm:pt>
    <dgm:pt modelId="{583AA1BD-C84B-4B80-890C-793C68BF3508}" type="parTrans" cxnId="{80AAEADB-93F8-4AA1-BACF-EF5F44B0DB3E}">
      <dgm:prSet/>
      <dgm:spPr/>
      <dgm:t>
        <a:bodyPr/>
        <a:lstStyle/>
        <a:p>
          <a:endParaRPr lang="en-IN" sz="2000" b="1"/>
        </a:p>
      </dgm:t>
    </dgm:pt>
    <dgm:pt modelId="{FD239AC7-C2C9-476E-9E70-3A197128FCC5}" type="sibTrans" cxnId="{80AAEADB-93F8-4AA1-BACF-EF5F44B0DB3E}">
      <dgm:prSet/>
      <dgm:spPr/>
      <dgm:t>
        <a:bodyPr/>
        <a:lstStyle/>
        <a:p>
          <a:endParaRPr lang="en-IN" sz="2000" b="1"/>
        </a:p>
      </dgm:t>
    </dgm:pt>
    <dgm:pt modelId="{80DA3057-8F9E-47EF-927D-9A0A61097C2A}">
      <dgm:prSet custT="1"/>
      <dgm:spPr/>
      <dgm:t>
        <a:bodyPr/>
        <a:lstStyle/>
        <a:p>
          <a:pPr rtl="0"/>
          <a:r>
            <a:rPr lang="en-IN" sz="1600" b="1" smtClean="0"/>
            <a:t>And subscribe to them in order to make decisions based on the sequence of events in the navigation process.</a:t>
          </a:r>
          <a:endParaRPr lang="en-IN" sz="1600" b="1"/>
        </a:p>
      </dgm:t>
    </dgm:pt>
    <dgm:pt modelId="{7EBC188A-AB46-4056-AA45-F950B5F25447}" type="parTrans" cxnId="{6D11045F-1FCF-44AD-B456-C43C4C636019}">
      <dgm:prSet/>
      <dgm:spPr/>
      <dgm:t>
        <a:bodyPr/>
        <a:lstStyle/>
        <a:p>
          <a:endParaRPr lang="en-IN" sz="2000" b="1"/>
        </a:p>
      </dgm:t>
    </dgm:pt>
    <dgm:pt modelId="{82DBAD69-D697-4357-96DD-D0DC8FE77D6F}" type="sibTrans" cxnId="{6D11045F-1FCF-44AD-B456-C43C4C636019}">
      <dgm:prSet/>
      <dgm:spPr/>
      <dgm:t>
        <a:bodyPr/>
        <a:lstStyle/>
        <a:p>
          <a:endParaRPr lang="en-IN" sz="2000" b="1"/>
        </a:p>
      </dgm:t>
    </dgm:pt>
    <dgm:pt modelId="{22D3ECFD-D83F-40A8-9A48-308C1F25DDF7}">
      <dgm:prSet custT="1"/>
      <dgm:spPr/>
      <dgm:t>
        <a:bodyPr/>
        <a:lstStyle/>
        <a:p>
          <a:pPr rtl="0"/>
          <a:r>
            <a:rPr lang="en-IN" sz="1600" b="1" smtClean="0"/>
            <a:t>The </a:t>
          </a:r>
          <a:r>
            <a:rPr lang="en-IN" sz="1600" b="1" smtClean="0">
              <a:hlinkClick xmlns:r="http://schemas.openxmlformats.org/officeDocument/2006/relationships" r:id="rId1"/>
            </a:rPr>
            <a:t>ActivatedRoute</a:t>
          </a:r>
          <a:r>
            <a:rPr lang="en-IN" sz="1600" b="1" smtClean="0"/>
            <a:t> is an injected router service that makes use of observables to get information about a route path and parameters.</a:t>
          </a:r>
          <a:endParaRPr lang="en-IN" sz="1600" b="1"/>
        </a:p>
      </dgm:t>
    </dgm:pt>
    <dgm:pt modelId="{2D0A829A-7090-496E-B07D-97B3C7EC18E9}" type="parTrans" cxnId="{CA4A3267-5639-4396-A28A-D6ABB4240EAA}">
      <dgm:prSet/>
      <dgm:spPr/>
      <dgm:t>
        <a:bodyPr/>
        <a:lstStyle/>
        <a:p>
          <a:endParaRPr lang="en-IN" sz="2000" b="1"/>
        </a:p>
      </dgm:t>
    </dgm:pt>
    <dgm:pt modelId="{DCF8A83F-1D5C-4E9A-A9CF-59298C5E7FE7}" type="sibTrans" cxnId="{CA4A3267-5639-4396-A28A-D6ABB4240EAA}">
      <dgm:prSet/>
      <dgm:spPr/>
      <dgm:t>
        <a:bodyPr/>
        <a:lstStyle/>
        <a:p>
          <a:endParaRPr lang="en-IN" sz="2000" b="1"/>
        </a:p>
      </dgm:t>
    </dgm:pt>
    <dgm:pt modelId="{56B5C0C4-5D2E-496A-A430-CCB21F249B22}">
      <dgm:prSet custT="1"/>
      <dgm:spPr/>
      <dgm:t>
        <a:bodyPr/>
        <a:lstStyle/>
        <a:p>
          <a:pPr rtl="0"/>
          <a:r>
            <a:rPr lang="en-IN" sz="1600" b="1" smtClean="0"/>
            <a:t>import { </a:t>
          </a:r>
          <a:r>
            <a:rPr lang="en-IN" sz="1600" b="1" smtClean="0">
              <a:hlinkClick xmlns:r="http://schemas.openxmlformats.org/officeDocument/2006/relationships" r:id="rId1"/>
            </a:rPr>
            <a:t>ActivatedRoute</a:t>
          </a:r>
          <a:r>
            <a:rPr lang="en-IN" sz="1600" b="1" smtClean="0"/>
            <a:t> } from '@angular/router';</a:t>
          </a:r>
          <a:endParaRPr lang="en-IN" sz="1600" b="1"/>
        </a:p>
      </dgm:t>
    </dgm:pt>
    <dgm:pt modelId="{C02C7983-2152-4082-9726-A56571868303}" type="parTrans" cxnId="{E1E0CFAE-04FC-4A27-864D-C58D103DC91C}">
      <dgm:prSet/>
      <dgm:spPr/>
      <dgm:t>
        <a:bodyPr/>
        <a:lstStyle/>
        <a:p>
          <a:endParaRPr lang="en-IN" sz="2000" b="1"/>
        </a:p>
      </dgm:t>
    </dgm:pt>
    <dgm:pt modelId="{886B4A65-C514-4349-9DFE-0A9081CD0013}" type="sibTrans" cxnId="{E1E0CFAE-04FC-4A27-864D-C58D103DC91C}">
      <dgm:prSet/>
      <dgm:spPr/>
      <dgm:t>
        <a:bodyPr/>
        <a:lstStyle/>
        <a:p>
          <a:endParaRPr lang="en-IN" sz="2000" b="1"/>
        </a:p>
      </dgm:t>
    </dgm:pt>
    <dgm:pt modelId="{DAE4F7A7-63AA-4362-9116-EF9D192177CC}" type="pres">
      <dgm:prSet presAssocID="{D4D3EE72-34BD-4C34-A941-47BDD4867902}" presName="linear" presStyleCnt="0">
        <dgm:presLayoutVars>
          <dgm:animLvl val="lvl"/>
          <dgm:resizeHandles val="exact"/>
        </dgm:presLayoutVars>
      </dgm:prSet>
      <dgm:spPr/>
    </dgm:pt>
    <dgm:pt modelId="{8E213DFA-9F6E-435E-8AE0-41229BA2C176}" type="pres">
      <dgm:prSet presAssocID="{AD1119FD-F96B-4835-A050-E5FDFB4F74B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C6CCB1C-173A-4E3F-AED8-9F72ECA3594F}" type="pres">
      <dgm:prSet presAssocID="{C88587BF-8FA6-4818-889B-42DF5F41C1B5}" presName="spacer" presStyleCnt="0"/>
      <dgm:spPr/>
    </dgm:pt>
    <dgm:pt modelId="{95F8B900-0884-4D5B-9FAC-BCD67DFFDAEB}" type="pres">
      <dgm:prSet presAssocID="{93CFBBBF-7C4D-461C-8819-E8DE1FBF1BC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4C91975-A5A9-4EDE-AC4E-7A616FFEAF4F}" type="pres">
      <dgm:prSet presAssocID="{FD239AC7-C2C9-476E-9E70-3A197128FCC5}" presName="spacer" presStyleCnt="0"/>
      <dgm:spPr/>
    </dgm:pt>
    <dgm:pt modelId="{31F2077D-F45E-483A-92AF-7E6F3CDFF132}" type="pres">
      <dgm:prSet presAssocID="{80DA3057-8F9E-47EF-927D-9A0A61097C2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7B20DFD-79C8-4C22-9A3D-414170A0918B}" type="pres">
      <dgm:prSet presAssocID="{82DBAD69-D697-4357-96DD-D0DC8FE77D6F}" presName="spacer" presStyleCnt="0"/>
      <dgm:spPr/>
    </dgm:pt>
    <dgm:pt modelId="{53CD8947-8166-4E6C-9C62-9820D5D21B5F}" type="pres">
      <dgm:prSet presAssocID="{22D3ECFD-D83F-40A8-9A48-308C1F25DDF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66A8FA9-F9DF-474A-A449-AB7AC38D875F}" type="pres">
      <dgm:prSet presAssocID="{DCF8A83F-1D5C-4E9A-A9CF-59298C5E7FE7}" presName="spacer" presStyleCnt="0"/>
      <dgm:spPr/>
    </dgm:pt>
    <dgm:pt modelId="{5D7C9D13-69C2-4247-85F7-F2124104590D}" type="pres">
      <dgm:prSet presAssocID="{56B5C0C4-5D2E-496A-A430-CCB21F249B2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6F3A0B0-761C-4BFE-94CE-9AB118855CB7}" type="presOf" srcId="{56B5C0C4-5D2E-496A-A430-CCB21F249B22}" destId="{5D7C9D13-69C2-4247-85F7-F2124104590D}" srcOrd="0" destOrd="0" presId="urn:microsoft.com/office/officeart/2005/8/layout/vList2"/>
    <dgm:cxn modelId="{80AAEADB-93F8-4AA1-BACF-EF5F44B0DB3E}" srcId="{D4D3EE72-34BD-4C34-A941-47BDD4867902}" destId="{93CFBBBF-7C4D-461C-8819-E8DE1FBF1BCC}" srcOrd="1" destOrd="0" parTransId="{583AA1BD-C84B-4B80-890C-793C68BF3508}" sibTransId="{FD239AC7-C2C9-476E-9E70-3A197128FCC5}"/>
    <dgm:cxn modelId="{736DA180-1AC2-47FB-A683-C1455DF94A49}" type="presOf" srcId="{D4D3EE72-34BD-4C34-A941-47BDD4867902}" destId="{DAE4F7A7-63AA-4362-9116-EF9D192177CC}" srcOrd="0" destOrd="0" presId="urn:microsoft.com/office/officeart/2005/8/layout/vList2"/>
    <dgm:cxn modelId="{6D11045F-1FCF-44AD-B456-C43C4C636019}" srcId="{D4D3EE72-34BD-4C34-A941-47BDD4867902}" destId="{80DA3057-8F9E-47EF-927D-9A0A61097C2A}" srcOrd="2" destOrd="0" parTransId="{7EBC188A-AB46-4056-AA45-F950B5F25447}" sibTransId="{82DBAD69-D697-4357-96DD-D0DC8FE77D6F}"/>
    <dgm:cxn modelId="{CA4A3267-5639-4396-A28A-D6ABB4240EAA}" srcId="{D4D3EE72-34BD-4C34-A941-47BDD4867902}" destId="{22D3ECFD-D83F-40A8-9A48-308C1F25DDF7}" srcOrd="3" destOrd="0" parTransId="{2D0A829A-7090-496E-B07D-97B3C7EC18E9}" sibTransId="{DCF8A83F-1D5C-4E9A-A9CF-59298C5E7FE7}"/>
    <dgm:cxn modelId="{FECF2381-16C5-4990-9667-820360EB7A0E}" type="presOf" srcId="{80DA3057-8F9E-47EF-927D-9A0A61097C2A}" destId="{31F2077D-F45E-483A-92AF-7E6F3CDFF132}" srcOrd="0" destOrd="0" presId="urn:microsoft.com/office/officeart/2005/8/layout/vList2"/>
    <dgm:cxn modelId="{E1E0CFAE-04FC-4A27-864D-C58D103DC91C}" srcId="{D4D3EE72-34BD-4C34-A941-47BDD4867902}" destId="{56B5C0C4-5D2E-496A-A430-CCB21F249B22}" srcOrd="4" destOrd="0" parTransId="{C02C7983-2152-4082-9726-A56571868303}" sibTransId="{886B4A65-C514-4349-9DFE-0A9081CD0013}"/>
    <dgm:cxn modelId="{9E72DE18-9AA4-4773-B1AA-77A0620FFC39}" srcId="{D4D3EE72-34BD-4C34-A941-47BDD4867902}" destId="{AD1119FD-F96B-4835-A050-E5FDFB4F74B3}" srcOrd="0" destOrd="0" parTransId="{9E6D8ABC-FC52-4A47-ACF2-F98BA1D22CB6}" sibTransId="{C88587BF-8FA6-4818-889B-42DF5F41C1B5}"/>
    <dgm:cxn modelId="{4C98F7AB-B472-4F02-8760-D0AC6351302F}" type="presOf" srcId="{22D3ECFD-D83F-40A8-9A48-308C1F25DDF7}" destId="{53CD8947-8166-4E6C-9C62-9820D5D21B5F}" srcOrd="0" destOrd="0" presId="urn:microsoft.com/office/officeart/2005/8/layout/vList2"/>
    <dgm:cxn modelId="{CAB840D7-1BC8-45B0-8531-3B3B185632EF}" type="presOf" srcId="{AD1119FD-F96B-4835-A050-E5FDFB4F74B3}" destId="{8E213DFA-9F6E-435E-8AE0-41229BA2C176}" srcOrd="0" destOrd="0" presId="urn:microsoft.com/office/officeart/2005/8/layout/vList2"/>
    <dgm:cxn modelId="{ED9F99B9-6C11-4F14-A72E-294DD426AA5A}" type="presOf" srcId="{93CFBBBF-7C4D-461C-8819-E8DE1FBF1BCC}" destId="{95F8B900-0884-4D5B-9FAC-BCD67DFFDAEB}" srcOrd="0" destOrd="0" presId="urn:microsoft.com/office/officeart/2005/8/layout/vList2"/>
    <dgm:cxn modelId="{2E0E079F-B69F-46C9-A3D1-A7A3D07B969E}" type="presParOf" srcId="{DAE4F7A7-63AA-4362-9116-EF9D192177CC}" destId="{8E213DFA-9F6E-435E-8AE0-41229BA2C176}" srcOrd="0" destOrd="0" presId="urn:microsoft.com/office/officeart/2005/8/layout/vList2"/>
    <dgm:cxn modelId="{66A9B777-4525-4FBD-A43A-07531175E936}" type="presParOf" srcId="{DAE4F7A7-63AA-4362-9116-EF9D192177CC}" destId="{2C6CCB1C-173A-4E3F-AED8-9F72ECA3594F}" srcOrd="1" destOrd="0" presId="urn:microsoft.com/office/officeart/2005/8/layout/vList2"/>
    <dgm:cxn modelId="{04AD49A2-576F-4A22-8442-F28F081445D3}" type="presParOf" srcId="{DAE4F7A7-63AA-4362-9116-EF9D192177CC}" destId="{95F8B900-0884-4D5B-9FAC-BCD67DFFDAEB}" srcOrd="2" destOrd="0" presId="urn:microsoft.com/office/officeart/2005/8/layout/vList2"/>
    <dgm:cxn modelId="{D1F7A937-119B-4BE7-AA64-FA32E41FB43C}" type="presParOf" srcId="{DAE4F7A7-63AA-4362-9116-EF9D192177CC}" destId="{A4C91975-A5A9-4EDE-AC4E-7A616FFEAF4F}" srcOrd="3" destOrd="0" presId="urn:microsoft.com/office/officeart/2005/8/layout/vList2"/>
    <dgm:cxn modelId="{B5E80145-5600-4281-80FA-97B71DF65194}" type="presParOf" srcId="{DAE4F7A7-63AA-4362-9116-EF9D192177CC}" destId="{31F2077D-F45E-483A-92AF-7E6F3CDFF132}" srcOrd="4" destOrd="0" presId="urn:microsoft.com/office/officeart/2005/8/layout/vList2"/>
    <dgm:cxn modelId="{28D7A73F-FC6B-47DA-8780-6540149AE97B}" type="presParOf" srcId="{DAE4F7A7-63AA-4362-9116-EF9D192177CC}" destId="{27B20DFD-79C8-4C22-9A3D-414170A0918B}" srcOrd="5" destOrd="0" presId="urn:microsoft.com/office/officeart/2005/8/layout/vList2"/>
    <dgm:cxn modelId="{2851879F-5617-4910-81E3-A07882C8EF38}" type="presParOf" srcId="{DAE4F7A7-63AA-4362-9116-EF9D192177CC}" destId="{53CD8947-8166-4E6C-9C62-9820D5D21B5F}" srcOrd="6" destOrd="0" presId="urn:microsoft.com/office/officeart/2005/8/layout/vList2"/>
    <dgm:cxn modelId="{1B1F1207-2A25-4B3F-AAD6-25C6A1840314}" type="presParOf" srcId="{DAE4F7A7-63AA-4362-9116-EF9D192177CC}" destId="{966A8FA9-F9DF-474A-A449-AB7AC38D875F}" srcOrd="7" destOrd="0" presId="urn:microsoft.com/office/officeart/2005/8/layout/vList2"/>
    <dgm:cxn modelId="{E6640709-F40F-4939-9383-0F61D2DFDBDA}" type="presParOf" srcId="{DAE4F7A7-63AA-4362-9116-EF9D192177CC}" destId="{5D7C9D13-69C2-4247-85F7-F2124104590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86901F-3A6D-449F-B204-8D1EDAC0C408}">
      <dsp:nvSpPr>
        <dsp:cNvPr id="0" name=""/>
        <dsp:cNvSpPr/>
      </dsp:nvSpPr>
      <dsp:spPr>
        <a:xfrm>
          <a:off x="0" y="20497"/>
          <a:ext cx="10878671" cy="873953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200" kern="1200" smtClean="0"/>
            <a:t>Angular forms are used to handle user's input. </a:t>
          </a:r>
          <a:endParaRPr lang="en-IN" sz="2200" kern="1200"/>
        </a:p>
      </dsp:txBody>
      <dsp:txXfrm>
        <a:off x="42663" y="63160"/>
        <a:ext cx="10793345" cy="788627"/>
      </dsp:txXfrm>
    </dsp:sp>
    <dsp:sp modelId="{11A28F78-42D8-46EA-A3B2-045F5DF7567B}">
      <dsp:nvSpPr>
        <dsp:cNvPr id="0" name=""/>
        <dsp:cNvSpPr/>
      </dsp:nvSpPr>
      <dsp:spPr>
        <a:xfrm>
          <a:off x="0" y="957811"/>
          <a:ext cx="10878671" cy="873953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200" kern="1200" smtClean="0"/>
            <a:t>We can use Angular form in our application to enable users to log in, to update profile, to enter information, and to perform many other data-entry tasks.</a:t>
          </a:r>
          <a:endParaRPr lang="en-IN" sz="2200" kern="1200"/>
        </a:p>
      </dsp:txBody>
      <dsp:txXfrm>
        <a:off x="42663" y="1000474"/>
        <a:ext cx="10793345" cy="788627"/>
      </dsp:txXfrm>
    </dsp:sp>
    <dsp:sp modelId="{04205CB5-C83A-4517-8F15-711FA313B16E}">
      <dsp:nvSpPr>
        <dsp:cNvPr id="0" name=""/>
        <dsp:cNvSpPr/>
      </dsp:nvSpPr>
      <dsp:spPr>
        <a:xfrm>
          <a:off x="0" y="1895124"/>
          <a:ext cx="10878671" cy="873953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200" kern="1200" smtClean="0"/>
            <a:t>In Angular 7, there are 2 approaches to handle user's input through forms:</a:t>
          </a:r>
          <a:endParaRPr lang="en-IN" sz="2200" kern="1200"/>
        </a:p>
      </dsp:txBody>
      <dsp:txXfrm>
        <a:off x="42663" y="1937787"/>
        <a:ext cx="10793345" cy="788627"/>
      </dsp:txXfrm>
    </dsp:sp>
    <dsp:sp modelId="{D3EA3C3D-4395-483A-8DC9-067963CFF1D4}">
      <dsp:nvSpPr>
        <dsp:cNvPr id="0" name=""/>
        <dsp:cNvSpPr/>
      </dsp:nvSpPr>
      <dsp:spPr>
        <a:xfrm>
          <a:off x="0" y="2769077"/>
          <a:ext cx="10878671" cy="819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5398" tIns="30480" rIns="170688" bIns="30480" numCol="1" spcCol="1270" anchor="t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IN" sz="2400" b="1" kern="1200" dirty="0" smtClean="0"/>
            <a:t>Reactive forms</a:t>
          </a:r>
          <a:endParaRPr lang="en-IN" sz="2400" b="1" kern="1200" dirty="0"/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IN" sz="2400" b="1" kern="1200" dirty="0" smtClean="0"/>
            <a:t>Template-driven forms</a:t>
          </a:r>
          <a:endParaRPr lang="en-IN" sz="2400" b="1" kern="1200" dirty="0"/>
        </a:p>
      </dsp:txBody>
      <dsp:txXfrm>
        <a:off x="0" y="2769077"/>
        <a:ext cx="10878671" cy="819720"/>
      </dsp:txXfrm>
    </dsp:sp>
    <dsp:sp modelId="{65F1F552-BA93-45B5-9C34-50C5474E8004}">
      <dsp:nvSpPr>
        <dsp:cNvPr id="0" name=""/>
        <dsp:cNvSpPr/>
      </dsp:nvSpPr>
      <dsp:spPr>
        <a:xfrm>
          <a:off x="0" y="3588797"/>
          <a:ext cx="10878671" cy="873953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200" kern="1200" smtClean="0"/>
            <a:t>Both approaches are used to collect user input events from the view, validate the user input, create a form model and data model to update, and provide a way to track changes.</a:t>
          </a:r>
          <a:endParaRPr lang="en-IN" sz="2200" kern="1200"/>
        </a:p>
      </dsp:txBody>
      <dsp:txXfrm>
        <a:off x="42663" y="3631460"/>
        <a:ext cx="10793345" cy="7886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024C29-B2EA-413C-94A2-19FB0AAB2C34}">
      <dsp:nvSpPr>
        <dsp:cNvPr id="0" name=""/>
        <dsp:cNvSpPr/>
      </dsp:nvSpPr>
      <dsp:spPr>
        <a:xfrm>
          <a:off x="0" y="8862"/>
          <a:ext cx="9784079" cy="993128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88900" dist="2794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500" kern="1200" smtClean="0"/>
            <a:t>Reactive forms are more robust.</a:t>
          </a:r>
          <a:endParaRPr lang="en-IN" sz="2500" kern="1200"/>
        </a:p>
      </dsp:txBody>
      <dsp:txXfrm>
        <a:off x="48481" y="57343"/>
        <a:ext cx="9687117" cy="896166"/>
      </dsp:txXfrm>
    </dsp:sp>
    <dsp:sp modelId="{D477D4F7-3486-464A-8EAA-091C46EB2506}">
      <dsp:nvSpPr>
        <dsp:cNvPr id="0" name=""/>
        <dsp:cNvSpPr/>
      </dsp:nvSpPr>
      <dsp:spPr>
        <a:xfrm>
          <a:off x="0" y="1073991"/>
          <a:ext cx="9784079" cy="993128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88900" dist="2794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500" kern="1200" smtClean="0"/>
            <a:t>Reactive forms are more scalable, reusable, and testable.</a:t>
          </a:r>
          <a:endParaRPr lang="en-IN" sz="2500" kern="1200"/>
        </a:p>
      </dsp:txBody>
      <dsp:txXfrm>
        <a:off x="48481" y="1122472"/>
        <a:ext cx="9687117" cy="896166"/>
      </dsp:txXfrm>
    </dsp:sp>
    <dsp:sp modelId="{23A06FE4-C344-4397-9D52-B434D9304464}">
      <dsp:nvSpPr>
        <dsp:cNvPr id="0" name=""/>
        <dsp:cNvSpPr/>
      </dsp:nvSpPr>
      <dsp:spPr>
        <a:xfrm>
          <a:off x="0" y="2139120"/>
          <a:ext cx="9784079" cy="993128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88900" dist="2794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500" kern="1200" smtClean="0"/>
            <a:t>They are most preferred to use if forms are a key part of your application, or your application is already built using reactive patterns. </a:t>
          </a:r>
          <a:endParaRPr lang="en-IN" sz="2500" kern="1200"/>
        </a:p>
      </dsp:txBody>
      <dsp:txXfrm>
        <a:off x="48481" y="2187601"/>
        <a:ext cx="9687117" cy="896166"/>
      </dsp:txXfrm>
    </dsp:sp>
    <dsp:sp modelId="{4BDB64A9-6E60-4B10-855B-276FE5EC8E99}">
      <dsp:nvSpPr>
        <dsp:cNvPr id="0" name=""/>
        <dsp:cNvSpPr/>
      </dsp:nvSpPr>
      <dsp:spPr>
        <a:xfrm>
          <a:off x="0" y="3204248"/>
          <a:ext cx="9784079" cy="993128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88900" dist="2794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500" kern="1200" smtClean="0"/>
            <a:t>In both cases, reactive forms are best to use.</a:t>
          </a:r>
          <a:endParaRPr lang="en-IN" sz="2500" kern="1200"/>
        </a:p>
      </dsp:txBody>
      <dsp:txXfrm>
        <a:off x="48481" y="3252729"/>
        <a:ext cx="9687117" cy="8961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9E625D-1951-4834-A667-24D8C72C850C}">
      <dsp:nvSpPr>
        <dsp:cNvPr id="0" name=""/>
        <dsp:cNvSpPr/>
      </dsp:nvSpPr>
      <dsp:spPr>
        <a:xfrm>
          <a:off x="0" y="335991"/>
          <a:ext cx="10986246" cy="11934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000" kern="1200" dirty="0" smtClean="0"/>
            <a:t>Template-driven forms are best if you want to add a simple form to your application. For example: email list signup form.</a:t>
          </a:r>
          <a:endParaRPr lang="en-IN" sz="3000" kern="1200" dirty="0"/>
        </a:p>
      </dsp:txBody>
      <dsp:txXfrm>
        <a:off x="58257" y="394248"/>
        <a:ext cx="10869732" cy="1076886"/>
      </dsp:txXfrm>
    </dsp:sp>
    <dsp:sp modelId="{4FCE9DF2-4D17-42B6-B77C-4F1F652E918F}">
      <dsp:nvSpPr>
        <dsp:cNvPr id="0" name=""/>
        <dsp:cNvSpPr/>
      </dsp:nvSpPr>
      <dsp:spPr>
        <a:xfrm>
          <a:off x="0" y="1615791"/>
          <a:ext cx="10986246" cy="11934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000" kern="1200" dirty="0" smtClean="0"/>
            <a:t>Template-driven forms are easy to use in the application but they are not as scalable as Reactive forms.</a:t>
          </a:r>
          <a:endParaRPr lang="en-IN" sz="3000" kern="1200" dirty="0"/>
        </a:p>
      </dsp:txBody>
      <dsp:txXfrm>
        <a:off x="58257" y="1674048"/>
        <a:ext cx="10869732" cy="1076886"/>
      </dsp:txXfrm>
    </dsp:sp>
    <dsp:sp modelId="{FED1ADFA-9B49-4824-8987-CF307C8FB53E}">
      <dsp:nvSpPr>
        <dsp:cNvPr id="0" name=""/>
        <dsp:cNvSpPr/>
      </dsp:nvSpPr>
      <dsp:spPr>
        <a:xfrm>
          <a:off x="0" y="2895591"/>
          <a:ext cx="10986246" cy="11934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000" kern="1200" smtClean="0"/>
            <a:t>Template-driven forms are mainly used if your application's requires a very basic form and logic. It can easily be managed in a template.</a:t>
          </a:r>
          <a:endParaRPr lang="en-IN" sz="3000" kern="1200"/>
        </a:p>
      </dsp:txBody>
      <dsp:txXfrm>
        <a:off x="58257" y="2953848"/>
        <a:ext cx="10869732" cy="107688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B3FF36-9A62-4732-8867-DB4152F5BD11}">
      <dsp:nvSpPr>
        <dsp:cNvPr id="0" name=""/>
        <dsp:cNvSpPr/>
      </dsp:nvSpPr>
      <dsp:spPr>
        <a:xfrm>
          <a:off x="0" y="1662"/>
          <a:ext cx="10771094" cy="794503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smtClean="0"/>
            <a:t>There are some building blocks which are shared by both reactive and template-driven forms:</a:t>
          </a:r>
          <a:endParaRPr lang="en-IN" sz="2000" b="1" kern="1200"/>
        </a:p>
      </dsp:txBody>
      <dsp:txXfrm>
        <a:off x="38784" y="40446"/>
        <a:ext cx="10693526" cy="716935"/>
      </dsp:txXfrm>
    </dsp:sp>
    <dsp:sp modelId="{4E0F76D6-1B37-474D-BBDE-2AC09C74860F}">
      <dsp:nvSpPr>
        <dsp:cNvPr id="0" name=""/>
        <dsp:cNvSpPr/>
      </dsp:nvSpPr>
      <dsp:spPr>
        <a:xfrm>
          <a:off x="0" y="853765"/>
          <a:ext cx="10771094" cy="794503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dirty="0" err="1" smtClean="0">
              <a:solidFill>
                <a:srgbClr val="C00000"/>
              </a:solidFill>
            </a:rPr>
            <a:t>FormControl</a:t>
          </a:r>
          <a:r>
            <a:rPr lang="en-IN" sz="2000" b="1" kern="1200" dirty="0" smtClean="0"/>
            <a:t>: It is used to track the value and validation status of an individual form control.</a:t>
          </a:r>
          <a:endParaRPr lang="en-IN" sz="2000" b="1" kern="1200" dirty="0"/>
        </a:p>
      </dsp:txBody>
      <dsp:txXfrm>
        <a:off x="38784" y="892549"/>
        <a:ext cx="10693526" cy="716935"/>
      </dsp:txXfrm>
    </dsp:sp>
    <dsp:sp modelId="{F518222E-353D-46CE-ABE0-920F87E8E437}">
      <dsp:nvSpPr>
        <dsp:cNvPr id="0" name=""/>
        <dsp:cNvSpPr/>
      </dsp:nvSpPr>
      <dsp:spPr>
        <a:xfrm>
          <a:off x="0" y="1705868"/>
          <a:ext cx="10771094" cy="794503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dirty="0" err="1" smtClean="0">
              <a:solidFill>
                <a:srgbClr val="C00000"/>
              </a:solidFill>
            </a:rPr>
            <a:t>FormGroup</a:t>
          </a:r>
          <a:r>
            <a:rPr lang="en-IN" sz="2000" b="1" kern="1200" dirty="0" smtClean="0"/>
            <a:t>: It is used to track the same values and status for a collection of form controls.</a:t>
          </a:r>
          <a:endParaRPr lang="en-IN" sz="2000" b="1" kern="1200" dirty="0"/>
        </a:p>
      </dsp:txBody>
      <dsp:txXfrm>
        <a:off x="38784" y="1744652"/>
        <a:ext cx="10693526" cy="716935"/>
      </dsp:txXfrm>
    </dsp:sp>
    <dsp:sp modelId="{C428F78F-8DC0-4E16-ABC6-3C630085DA05}">
      <dsp:nvSpPr>
        <dsp:cNvPr id="0" name=""/>
        <dsp:cNvSpPr/>
      </dsp:nvSpPr>
      <dsp:spPr>
        <a:xfrm>
          <a:off x="0" y="2557971"/>
          <a:ext cx="10771094" cy="794503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dirty="0" err="1" smtClean="0">
              <a:solidFill>
                <a:srgbClr val="C00000"/>
              </a:solidFill>
            </a:rPr>
            <a:t>FormArray</a:t>
          </a:r>
          <a:r>
            <a:rPr lang="en-IN" sz="2000" b="1" kern="1200" dirty="0" smtClean="0">
              <a:solidFill>
                <a:srgbClr val="C00000"/>
              </a:solidFill>
            </a:rPr>
            <a:t>: </a:t>
          </a:r>
          <a:r>
            <a:rPr lang="en-IN" sz="2000" b="1" kern="1200" dirty="0" smtClean="0"/>
            <a:t>It is used to track the same values and status for an array of form controls.</a:t>
          </a:r>
          <a:endParaRPr lang="en-IN" sz="2000" b="1" kern="1200" dirty="0"/>
        </a:p>
      </dsp:txBody>
      <dsp:txXfrm>
        <a:off x="38784" y="2596755"/>
        <a:ext cx="10693526" cy="716935"/>
      </dsp:txXfrm>
    </dsp:sp>
    <dsp:sp modelId="{2118E97E-7B76-4B72-A4FC-F265974830F3}">
      <dsp:nvSpPr>
        <dsp:cNvPr id="0" name=""/>
        <dsp:cNvSpPr/>
      </dsp:nvSpPr>
      <dsp:spPr>
        <a:xfrm>
          <a:off x="0" y="3410074"/>
          <a:ext cx="10771094" cy="794503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dirty="0" err="1" smtClean="0">
              <a:solidFill>
                <a:srgbClr val="C00000"/>
              </a:solidFill>
            </a:rPr>
            <a:t>ControlValueAccessor</a:t>
          </a:r>
          <a:r>
            <a:rPr lang="en-IN" sz="2000" b="1" kern="1200" dirty="0" smtClean="0">
              <a:solidFill>
                <a:srgbClr val="C00000"/>
              </a:solidFill>
            </a:rPr>
            <a:t>: </a:t>
          </a:r>
          <a:r>
            <a:rPr lang="en-IN" sz="2000" b="1" kern="1200" dirty="0" smtClean="0"/>
            <a:t>It is used to create a bridge between Angular </a:t>
          </a:r>
          <a:r>
            <a:rPr lang="en-IN" sz="2000" b="1" kern="1200" dirty="0" err="1" smtClean="0"/>
            <a:t>FormControl</a:t>
          </a:r>
          <a:r>
            <a:rPr lang="en-IN" sz="2000" b="1" kern="1200" dirty="0" smtClean="0"/>
            <a:t> instances and native DOM elements.</a:t>
          </a:r>
          <a:endParaRPr lang="en-IN" sz="2000" b="1" kern="1200" dirty="0"/>
        </a:p>
      </dsp:txBody>
      <dsp:txXfrm>
        <a:off x="38784" y="3448858"/>
        <a:ext cx="10693526" cy="71693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0D7AB5-B608-42F2-BC76-6870A09EF175}">
      <dsp:nvSpPr>
        <dsp:cNvPr id="0" name=""/>
        <dsp:cNvSpPr/>
      </dsp:nvSpPr>
      <dsp:spPr>
        <a:xfrm>
          <a:off x="0" y="1246"/>
          <a:ext cx="10744200" cy="646271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kern="1200" dirty="0" smtClean="0"/>
            <a:t>Build an Angular form with a component and template.</a:t>
          </a:r>
          <a:endParaRPr lang="en-IN" sz="1800" b="1" kern="1200" dirty="0"/>
        </a:p>
      </dsp:txBody>
      <dsp:txXfrm>
        <a:off x="31548" y="32794"/>
        <a:ext cx="10681104" cy="583175"/>
      </dsp:txXfrm>
    </dsp:sp>
    <dsp:sp modelId="{FB7A2AE1-1F2C-4B8E-BF89-6947C64D2946}">
      <dsp:nvSpPr>
        <dsp:cNvPr id="0" name=""/>
        <dsp:cNvSpPr/>
      </dsp:nvSpPr>
      <dsp:spPr>
        <a:xfrm>
          <a:off x="0" y="660497"/>
          <a:ext cx="10744200" cy="646271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kern="1200" smtClean="0"/>
            <a:t>Create html-input-elements and then use directives like ngModel to bind their value to a component's variable.</a:t>
          </a:r>
          <a:endParaRPr lang="en-IN" sz="1800" b="1" kern="1200"/>
        </a:p>
      </dsp:txBody>
      <dsp:txXfrm>
        <a:off x="31548" y="692045"/>
        <a:ext cx="10681104" cy="583175"/>
      </dsp:txXfrm>
    </dsp:sp>
    <dsp:sp modelId="{C1B450DE-52A0-4841-B9B0-0EDD37B2F653}">
      <dsp:nvSpPr>
        <dsp:cNvPr id="0" name=""/>
        <dsp:cNvSpPr/>
      </dsp:nvSpPr>
      <dsp:spPr>
        <a:xfrm>
          <a:off x="0" y="1319749"/>
          <a:ext cx="10744200" cy="646271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kern="1200" smtClean="0"/>
            <a:t>Use ngModel to create two-way data bindings for reading and writing input-control values.</a:t>
          </a:r>
          <a:endParaRPr lang="en-IN" sz="1800" b="1" kern="1200"/>
        </a:p>
      </dsp:txBody>
      <dsp:txXfrm>
        <a:off x="31548" y="1351297"/>
        <a:ext cx="10681104" cy="583175"/>
      </dsp:txXfrm>
    </dsp:sp>
    <dsp:sp modelId="{254F273A-039D-45ED-8B64-53C5842A1EF8}">
      <dsp:nvSpPr>
        <dsp:cNvPr id="0" name=""/>
        <dsp:cNvSpPr/>
      </dsp:nvSpPr>
      <dsp:spPr>
        <a:xfrm>
          <a:off x="0" y="1979000"/>
          <a:ext cx="10744200" cy="646271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kern="1200" dirty="0" smtClean="0"/>
            <a:t>Track state changes and the validity of form controls.</a:t>
          </a:r>
          <a:endParaRPr lang="en-IN" sz="1800" b="1" kern="1200" dirty="0"/>
        </a:p>
      </dsp:txBody>
      <dsp:txXfrm>
        <a:off x="31548" y="2010548"/>
        <a:ext cx="10681104" cy="583175"/>
      </dsp:txXfrm>
    </dsp:sp>
    <dsp:sp modelId="{30A8CD69-E607-4E02-8CBF-4C05C38CA181}">
      <dsp:nvSpPr>
        <dsp:cNvPr id="0" name=""/>
        <dsp:cNvSpPr/>
      </dsp:nvSpPr>
      <dsp:spPr>
        <a:xfrm>
          <a:off x="0" y="2638252"/>
          <a:ext cx="10744200" cy="646271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kern="1200" smtClean="0"/>
            <a:t>Provide visual feedback using special CSS classes that track the state of the controls.</a:t>
          </a:r>
          <a:endParaRPr lang="en-IN" sz="1800" b="1" kern="1200"/>
        </a:p>
      </dsp:txBody>
      <dsp:txXfrm>
        <a:off x="31548" y="2669800"/>
        <a:ext cx="10681104" cy="583175"/>
      </dsp:txXfrm>
    </dsp:sp>
    <dsp:sp modelId="{FB4A3476-E4F7-4A78-A94C-07C6A0550C0D}">
      <dsp:nvSpPr>
        <dsp:cNvPr id="0" name=""/>
        <dsp:cNvSpPr/>
      </dsp:nvSpPr>
      <dsp:spPr>
        <a:xfrm>
          <a:off x="0" y="3297503"/>
          <a:ext cx="10744200" cy="646271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kern="1200" smtClean="0"/>
            <a:t>Display validation errors to users and enable/disable form controls.</a:t>
          </a:r>
          <a:endParaRPr lang="en-IN" sz="1800" b="1" kern="1200"/>
        </a:p>
      </dsp:txBody>
      <dsp:txXfrm>
        <a:off x="31548" y="3329051"/>
        <a:ext cx="10681104" cy="583175"/>
      </dsp:txXfrm>
    </dsp:sp>
    <dsp:sp modelId="{7B3AB297-A6B1-4EB1-B71D-BCA2F73110C6}">
      <dsp:nvSpPr>
        <dsp:cNvPr id="0" name=""/>
        <dsp:cNvSpPr/>
      </dsp:nvSpPr>
      <dsp:spPr>
        <a:xfrm>
          <a:off x="0" y="3956755"/>
          <a:ext cx="10744200" cy="646271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kern="1200" smtClean="0"/>
            <a:t>Share information across HTML elements using template reference variables.</a:t>
          </a:r>
          <a:endParaRPr lang="en-IN" sz="1800" b="1" kern="1200"/>
        </a:p>
      </dsp:txBody>
      <dsp:txXfrm>
        <a:off x="31548" y="3988303"/>
        <a:ext cx="10681104" cy="58317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45A836-4254-46A5-94BF-5B63A4DC0B63}">
      <dsp:nvSpPr>
        <dsp:cNvPr id="0" name=""/>
        <dsp:cNvSpPr/>
      </dsp:nvSpPr>
      <dsp:spPr>
        <a:xfrm>
          <a:off x="0" y="164070"/>
          <a:ext cx="9784079" cy="1233179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100" kern="1200" smtClean="0"/>
            <a:t>Reactive forms provide a model-driven approach to handling form inputs whose values change over time. </a:t>
          </a:r>
          <a:endParaRPr lang="en-IN" sz="3100" kern="1200"/>
        </a:p>
      </dsp:txBody>
      <dsp:txXfrm>
        <a:off x="60199" y="224269"/>
        <a:ext cx="9663681" cy="1112781"/>
      </dsp:txXfrm>
    </dsp:sp>
    <dsp:sp modelId="{FF6A336A-9377-489C-8D41-89C54EF34F38}">
      <dsp:nvSpPr>
        <dsp:cNvPr id="0" name=""/>
        <dsp:cNvSpPr/>
      </dsp:nvSpPr>
      <dsp:spPr>
        <a:xfrm>
          <a:off x="0" y="1486530"/>
          <a:ext cx="9784079" cy="1233179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100" kern="1200" smtClean="0"/>
            <a:t>We can create and update a basic form control, progress to using multiple controls in a group, validate form values.</a:t>
          </a:r>
          <a:endParaRPr lang="en-IN" sz="3100" kern="1200"/>
        </a:p>
      </dsp:txBody>
      <dsp:txXfrm>
        <a:off x="60199" y="1546729"/>
        <a:ext cx="9663681" cy="1112781"/>
      </dsp:txXfrm>
    </dsp:sp>
    <dsp:sp modelId="{F8C5B59E-6DB4-4EA7-9E41-48337FE69538}">
      <dsp:nvSpPr>
        <dsp:cNvPr id="0" name=""/>
        <dsp:cNvSpPr/>
      </dsp:nvSpPr>
      <dsp:spPr>
        <a:xfrm>
          <a:off x="0" y="2808990"/>
          <a:ext cx="9784079" cy="1233179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100" kern="1200" smtClean="0"/>
            <a:t>Create dynamic forms where you can add or remove controls at run time</a:t>
          </a:r>
          <a:endParaRPr lang="en-IN" sz="3100" kern="1200"/>
        </a:p>
      </dsp:txBody>
      <dsp:txXfrm>
        <a:off x="60199" y="2869189"/>
        <a:ext cx="9663681" cy="111278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55D13E-5978-4BA4-89D7-4051A3F66359}">
      <dsp:nvSpPr>
        <dsp:cNvPr id="0" name=""/>
        <dsp:cNvSpPr/>
      </dsp:nvSpPr>
      <dsp:spPr>
        <a:xfrm>
          <a:off x="0" y="90000"/>
          <a:ext cx="10919012" cy="954719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kern="1200" smtClean="0"/>
            <a:t>Reactive forms use an explicit and immutable approach to managing the state of a form at a given point in time. </a:t>
          </a:r>
          <a:endParaRPr lang="en-IN" sz="2400" kern="1200"/>
        </a:p>
      </dsp:txBody>
      <dsp:txXfrm>
        <a:off x="46606" y="136606"/>
        <a:ext cx="10825800" cy="861507"/>
      </dsp:txXfrm>
    </dsp:sp>
    <dsp:sp modelId="{25ADA089-10EF-4FB7-ADED-42E34C9D65FD}">
      <dsp:nvSpPr>
        <dsp:cNvPr id="0" name=""/>
        <dsp:cNvSpPr/>
      </dsp:nvSpPr>
      <dsp:spPr>
        <a:xfrm>
          <a:off x="0" y="1113840"/>
          <a:ext cx="10919012" cy="954719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kern="1200" smtClean="0"/>
            <a:t>Each change to the form state returns a new state, which maintains the integrity of the model between changes. </a:t>
          </a:r>
          <a:endParaRPr lang="en-IN" sz="2400" kern="1200"/>
        </a:p>
      </dsp:txBody>
      <dsp:txXfrm>
        <a:off x="46606" y="1160446"/>
        <a:ext cx="10825800" cy="861507"/>
      </dsp:txXfrm>
    </dsp:sp>
    <dsp:sp modelId="{B0A013B2-5E17-408D-B2EF-37EBB7360FBF}">
      <dsp:nvSpPr>
        <dsp:cNvPr id="0" name=""/>
        <dsp:cNvSpPr/>
      </dsp:nvSpPr>
      <dsp:spPr>
        <a:xfrm>
          <a:off x="0" y="2137680"/>
          <a:ext cx="10919012" cy="954719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kern="1200" smtClean="0"/>
            <a:t>Reactive forms are built around observable streams, where form inputs and values are provided as streams of input values, which can be accessed synchronously.</a:t>
          </a:r>
          <a:endParaRPr lang="en-IN" sz="2400" kern="1200"/>
        </a:p>
      </dsp:txBody>
      <dsp:txXfrm>
        <a:off x="46606" y="2184286"/>
        <a:ext cx="10825800" cy="861507"/>
      </dsp:txXfrm>
    </dsp:sp>
    <dsp:sp modelId="{CCEAF269-93A0-4E0C-9379-01A54DE1A20F}">
      <dsp:nvSpPr>
        <dsp:cNvPr id="0" name=""/>
        <dsp:cNvSpPr/>
      </dsp:nvSpPr>
      <dsp:spPr>
        <a:xfrm>
          <a:off x="0" y="3161519"/>
          <a:ext cx="10919012" cy="954719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kern="1200" smtClean="0"/>
            <a:t>Reactive forms also provide a straightforward path to testing because you are assured that your data is consistent and predictable when requested. </a:t>
          </a:r>
          <a:endParaRPr lang="en-IN" sz="2400" kern="1200"/>
        </a:p>
      </dsp:txBody>
      <dsp:txXfrm>
        <a:off x="46606" y="3208125"/>
        <a:ext cx="10825800" cy="86150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F144B9-5131-4F30-A6D1-F930DFADE5CB}">
      <dsp:nvSpPr>
        <dsp:cNvPr id="0" name=""/>
        <dsp:cNvSpPr/>
      </dsp:nvSpPr>
      <dsp:spPr>
        <a:xfrm rot="5400000">
          <a:off x="4941317" y="-2239723"/>
          <a:ext cx="3364992" cy="8712606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600" kern="1200" smtClean="0"/>
            <a:t>Register the reactive forms module in your app. </a:t>
          </a:r>
          <a:endParaRPr lang="en-IN" sz="2600" kern="1200"/>
        </a:p>
        <a:p>
          <a:pPr marL="228600" lvl="1" indent="-228600" algn="l" defTabSz="1155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600" kern="1200" dirty="0" smtClean="0"/>
            <a:t>This module declares the reactive-form directives that you need to use reactive forms.</a:t>
          </a:r>
          <a:endParaRPr lang="en-IN" sz="2600" kern="1200" dirty="0"/>
        </a:p>
        <a:p>
          <a:pPr marL="228600" lvl="1" indent="-228600" algn="l" defTabSz="1155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600" kern="1200" dirty="0" smtClean="0"/>
            <a:t>Generate a new </a:t>
          </a:r>
          <a:r>
            <a:rPr lang="en-IN" sz="2600" kern="1200" dirty="0" err="1" smtClean="0"/>
            <a:t>FormControl</a:t>
          </a:r>
          <a:r>
            <a:rPr lang="en-IN" sz="2600" kern="1200" dirty="0" smtClean="0"/>
            <a:t> instance and save it in the component.</a:t>
          </a:r>
          <a:endParaRPr lang="en-IN" sz="2600" kern="1200" dirty="0"/>
        </a:p>
        <a:p>
          <a:pPr marL="228600" lvl="1" indent="-228600" algn="l" defTabSz="1155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600" kern="1200" dirty="0" smtClean="0"/>
            <a:t>Register the </a:t>
          </a:r>
          <a:r>
            <a:rPr lang="en-IN" sz="2600" kern="1200" dirty="0" err="1" smtClean="0"/>
            <a:t>FormControl</a:t>
          </a:r>
          <a:r>
            <a:rPr lang="en-IN" sz="2600" kern="1200" dirty="0" smtClean="0"/>
            <a:t> in the template.</a:t>
          </a:r>
          <a:endParaRPr lang="en-IN" sz="2600" kern="1200" dirty="0"/>
        </a:p>
        <a:p>
          <a:pPr marL="228600" lvl="1" indent="-228600" algn="l" defTabSz="1155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600" b="0" i="0" kern="1200" dirty="0" smtClean="0"/>
            <a:t>Display the form by adding the component to the template.</a:t>
          </a:r>
          <a:endParaRPr lang="en-IN" sz="2600" kern="1200" dirty="0"/>
        </a:p>
      </dsp:txBody>
      <dsp:txXfrm rot="-5400000">
        <a:off x="2267511" y="598348"/>
        <a:ext cx="8548341" cy="3036462"/>
      </dsp:txXfrm>
    </dsp:sp>
    <dsp:sp modelId="{295CF25D-4CC4-4670-BE79-986E8788CC3C}">
      <dsp:nvSpPr>
        <dsp:cNvPr id="0" name=""/>
        <dsp:cNvSpPr/>
      </dsp:nvSpPr>
      <dsp:spPr>
        <a:xfrm>
          <a:off x="592" y="0"/>
          <a:ext cx="2266326" cy="42062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lvl="0" algn="ctr" defTabSz="1689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800" kern="1200" dirty="0" smtClean="0"/>
            <a:t>Four steps to using form controls.</a:t>
          </a:r>
          <a:endParaRPr lang="en-IN" sz="3800" kern="1200" dirty="0"/>
        </a:p>
      </dsp:txBody>
      <dsp:txXfrm>
        <a:off x="111225" y="110633"/>
        <a:ext cx="2045060" cy="398497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15EA1A-58F5-4BD1-A0DF-80CDE80E9042}">
      <dsp:nvSpPr>
        <dsp:cNvPr id="0" name=""/>
        <dsp:cNvSpPr/>
      </dsp:nvSpPr>
      <dsp:spPr>
        <a:xfrm>
          <a:off x="0" y="23150"/>
          <a:ext cx="9784079" cy="9945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500" kern="1200" dirty="0" smtClean="0"/>
            <a:t>To use reactive form controls, import </a:t>
          </a:r>
          <a:r>
            <a:rPr lang="en-IN" sz="2500" b="1" kern="1200" dirty="0" err="1" smtClean="0"/>
            <a:t>ReactiveFormsModule</a:t>
          </a:r>
          <a:r>
            <a:rPr lang="en-IN" sz="2500" kern="1200" dirty="0" smtClean="0"/>
            <a:t> from the </a:t>
          </a:r>
          <a:r>
            <a:rPr lang="en-IN" sz="2500" b="1" kern="1200" dirty="0" smtClean="0"/>
            <a:t>@angular/forms </a:t>
          </a:r>
          <a:r>
            <a:rPr lang="en-IN" sz="2500" kern="1200" dirty="0" smtClean="0"/>
            <a:t>package and add it to your </a:t>
          </a:r>
          <a:r>
            <a:rPr lang="en-IN" sz="2500" kern="1200" dirty="0" err="1" smtClean="0"/>
            <a:t>NgModule's</a:t>
          </a:r>
          <a:r>
            <a:rPr lang="en-IN" sz="2500" kern="1200" dirty="0" smtClean="0"/>
            <a:t> imports array.</a:t>
          </a:r>
          <a:endParaRPr lang="en-IN" sz="2500" kern="1200" dirty="0"/>
        </a:p>
      </dsp:txBody>
      <dsp:txXfrm>
        <a:off x="48547" y="71697"/>
        <a:ext cx="9686985" cy="89740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94F0E6-2CD6-4272-A716-50D8BC4651FC}">
      <dsp:nvSpPr>
        <dsp:cNvPr id="0" name=""/>
        <dsp:cNvSpPr/>
      </dsp:nvSpPr>
      <dsp:spPr>
        <a:xfrm>
          <a:off x="0" y="32537"/>
          <a:ext cx="11161058" cy="71604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5000"/>
                <a:satMod val="120000"/>
                <a:lumMod val="10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70000"/>
                <a:satMod val="124000"/>
                <a:lumMod val="10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85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kern="1200" smtClean="0"/>
            <a:t>After creating the control in the component class, you have to add it to the form control element in the template. </a:t>
          </a:r>
          <a:endParaRPr lang="en-IN" sz="1800" b="1" kern="1200"/>
        </a:p>
      </dsp:txBody>
      <dsp:txXfrm>
        <a:off x="34954" y="67491"/>
        <a:ext cx="11091150" cy="646132"/>
      </dsp:txXfrm>
    </dsp:sp>
    <dsp:sp modelId="{BAF6DE91-A187-4B69-8369-2004B72B32F3}">
      <dsp:nvSpPr>
        <dsp:cNvPr id="0" name=""/>
        <dsp:cNvSpPr/>
      </dsp:nvSpPr>
      <dsp:spPr>
        <a:xfrm>
          <a:off x="0" y="800417"/>
          <a:ext cx="11161058" cy="71604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5000"/>
                <a:satMod val="120000"/>
                <a:lumMod val="10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70000"/>
                <a:satMod val="124000"/>
                <a:lumMod val="10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85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kern="1200" dirty="0" smtClean="0"/>
            <a:t>Use the </a:t>
          </a:r>
          <a:r>
            <a:rPr lang="en-IN" sz="1800" b="1" kern="1200" dirty="0" err="1" smtClean="0"/>
            <a:t>formControl</a:t>
          </a:r>
          <a:r>
            <a:rPr lang="en-IN" sz="1800" b="1" kern="1200" dirty="0" smtClean="0"/>
            <a:t> binding provided by </a:t>
          </a:r>
          <a:r>
            <a:rPr lang="en-IN" sz="1800" b="1" kern="1200" dirty="0" err="1" smtClean="0"/>
            <a:t>FormControlDirective</a:t>
          </a:r>
          <a:r>
            <a:rPr lang="en-IN" sz="1800" b="1" kern="1200" dirty="0" smtClean="0"/>
            <a:t> to update the template with the form control.</a:t>
          </a:r>
          <a:endParaRPr lang="en-IN" sz="1800" b="1" kern="1200" dirty="0"/>
        </a:p>
      </dsp:txBody>
      <dsp:txXfrm>
        <a:off x="34954" y="835371"/>
        <a:ext cx="11091150" cy="646132"/>
      </dsp:txXfrm>
    </dsp:sp>
    <dsp:sp modelId="{BDF884B4-CBD8-448E-A68E-9D784996C2B9}">
      <dsp:nvSpPr>
        <dsp:cNvPr id="0" name=""/>
        <dsp:cNvSpPr/>
      </dsp:nvSpPr>
      <dsp:spPr>
        <a:xfrm>
          <a:off x="0" y="1568297"/>
          <a:ext cx="11161058" cy="71604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5000"/>
                <a:satMod val="120000"/>
                <a:lumMod val="10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70000"/>
                <a:satMod val="124000"/>
                <a:lumMod val="10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85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i="0" kern="1200" dirty="0" smtClean="0"/>
            <a:t>We have registered the form control to the name input element in the template.</a:t>
          </a:r>
          <a:endParaRPr lang="en-IN" sz="1800" b="1" kern="1200" dirty="0"/>
        </a:p>
      </dsp:txBody>
      <dsp:txXfrm>
        <a:off x="34954" y="1603251"/>
        <a:ext cx="11091150" cy="646132"/>
      </dsp:txXfrm>
    </dsp:sp>
    <dsp:sp modelId="{9B704517-5612-4062-BDBB-6BF21BC2FB1C}">
      <dsp:nvSpPr>
        <dsp:cNvPr id="0" name=""/>
        <dsp:cNvSpPr/>
      </dsp:nvSpPr>
      <dsp:spPr>
        <a:xfrm>
          <a:off x="0" y="2336177"/>
          <a:ext cx="11161058" cy="71604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5000"/>
                <a:satMod val="120000"/>
                <a:lumMod val="10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70000"/>
                <a:satMod val="124000"/>
                <a:lumMod val="10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85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i="0" kern="1200" smtClean="0"/>
            <a:t> </a:t>
          </a:r>
          <a:r>
            <a:rPr lang="en-IN" sz="1800" b="1" i="0" kern="1200" dirty="0" smtClean="0"/>
            <a:t>Now, the form control and DOM element communicate with each other and the view reflects changes in the model, and the model reflects changes in the view.</a:t>
          </a:r>
          <a:endParaRPr lang="en-IN" sz="1800" b="1" kern="1200" dirty="0"/>
        </a:p>
      </dsp:txBody>
      <dsp:txXfrm>
        <a:off x="34954" y="2371131"/>
        <a:ext cx="11091150" cy="64613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714C81-F7AE-4785-A129-5B3DB5DBEE2B}">
      <dsp:nvSpPr>
        <dsp:cNvPr id="0" name=""/>
        <dsp:cNvSpPr/>
      </dsp:nvSpPr>
      <dsp:spPr>
        <a:xfrm>
          <a:off x="0" y="413100"/>
          <a:ext cx="10703858" cy="163098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5000"/>
                <a:satMod val="120000"/>
                <a:lumMod val="10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70000"/>
                <a:satMod val="124000"/>
                <a:lumMod val="10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85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lvl="0" algn="l" defTabSz="1822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4100" kern="1200" dirty="0" smtClean="0"/>
            <a:t>The form control assigned to name is displayed when the component is added to a template.</a:t>
          </a:r>
          <a:endParaRPr lang="en-IN" sz="4100" kern="1200" dirty="0"/>
        </a:p>
      </dsp:txBody>
      <dsp:txXfrm>
        <a:off x="79618" y="492718"/>
        <a:ext cx="10544622" cy="1471744"/>
      </dsp:txXfrm>
    </dsp:sp>
    <dsp:sp modelId="{D643C88D-F67A-4D48-B166-D2151EBB1432}">
      <dsp:nvSpPr>
        <dsp:cNvPr id="0" name=""/>
        <dsp:cNvSpPr/>
      </dsp:nvSpPr>
      <dsp:spPr>
        <a:xfrm>
          <a:off x="0" y="2162160"/>
          <a:ext cx="10703858" cy="163098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5000"/>
                <a:satMod val="120000"/>
                <a:lumMod val="10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70000"/>
                <a:satMod val="124000"/>
                <a:lumMod val="10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85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lvl="0" algn="l" defTabSz="1822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4100" kern="1200" dirty="0" err="1" smtClean="0"/>
            <a:t>TypeScript</a:t>
          </a:r>
          <a:r>
            <a:rPr lang="en-IN" sz="4100" kern="1200" dirty="0" smtClean="0"/>
            <a:t> Code:                                                      &lt;app-name-editor&gt;&lt;/app-name-editor&gt;</a:t>
          </a:r>
          <a:endParaRPr lang="en-IN" sz="4100" kern="1200" dirty="0"/>
        </a:p>
      </dsp:txBody>
      <dsp:txXfrm>
        <a:off x="79618" y="2241778"/>
        <a:ext cx="10544622" cy="147174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60996A-9CE1-4355-BDFB-C12C79343850}">
      <dsp:nvSpPr>
        <dsp:cNvPr id="0" name=""/>
        <dsp:cNvSpPr/>
      </dsp:nvSpPr>
      <dsp:spPr>
        <a:xfrm>
          <a:off x="0" y="53787"/>
          <a:ext cx="10986247" cy="873953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5000"/>
                <a:satMod val="120000"/>
                <a:lumMod val="10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70000"/>
                <a:satMod val="124000"/>
                <a:lumMod val="10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85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200" b="1" kern="1200" dirty="0" smtClean="0"/>
            <a:t>Reactive forms give you access to the form control state and value at a point in time. </a:t>
          </a:r>
          <a:endParaRPr lang="en-IN" sz="2200" b="1" kern="1200" dirty="0"/>
        </a:p>
      </dsp:txBody>
      <dsp:txXfrm>
        <a:off x="42663" y="96450"/>
        <a:ext cx="10900921" cy="788627"/>
      </dsp:txXfrm>
    </dsp:sp>
    <dsp:sp modelId="{D42915B4-3FBC-4B22-9C98-0D3A574BA12C}">
      <dsp:nvSpPr>
        <dsp:cNvPr id="0" name=""/>
        <dsp:cNvSpPr/>
      </dsp:nvSpPr>
      <dsp:spPr>
        <a:xfrm>
          <a:off x="0" y="991100"/>
          <a:ext cx="10986247" cy="873953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5000"/>
                <a:satMod val="120000"/>
                <a:lumMod val="10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70000"/>
                <a:satMod val="124000"/>
                <a:lumMod val="10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85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200" b="1" kern="1200" dirty="0" smtClean="0"/>
            <a:t>You can manipulate the current state and value through the component class or the component template.</a:t>
          </a:r>
          <a:endParaRPr lang="en-IN" sz="2200" b="1" kern="1200" dirty="0"/>
        </a:p>
      </dsp:txBody>
      <dsp:txXfrm>
        <a:off x="42663" y="1033763"/>
        <a:ext cx="10900921" cy="788627"/>
      </dsp:txXfrm>
    </dsp:sp>
    <dsp:sp modelId="{79D64222-20BF-46FD-9C6C-4B6D96629D06}">
      <dsp:nvSpPr>
        <dsp:cNvPr id="0" name=""/>
        <dsp:cNvSpPr/>
      </dsp:nvSpPr>
      <dsp:spPr>
        <a:xfrm>
          <a:off x="0" y="1928414"/>
          <a:ext cx="10986247" cy="873953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5000"/>
                <a:satMod val="120000"/>
                <a:lumMod val="10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70000"/>
                <a:satMod val="124000"/>
                <a:lumMod val="10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85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200" b="1" kern="1200" smtClean="0"/>
            <a:t>Displaying a form control value</a:t>
          </a:r>
          <a:endParaRPr lang="en-IN" sz="2200" kern="1200"/>
        </a:p>
      </dsp:txBody>
      <dsp:txXfrm>
        <a:off x="42663" y="1971077"/>
        <a:ext cx="10900921" cy="78862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00CDF0-28CA-447E-AFDE-877B3BE8B877}">
      <dsp:nvSpPr>
        <dsp:cNvPr id="0" name=""/>
        <dsp:cNvSpPr/>
      </dsp:nvSpPr>
      <dsp:spPr>
        <a:xfrm>
          <a:off x="0" y="2678"/>
          <a:ext cx="11066928" cy="639629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5000"/>
                <a:satMod val="120000"/>
                <a:lumMod val="10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70000"/>
                <a:satMod val="124000"/>
                <a:lumMod val="10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85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kern="1200" dirty="0" err="1" smtClean="0"/>
            <a:t>FormBuilder</a:t>
          </a:r>
          <a:r>
            <a:rPr lang="en-IN" sz="2400" kern="1200" dirty="0" smtClean="0"/>
            <a:t> service provides convenient methods for generating controls.</a:t>
          </a:r>
          <a:endParaRPr lang="en-IN" sz="2400" kern="1200" dirty="0"/>
        </a:p>
      </dsp:txBody>
      <dsp:txXfrm>
        <a:off x="31224" y="33902"/>
        <a:ext cx="11004480" cy="577181"/>
      </dsp:txXfrm>
    </dsp:sp>
    <dsp:sp modelId="{F83C811E-58DD-4FEB-B956-8FDA426008FA}">
      <dsp:nvSpPr>
        <dsp:cNvPr id="0" name=""/>
        <dsp:cNvSpPr/>
      </dsp:nvSpPr>
      <dsp:spPr>
        <a:xfrm>
          <a:off x="0" y="651997"/>
          <a:ext cx="11066928" cy="639629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5000"/>
                <a:satMod val="120000"/>
                <a:lumMod val="10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70000"/>
                <a:satMod val="124000"/>
                <a:lumMod val="10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85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b="1" kern="1200" smtClean="0"/>
            <a:t>Step 1: Importing the FormBuilder class</a:t>
          </a:r>
          <a:endParaRPr lang="en-IN" sz="2400" kern="1200"/>
        </a:p>
      </dsp:txBody>
      <dsp:txXfrm>
        <a:off x="31224" y="683221"/>
        <a:ext cx="11004480" cy="577181"/>
      </dsp:txXfrm>
    </dsp:sp>
    <dsp:sp modelId="{7E1B3CC2-9A28-4F1E-9A0C-8EFDE5873F99}">
      <dsp:nvSpPr>
        <dsp:cNvPr id="0" name=""/>
        <dsp:cNvSpPr/>
      </dsp:nvSpPr>
      <dsp:spPr>
        <a:xfrm>
          <a:off x="0" y="1301315"/>
          <a:ext cx="11066928" cy="639629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5000"/>
                <a:satMod val="120000"/>
                <a:lumMod val="10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70000"/>
                <a:satMod val="124000"/>
                <a:lumMod val="10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85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kern="1200" smtClean="0"/>
            <a:t>import { FormBuilder } from '@angular/forms';</a:t>
          </a:r>
          <a:endParaRPr lang="en-IN" sz="2400" kern="1200"/>
        </a:p>
      </dsp:txBody>
      <dsp:txXfrm>
        <a:off x="31224" y="1332539"/>
        <a:ext cx="11004480" cy="577181"/>
      </dsp:txXfrm>
    </dsp:sp>
    <dsp:sp modelId="{96E54858-A852-4860-B738-0C2878BB3E30}">
      <dsp:nvSpPr>
        <dsp:cNvPr id="0" name=""/>
        <dsp:cNvSpPr/>
      </dsp:nvSpPr>
      <dsp:spPr>
        <a:xfrm>
          <a:off x="0" y="1950634"/>
          <a:ext cx="11066928" cy="639629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5000"/>
                <a:satMod val="120000"/>
                <a:lumMod val="10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70000"/>
                <a:satMod val="124000"/>
                <a:lumMod val="10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85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b="1" kern="1200" smtClean="0"/>
            <a:t>Step 2: Injecting the FormBuilder service</a:t>
          </a:r>
          <a:endParaRPr lang="en-IN" sz="2400" kern="1200"/>
        </a:p>
      </dsp:txBody>
      <dsp:txXfrm>
        <a:off x="31224" y="1981858"/>
        <a:ext cx="11004480" cy="577181"/>
      </dsp:txXfrm>
    </dsp:sp>
    <dsp:sp modelId="{DFE7F9A3-A723-4CCF-9700-FFA072A269BC}">
      <dsp:nvSpPr>
        <dsp:cNvPr id="0" name=""/>
        <dsp:cNvSpPr/>
      </dsp:nvSpPr>
      <dsp:spPr>
        <a:xfrm>
          <a:off x="0" y="2599953"/>
          <a:ext cx="11066928" cy="639629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5000"/>
                <a:satMod val="120000"/>
                <a:lumMod val="10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70000"/>
                <a:satMod val="124000"/>
                <a:lumMod val="10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85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kern="1200" smtClean="0"/>
            <a:t>The FormBuilder service is an injectable provider that is provided with the reactive forms module. </a:t>
          </a:r>
          <a:endParaRPr lang="en-IN" sz="2400" kern="1200"/>
        </a:p>
      </dsp:txBody>
      <dsp:txXfrm>
        <a:off x="31224" y="2631177"/>
        <a:ext cx="11004480" cy="577181"/>
      </dsp:txXfrm>
    </dsp:sp>
    <dsp:sp modelId="{706DEC4C-0215-44C5-9D41-866ECD1078DD}">
      <dsp:nvSpPr>
        <dsp:cNvPr id="0" name=""/>
        <dsp:cNvSpPr/>
      </dsp:nvSpPr>
      <dsp:spPr>
        <a:xfrm>
          <a:off x="0" y="3249271"/>
          <a:ext cx="11066928" cy="639629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5000"/>
                <a:satMod val="120000"/>
                <a:lumMod val="10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70000"/>
                <a:satMod val="124000"/>
                <a:lumMod val="10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85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kern="1200" dirty="0" smtClean="0"/>
            <a:t>Inject this dependency by adding it to the component constructor.</a:t>
          </a:r>
          <a:endParaRPr lang="en-IN" sz="2400" kern="1200" dirty="0"/>
        </a:p>
      </dsp:txBody>
      <dsp:txXfrm>
        <a:off x="31224" y="3280495"/>
        <a:ext cx="11004480" cy="57718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B29EF8-8AB3-4CBF-A9D4-F5F99BAD08C0}">
      <dsp:nvSpPr>
        <dsp:cNvPr id="0" name=""/>
        <dsp:cNvSpPr/>
      </dsp:nvSpPr>
      <dsp:spPr>
        <a:xfrm>
          <a:off x="0" y="153"/>
          <a:ext cx="11322423" cy="626136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5000"/>
                <a:satMod val="120000"/>
                <a:lumMod val="10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70000"/>
                <a:satMod val="124000"/>
                <a:lumMod val="10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85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smtClean="0"/>
            <a:t>Generating form controls with FormBuilder</a:t>
          </a:r>
          <a:endParaRPr lang="en-IN" sz="2000" b="1" kern="1200"/>
        </a:p>
      </dsp:txBody>
      <dsp:txXfrm>
        <a:off x="30565" y="30718"/>
        <a:ext cx="11261293" cy="565006"/>
      </dsp:txXfrm>
    </dsp:sp>
    <dsp:sp modelId="{59C8CA33-5E34-48D7-8009-B4206052BB56}">
      <dsp:nvSpPr>
        <dsp:cNvPr id="0" name=""/>
        <dsp:cNvSpPr/>
      </dsp:nvSpPr>
      <dsp:spPr>
        <a:xfrm>
          <a:off x="0" y="637638"/>
          <a:ext cx="11322423" cy="626136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5000"/>
                <a:satMod val="120000"/>
                <a:lumMod val="10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70000"/>
                <a:satMod val="124000"/>
                <a:lumMod val="10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85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smtClean="0"/>
            <a:t>The FormBuilder service has three methods: control(), group(), and array(). </a:t>
          </a:r>
          <a:endParaRPr lang="en-IN" sz="2000" b="1" kern="1200"/>
        </a:p>
      </dsp:txBody>
      <dsp:txXfrm>
        <a:off x="30565" y="668203"/>
        <a:ext cx="11261293" cy="565006"/>
      </dsp:txXfrm>
    </dsp:sp>
    <dsp:sp modelId="{22A0BA6C-4C76-47A5-98B6-998CD7CC9AE3}">
      <dsp:nvSpPr>
        <dsp:cNvPr id="0" name=""/>
        <dsp:cNvSpPr/>
      </dsp:nvSpPr>
      <dsp:spPr>
        <a:xfrm>
          <a:off x="0" y="1275123"/>
          <a:ext cx="11322423" cy="626136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5000"/>
                <a:satMod val="120000"/>
                <a:lumMod val="10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70000"/>
                <a:satMod val="124000"/>
                <a:lumMod val="10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85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dirty="0" smtClean="0"/>
            <a:t>These are factory methods for generating instances in your component classes including form controls, form groups, and form arrays.</a:t>
          </a:r>
          <a:endParaRPr lang="en-IN" sz="2000" b="1" kern="1200" dirty="0"/>
        </a:p>
      </dsp:txBody>
      <dsp:txXfrm>
        <a:off x="30565" y="1305688"/>
        <a:ext cx="11261293" cy="565006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F32871-8541-4E17-BEF3-485F353D8060}">
      <dsp:nvSpPr>
        <dsp:cNvPr id="0" name=""/>
        <dsp:cNvSpPr/>
      </dsp:nvSpPr>
      <dsp:spPr>
        <a:xfrm>
          <a:off x="0" y="6120"/>
          <a:ext cx="10690411" cy="9945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500" kern="1200" smtClean="0"/>
            <a:t>Reactive programming is an asynchronous programming paradigm concerned with data streams and the propagation of change .</a:t>
          </a:r>
          <a:endParaRPr lang="en-IN" sz="2500" kern="1200"/>
        </a:p>
      </dsp:txBody>
      <dsp:txXfrm>
        <a:off x="48547" y="54667"/>
        <a:ext cx="10593317" cy="897406"/>
      </dsp:txXfrm>
    </dsp:sp>
    <dsp:sp modelId="{88AAEEDC-7C05-479A-A748-BDBF95D8B2B7}">
      <dsp:nvSpPr>
        <dsp:cNvPr id="0" name=""/>
        <dsp:cNvSpPr/>
      </dsp:nvSpPr>
      <dsp:spPr>
        <a:xfrm>
          <a:off x="0" y="1072620"/>
          <a:ext cx="10690411" cy="9945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500" kern="1200" smtClean="0"/>
            <a:t>RxJS (Reactive Extensions for JavaScript) is a library for reactive programming.</a:t>
          </a:r>
          <a:endParaRPr lang="en-IN" sz="2500" kern="1200"/>
        </a:p>
      </dsp:txBody>
      <dsp:txXfrm>
        <a:off x="48547" y="1121167"/>
        <a:ext cx="10593317" cy="897406"/>
      </dsp:txXfrm>
    </dsp:sp>
    <dsp:sp modelId="{FD361681-09F8-4002-85C7-17C31B0D05D8}">
      <dsp:nvSpPr>
        <dsp:cNvPr id="0" name=""/>
        <dsp:cNvSpPr/>
      </dsp:nvSpPr>
      <dsp:spPr>
        <a:xfrm>
          <a:off x="0" y="2139120"/>
          <a:ext cx="10690411" cy="9945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500" kern="1200" smtClean="0"/>
            <a:t>Using observables that makes it easier to compose asynchronous or callback-based code. </a:t>
          </a:r>
          <a:endParaRPr lang="en-IN" sz="2500" kern="1200"/>
        </a:p>
      </dsp:txBody>
      <dsp:txXfrm>
        <a:off x="48547" y="2187667"/>
        <a:ext cx="10593317" cy="897406"/>
      </dsp:txXfrm>
    </dsp:sp>
    <dsp:sp modelId="{D58191D0-9669-47AE-AF07-0565B23E9B25}">
      <dsp:nvSpPr>
        <dsp:cNvPr id="0" name=""/>
        <dsp:cNvSpPr/>
      </dsp:nvSpPr>
      <dsp:spPr>
        <a:xfrm>
          <a:off x="0" y="3205620"/>
          <a:ext cx="10690411" cy="9945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500" kern="1200" smtClean="0"/>
            <a:t>RxJS provides an implementation of the Observable type, which is needed until the type becomes part of the language and until browsers support it</a:t>
          </a:r>
          <a:endParaRPr lang="en-IN" sz="2500" kern="1200"/>
        </a:p>
      </dsp:txBody>
      <dsp:txXfrm>
        <a:off x="48547" y="3254167"/>
        <a:ext cx="10593317" cy="897406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7F526F-374B-43A3-B9F9-9DF4730392E7}">
      <dsp:nvSpPr>
        <dsp:cNvPr id="0" name=""/>
        <dsp:cNvSpPr/>
      </dsp:nvSpPr>
      <dsp:spPr>
        <a:xfrm>
          <a:off x="0" y="24872"/>
          <a:ext cx="11053481" cy="1193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000" kern="1200" smtClean="0"/>
            <a:t>RxJS library provides utility functions for creating and working with observables.</a:t>
          </a:r>
          <a:endParaRPr lang="en-IN" sz="3000" kern="1200"/>
        </a:p>
      </dsp:txBody>
      <dsp:txXfrm>
        <a:off x="58257" y="83129"/>
        <a:ext cx="10936967" cy="1076886"/>
      </dsp:txXfrm>
    </dsp:sp>
    <dsp:sp modelId="{2EE2FF64-5141-4D9F-883C-926DD7B49AAF}">
      <dsp:nvSpPr>
        <dsp:cNvPr id="0" name=""/>
        <dsp:cNvSpPr/>
      </dsp:nvSpPr>
      <dsp:spPr>
        <a:xfrm>
          <a:off x="0" y="1304672"/>
          <a:ext cx="11053481" cy="1193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000" kern="1200" smtClean="0"/>
            <a:t>These utility functions can be used for:</a:t>
          </a:r>
          <a:endParaRPr lang="en-IN" sz="3000" kern="1200"/>
        </a:p>
      </dsp:txBody>
      <dsp:txXfrm>
        <a:off x="58257" y="1362929"/>
        <a:ext cx="10936967" cy="1076886"/>
      </dsp:txXfrm>
    </dsp:sp>
    <dsp:sp modelId="{F96DD00A-245A-41B9-92F7-A80649E93C6E}">
      <dsp:nvSpPr>
        <dsp:cNvPr id="0" name=""/>
        <dsp:cNvSpPr/>
      </dsp:nvSpPr>
      <dsp:spPr>
        <a:xfrm>
          <a:off x="0" y="2498071"/>
          <a:ext cx="11053481" cy="1987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0948" tIns="38100" rIns="213360" bIns="38100" numCol="1" spcCol="1270" anchor="t" anchorCtr="0">
          <a:noAutofit/>
        </a:bodyPr>
        <a:lstStyle/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IN" sz="2300" b="1" kern="1200" dirty="0" smtClean="0"/>
            <a:t>Converting existing code for </a:t>
          </a:r>
          <a:r>
            <a:rPr lang="en-IN" sz="2300" b="1" kern="1200" dirty="0" err="1" smtClean="0"/>
            <a:t>async</a:t>
          </a:r>
          <a:r>
            <a:rPr lang="en-IN" sz="2300" b="1" kern="1200" dirty="0" smtClean="0"/>
            <a:t> operations into observables</a:t>
          </a:r>
          <a:endParaRPr lang="en-IN" sz="2300" b="1" kern="1200" dirty="0"/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IN" sz="2300" b="1" kern="1200" dirty="0" smtClean="0"/>
            <a:t>Iterating through the values in a stream</a:t>
          </a:r>
          <a:endParaRPr lang="en-IN" sz="2300" b="1" kern="1200" dirty="0"/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IN" sz="2300" b="1" kern="1200" dirty="0" smtClean="0"/>
            <a:t>Mapping values to different types</a:t>
          </a:r>
          <a:endParaRPr lang="en-IN" sz="2300" b="1" kern="1200" dirty="0"/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IN" sz="2300" b="1" kern="1200" dirty="0" smtClean="0"/>
            <a:t>Filtering streams</a:t>
          </a:r>
          <a:endParaRPr lang="en-IN" sz="2300" b="1" kern="1200" dirty="0"/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IN" sz="2300" b="1" kern="1200" dirty="0" smtClean="0"/>
            <a:t>Composing multiple streams</a:t>
          </a:r>
          <a:endParaRPr lang="en-IN" sz="2300" b="1" kern="1200" dirty="0"/>
        </a:p>
      </dsp:txBody>
      <dsp:txXfrm>
        <a:off x="0" y="2498071"/>
        <a:ext cx="11053481" cy="198720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375382-5D76-4CCE-9AA7-AF15981DEE25}">
      <dsp:nvSpPr>
        <dsp:cNvPr id="0" name=""/>
        <dsp:cNvSpPr/>
      </dsp:nvSpPr>
      <dsp:spPr>
        <a:xfrm>
          <a:off x="0" y="6120"/>
          <a:ext cx="10663517" cy="9945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500" kern="1200" smtClean="0"/>
            <a:t>Angular makes use of observables as an interface to handle a variety of common asynchronous operations.</a:t>
          </a:r>
          <a:endParaRPr lang="en-IN" sz="2500" kern="1200"/>
        </a:p>
      </dsp:txBody>
      <dsp:txXfrm>
        <a:off x="48547" y="54667"/>
        <a:ext cx="10566423" cy="897406"/>
      </dsp:txXfrm>
    </dsp:sp>
    <dsp:sp modelId="{6B2A3EA3-DC2E-4436-8255-50D09B7A2ECD}">
      <dsp:nvSpPr>
        <dsp:cNvPr id="0" name=""/>
        <dsp:cNvSpPr/>
      </dsp:nvSpPr>
      <dsp:spPr>
        <a:xfrm>
          <a:off x="0" y="1072620"/>
          <a:ext cx="10663517" cy="9945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500" kern="1200" smtClean="0"/>
            <a:t>You can define </a:t>
          </a:r>
          <a:r>
            <a:rPr lang="en-IN" sz="2500" kern="1200" smtClean="0">
              <a:hlinkClick xmlns:r="http://schemas.openxmlformats.org/officeDocument/2006/relationships" r:id="rId1"/>
            </a:rPr>
            <a:t>custom events</a:t>
          </a:r>
          <a:r>
            <a:rPr lang="en-IN" sz="2500" kern="1200" smtClean="0"/>
            <a:t> that send observable output data from a child to a parent component.</a:t>
          </a:r>
          <a:endParaRPr lang="en-IN" sz="2500" kern="1200"/>
        </a:p>
      </dsp:txBody>
      <dsp:txXfrm>
        <a:off x="48547" y="1121167"/>
        <a:ext cx="10566423" cy="897406"/>
      </dsp:txXfrm>
    </dsp:sp>
    <dsp:sp modelId="{77AB348F-1109-474E-866A-0E237A3149B2}">
      <dsp:nvSpPr>
        <dsp:cNvPr id="0" name=""/>
        <dsp:cNvSpPr/>
      </dsp:nvSpPr>
      <dsp:spPr>
        <a:xfrm>
          <a:off x="0" y="2139120"/>
          <a:ext cx="10663517" cy="9945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500" kern="1200" smtClean="0"/>
            <a:t>The HTTP module uses observables to handle AJAX requests and responses.</a:t>
          </a:r>
          <a:endParaRPr lang="en-IN" sz="2500" kern="1200"/>
        </a:p>
      </dsp:txBody>
      <dsp:txXfrm>
        <a:off x="48547" y="2187667"/>
        <a:ext cx="10566423" cy="897406"/>
      </dsp:txXfrm>
    </dsp:sp>
    <dsp:sp modelId="{B86C8CBA-2F10-413C-9C3B-9A8C01549C2C}">
      <dsp:nvSpPr>
        <dsp:cNvPr id="0" name=""/>
        <dsp:cNvSpPr/>
      </dsp:nvSpPr>
      <dsp:spPr>
        <a:xfrm>
          <a:off x="0" y="3205620"/>
          <a:ext cx="10663517" cy="9945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500" kern="1200" smtClean="0"/>
            <a:t>The Router and Forms modules use observables to listen for and respond to user-input events.</a:t>
          </a:r>
          <a:endParaRPr lang="en-IN" sz="2500" kern="1200"/>
        </a:p>
      </dsp:txBody>
      <dsp:txXfrm>
        <a:off x="48547" y="3254167"/>
        <a:ext cx="10566423" cy="897406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1EFDD3-F5FD-4E68-A273-78EC31D36EFD}">
      <dsp:nvSpPr>
        <dsp:cNvPr id="0" name=""/>
        <dsp:cNvSpPr/>
      </dsp:nvSpPr>
      <dsp:spPr>
        <a:xfrm>
          <a:off x="0" y="1863"/>
          <a:ext cx="11040035" cy="60291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smtClean="0"/>
            <a:t>Angular’s HttpClient returns observables from HTTP method calls. For instance, http.get(‘/api’) returns an observable. </a:t>
          </a:r>
          <a:endParaRPr lang="en-IN" sz="2000" b="1" kern="1200"/>
        </a:p>
      </dsp:txBody>
      <dsp:txXfrm>
        <a:off x="29432" y="31295"/>
        <a:ext cx="10981171" cy="544051"/>
      </dsp:txXfrm>
    </dsp:sp>
    <dsp:sp modelId="{D6C1852A-7FF1-4088-86D9-A69A109B5486}">
      <dsp:nvSpPr>
        <dsp:cNvPr id="0" name=""/>
        <dsp:cNvSpPr/>
      </dsp:nvSpPr>
      <dsp:spPr>
        <a:xfrm>
          <a:off x="0" y="615691"/>
          <a:ext cx="11040035" cy="60291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smtClean="0"/>
            <a:t>This provides several advantages over promise-based HTTP APIs:</a:t>
          </a:r>
          <a:endParaRPr lang="en-IN" sz="2000" b="1" kern="1200"/>
        </a:p>
      </dsp:txBody>
      <dsp:txXfrm>
        <a:off x="29432" y="645123"/>
        <a:ext cx="10981171" cy="544051"/>
      </dsp:txXfrm>
    </dsp:sp>
    <dsp:sp modelId="{7B86CCBC-4860-4CC0-BFE8-7A77B8CE8E95}">
      <dsp:nvSpPr>
        <dsp:cNvPr id="0" name=""/>
        <dsp:cNvSpPr/>
      </dsp:nvSpPr>
      <dsp:spPr>
        <a:xfrm>
          <a:off x="0" y="1229520"/>
          <a:ext cx="11040035" cy="60291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smtClean="0"/>
            <a:t>Observables do not mutate the server response (as can occur through chained .then() calls on promises). </a:t>
          </a:r>
          <a:endParaRPr lang="en-IN" sz="2000" b="1" kern="1200"/>
        </a:p>
      </dsp:txBody>
      <dsp:txXfrm>
        <a:off x="29432" y="1258952"/>
        <a:ext cx="10981171" cy="544051"/>
      </dsp:txXfrm>
    </dsp:sp>
    <dsp:sp modelId="{F4A34EDB-CFAA-418B-88C5-43945288AF8A}">
      <dsp:nvSpPr>
        <dsp:cNvPr id="0" name=""/>
        <dsp:cNvSpPr/>
      </dsp:nvSpPr>
      <dsp:spPr>
        <a:xfrm>
          <a:off x="0" y="1843348"/>
          <a:ext cx="11040035" cy="60291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smtClean="0"/>
            <a:t>Instead, you can use a series of operators to transform values as needed.</a:t>
          </a:r>
          <a:endParaRPr lang="en-IN" sz="2000" b="1" kern="1200"/>
        </a:p>
      </dsp:txBody>
      <dsp:txXfrm>
        <a:off x="29432" y="1872780"/>
        <a:ext cx="10981171" cy="544051"/>
      </dsp:txXfrm>
    </dsp:sp>
    <dsp:sp modelId="{FB740A3E-5D10-434F-B494-C700E66B1281}">
      <dsp:nvSpPr>
        <dsp:cNvPr id="0" name=""/>
        <dsp:cNvSpPr/>
      </dsp:nvSpPr>
      <dsp:spPr>
        <a:xfrm>
          <a:off x="0" y="2457176"/>
          <a:ext cx="11040035" cy="60291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smtClean="0"/>
            <a:t>HTTP requests are cancellable through the unsubscribe() method.</a:t>
          </a:r>
          <a:endParaRPr lang="en-IN" sz="2000" b="1" kern="1200"/>
        </a:p>
      </dsp:txBody>
      <dsp:txXfrm>
        <a:off x="29432" y="2486608"/>
        <a:ext cx="10981171" cy="544051"/>
      </dsp:txXfrm>
    </dsp:sp>
    <dsp:sp modelId="{88845BA3-352C-4A34-B88F-B836F1918D5F}">
      <dsp:nvSpPr>
        <dsp:cNvPr id="0" name=""/>
        <dsp:cNvSpPr/>
      </dsp:nvSpPr>
      <dsp:spPr>
        <a:xfrm>
          <a:off x="0" y="3071004"/>
          <a:ext cx="11040035" cy="60291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smtClean="0"/>
            <a:t>Requests can be configured to get progress event updates.</a:t>
          </a:r>
          <a:endParaRPr lang="en-IN" sz="2000" b="1" kern="1200"/>
        </a:p>
      </dsp:txBody>
      <dsp:txXfrm>
        <a:off x="29432" y="3100436"/>
        <a:ext cx="10981171" cy="544051"/>
      </dsp:txXfrm>
    </dsp:sp>
    <dsp:sp modelId="{2574B960-2D20-4F9B-845B-28E79BD3A49B}">
      <dsp:nvSpPr>
        <dsp:cNvPr id="0" name=""/>
        <dsp:cNvSpPr/>
      </dsp:nvSpPr>
      <dsp:spPr>
        <a:xfrm>
          <a:off x="0" y="3684832"/>
          <a:ext cx="11040035" cy="60291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smtClean="0"/>
            <a:t>Failed requests can be retried easily.</a:t>
          </a:r>
          <a:endParaRPr lang="en-IN" sz="2000" b="1" kern="1200"/>
        </a:p>
      </dsp:txBody>
      <dsp:txXfrm>
        <a:off x="29432" y="3714264"/>
        <a:ext cx="10981171" cy="544051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213DFA-9F6E-435E-8AE0-41229BA2C176}">
      <dsp:nvSpPr>
        <dsp:cNvPr id="0" name=""/>
        <dsp:cNvSpPr/>
      </dsp:nvSpPr>
      <dsp:spPr>
        <a:xfrm>
          <a:off x="0" y="1029"/>
          <a:ext cx="11026588" cy="6301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1" kern="1200" smtClean="0"/>
            <a:t>Router.events provides events as observables. </a:t>
          </a:r>
          <a:endParaRPr lang="en-IN" sz="1600" b="1" kern="1200"/>
        </a:p>
      </dsp:txBody>
      <dsp:txXfrm>
        <a:off x="30759" y="31788"/>
        <a:ext cx="10965070" cy="568592"/>
      </dsp:txXfrm>
    </dsp:sp>
    <dsp:sp modelId="{95F8B900-0884-4D5B-9FAC-BCD67DFFDAEB}">
      <dsp:nvSpPr>
        <dsp:cNvPr id="0" name=""/>
        <dsp:cNvSpPr/>
      </dsp:nvSpPr>
      <dsp:spPr>
        <a:xfrm>
          <a:off x="0" y="645329"/>
          <a:ext cx="11026588" cy="6301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1" kern="1200" smtClean="0"/>
            <a:t>You can use the filter() operator from RxJS to look for events of interest.</a:t>
          </a:r>
          <a:endParaRPr lang="en-IN" sz="1600" b="1" kern="1200"/>
        </a:p>
      </dsp:txBody>
      <dsp:txXfrm>
        <a:off x="30759" y="676088"/>
        <a:ext cx="10965070" cy="568592"/>
      </dsp:txXfrm>
    </dsp:sp>
    <dsp:sp modelId="{31F2077D-F45E-483A-92AF-7E6F3CDFF132}">
      <dsp:nvSpPr>
        <dsp:cNvPr id="0" name=""/>
        <dsp:cNvSpPr/>
      </dsp:nvSpPr>
      <dsp:spPr>
        <a:xfrm>
          <a:off x="0" y="1289629"/>
          <a:ext cx="11026588" cy="6301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1" kern="1200" smtClean="0"/>
            <a:t>And subscribe to them in order to make decisions based on the sequence of events in the navigation process.</a:t>
          </a:r>
          <a:endParaRPr lang="en-IN" sz="1600" b="1" kern="1200"/>
        </a:p>
      </dsp:txBody>
      <dsp:txXfrm>
        <a:off x="30759" y="1320388"/>
        <a:ext cx="10965070" cy="568592"/>
      </dsp:txXfrm>
    </dsp:sp>
    <dsp:sp modelId="{53CD8947-8166-4E6C-9C62-9820D5D21B5F}">
      <dsp:nvSpPr>
        <dsp:cNvPr id="0" name=""/>
        <dsp:cNvSpPr/>
      </dsp:nvSpPr>
      <dsp:spPr>
        <a:xfrm>
          <a:off x="0" y="1933929"/>
          <a:ext cx="11026588" cy="6301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1" kern="1200" smtClean="0"/>
            <a:t>The </a:t>
          </a:r>
          <a:r>
            <a:rPr lang="en-IN" sz="1600" b="1" kern="1200" smtClean="0">
              <a:hlinkClick xmlns:r="http://schemas.openxmlformats.org/officeDocument/2006/relationships" r:id="rId1"/>
            </a:rPr>
            <a:t>ActivatedRoute</a:t>
          </a:r>
          <a:r>
            <a:rPr lang="en-IN" sz="1600" b="1" kern="1200" smtClean="0"/>
            <a:t> is an injected router service that makes use of observables to get information about a route path and parameters.</a:t>
          </a:r>
          <a:endParaRPr lang="en-IN" sz="1600" b="1" kern="1200"/>
        </a:p>
      </dsp:txBody>
      <dsp:txXfrm>
        <a:off x="30759" y="1964688"/>
        <a:ext cx="10965070" cy="568592"/>
      </dsp:txXfrm>
    </dsp:sp>
    <dsp:sp modelId="{5D7C9D13-69C2-4247-85F7-F2124104590D}">
      <dsp:nvSpPr>
        <dsp:cNvPr id="0" name=""/>
        <dsp:cNvSpPr/>
      </dsp:nvSpPr>
      <dsp:spPr>
        <a:xfrm>
          <a:off x="0" y="2578229"/>
          <a:ext cx="11026588" cy="6301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1" kern="1200" smtClean="0"/>
            <a:t>import { </a:t>
          </a:r>
          <a:r>
            <a:rPr lang="en-IN" sz="1600" b="1" kern="1200" smtClean="0">
              <a:hlinkClick xmlns:r="http://schemas.openxmlformats.org/officeDocument/2006/relationships" r:id="rId1"/>
            </a:rPr>
            <a:t>ActivatedRoute</a:t>
          </a:r>
          <a:r>
            <a:rPr lang="en-IN" sz="1600" b="1" kern="1200" smtClean="0"/>
            <a:t> } from '@angular/router';</a:t>
          </a:r>
          <a:endParaRPr lang="en-IN" sz="1600" b="1" kern="1200"/>
        </a:p>
      </dsp:txBody>
      <dsp:txXfrm>
        <a:off x="30759" y="2608988"/>
        <a:ext cx="10965070" cy="5685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4/15/2020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4/15/2020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96DFF08F-DC6B-4601-B491-B0F83F6DD2DA}" type="datetimeFigureOut">
              <a:rPr lang="en-US" dirty="0"/>
              <a:t>4/15/2020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4/15/2020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angular.io/api/core/NgModule" TargetMode="External"/><Relationship Id="rId3" Type="http://schemas.openxmlformats.org/officeDocument/2006/relationships/diagramLayout" Target="../diagrams/layout9.xml"/><Relationship Id="rId7" Type="http://schemas.openxmlformats.org/officeDocument/2006/relationships/hyperlink" Target="https://angular.io/api/forms/ReactiveFormsModule" TargetMode="Externa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angular.io/api/router/RouterOutlet#activatedRoute" TargetMode="External"/><Relationship Id="rId3" Type="http://schemas.openxmlformats.org/officeDocument/2006/relationships/diagramLayout" Target="../diagrams/layout19.xml"/><Relationship Id="rId7" Type="http://schemas.openxmlformats.org/officeDocument/2006/relationships/hyperlink" Target="https://angular.io/api/core/OnInit" TargetMode="Externa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10" Type="http://schemas.openxmlformats.org/officeDocument/2006/relationships/hyperlink" Target="https://angular.io/api/core/SecurityContext#URL" TargetMode="External"/><Relationship Id="rId4" Type="http://schemas.openxmlformats.org/officeDocument/2006/relationships/diagramQuickStyle" Target="../diagrams/quickStyle19.xml"/><Relationship Id="rId9" Type="http://schemas.openxmlformats.org/officeDocument/2006/relationships/hyperlink" Target="https://angular.io/api/router/ActivatedRout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/>
          <p:nvPr/>
        </p:nvGrpSpPr>
        <p:grpSpPr>
          <a:xfrm>
            <a:off x="858370" y="214312"/>
            <a:ext cx="10287000" cy="6429375"/>
            <a:chOff x="858370" y="214312"/>
            <a:chExt cx="10287000" cy="6429375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8370" y="214312"/>
              <a:ext cx="10287000" cy="6429375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1425388" y="1828800"/>
              <a:ext cx="1801906" cy="578224"/>
            </a:xfrm>
            <a:prstGeom prst="rect">
              <a:avLst/>
            </a:prstGeom>
            <a:solidFill>
              <a:srgbClr val="597A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t="9269" b="14496"/>
          <a:stretch/>
        </p:blipFill>
        <p:spPr>
          <a:xfrm>
            <a:off x="2099701" y="625288"/>
            <a:ext cx="1914525" cy="1815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403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Angular 7 Forms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3980972"/>
              </p:ext>
            </p:extLst>
          </p:nvPr>
        </p:nvGraphicFramePr>
        <p:xfrm>
          <a:off x="739588" y="2011679"/>
          <a:ext cx="10878671" cy="44832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0062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Reactive Forms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6589375"/>
              </p:ext>
            </p:extLst>
          </p:nvPr>
        </p:nvGraphicFramePr>
        <p:xfrm>
          <a:off x="1202919" y="2011680"/>
          <a:ext cx="97840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858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Template-driven Forms</a:t>
            </a:r>
            <a:br>
              <a:rPr lang="en-IN" b="1" dirty="0"/>
            </a:br>
            <a:endParaRPr lang="en-IN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3164448"/>
              </p:ext>
            </p:extLst>
          </p:nvPr>
        </p:nvGraphicFramePr>
        <p:xfrm>
          <a:off x="645460" y="1792936"/>
          <a:ext cx="10986246" cy="44249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8556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/>
              <a:t>Reactive </a:t>
            </a:r>
            <a:r>
              <a:rPr lang="en-IN" sz="3600" b="1" dirty="0" smtClean="0"/>
              <a:t>Forms  </a:t>
            </a:r>
            <a:r>
              <a:rPr lang="en-IN" sz="3600" b="1" dirty="0"/>
              <a:t>vs. </a:t>
            </a:r>
            <a:r>
              <a:rPr lang="en-IN" sz="3600" b="1" dirty="0" smtClean="0"/>
              <a:t/>
            </a:r>
            <a:br>
              <a:rPr lang="en-IN" sz="3600" b="1" dirty="0" smtClean="0"/>
            </a:br>
            <a:r>
              <a:rPr lang="en-IN" sz="3600" b="1" dirty="0" smtClean="0"/>
              <a:t>Template-driven </a:t>
            </a:r>
            <a:r>
              <a:rPr lang="en-IN" sz="3600" b="1" dirty="0"/>
              <a:t>Forms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1680506"/>
              </p:ext>
            </p:extLst>
          </p:nvPr>
        </p:nvGraphicFramePr>
        <p:xfrm>
          <a:off x="874060" y="2034540"/>
          <a:ext cx="10394574" cy="3611880"/>
        </p:xfrm>
        <a:graphic>
          <a:graphicData uri="http://schemas.openxmlformats.org/drawingml/2006/table">
            <a:tbl>
              <a:tblPr/>
              <a:tblGrid>
                <a:gridCol w="3464858"/>
                <a:gridCol w="3464858"/>
                <a:gridCol w="3464858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Comparison Index</a:t>
                      </a:r>
                    </a:p>
                  </a:txBody>
                  <a:tcPr marL="114300" marR="114300" marT="114300" marB="114300">
                    <a:lnL w="9525" cap="flat" cmpd="sng" algn="ctr">
                      <a:solidFill>
                        <a:srgbClr val="A80A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0A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0A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Reactive Forms</a:t>
                      </a:r>
                    </a:p>
                  </a:txBody>
                  <a:tcPr marL="114300" marR="114300" marT="114300" marB="114300">
                    <a:lnL w="9525" cap="flat" cmpd="sng" algn="ctr">
                      <a:solidFill>
                        <a:srgbClr val="A80A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0A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0A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Template-driven Forms</a:t>
                      </a:r>
                    </a:p>
                  </a:txBody>
                  <a:tcPr marL="114300" marR="114300" marT="114300" marB="114300">
                    <a:lnL w="9525" cap="flat" cmpd="sng" algn="ctr">
                      <a:solidFill>
                        <a:srgbClr val="A80A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0A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0A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Setup (form model)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Reactive forms are more explicit. They are created in component class.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Template-driven forms are less explicit. They are created by directives.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Data model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Structured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Unstructured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Predictability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Synchronous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Asynchronous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Form validation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Functions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Directives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Mutability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Immutable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Mutable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Scalability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Low-level API access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Abstraction on top of APIs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9905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Similarity between Reactive Forms and Template-driven Forms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0750105"/>
              </p:ext>
            </p:extLst>
          </p:nvPr>
        </p:nvGraphicFramePr>
        <p:xfrm>
          <a:off x="685800" y="2011680"/>
          <a:ext cx="10771094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2437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template-driven forms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7970569"/>
              </p:ext>
            </p:extLst>
          </p:nvPr>
        </p:nvGraphicFramePr>
        <p:xfrm>
          <a:off x="618565" y="2011679"/>
          <a:ext cx="10744200" cy="46042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7962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Reactive forms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002722"/>
              </p:ext>
            </p:extLst>
          </p:nvPr>
        </p:nvGraphicFramePr>
        <p:xfrm>
          <a:off x="1202919" y="2011680"/>
          <a:ext cx="97840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9616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Overview of reactive forms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0421471"/>
              </p:ext>
            </p:extLst>
          </p:nvPr>
        </p:nvGraphicFramePr>
        <p:xfrm>
          <a:off x="645459" y="2011680"/>
          <a:ext cx="10919012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1356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Adding a basic form control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2192289"/>
              </p:ext>
            </p:extLst>
          </p:nvPr>
        </p:nvGraphicFramePr>
        <p:xfrm>
          <a:off x="732271" y="2038574"/>
          <a:ext cx="10980117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9976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Register the reactive forms module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1359070"/>
              </p:ext>
            </p:extLst>
          </p:nvPr>
        </p:nvGraphicFramePr>
        <p:xfrm>
          <a:off x="1202919" y="2011680"/>
          <a:ext cx="9784080" cy="10408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2630100" y="3545559"/>
            <a:ext cx="6096000" cy="230832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IN" dirty="0">
                <a:solidFill>
                  <a:srgbClr val="0000FF"/>
                </a:solidFill>
                <a:latin typeface="Droid Sans Mono"/>
              </a:rPr>
              <a:t>import</a:t>
            </a:r>
            <a:r>
              <a:rPr lang="en-IN" dirty="0">
                <a:solidFill>
                  <a:srgbClr val="000000"/>
                </a:solidFill>
                <a:latin typeface="Droid Sans Mono"/>
              </a:rPr>
              <a:t> </a:t>
            </a:r>
            <a:r>
              <a:rPr lang="en-IN" dirty="0">
                <a:solidFill>
                  <a:srgbClr val="666600"/>
                </a:solidFill>
                <a:latin typeface="Droid Sans Mono"/>
              </a:rPr>
              <a:t>{</a:t>
            </a:r>
            <a:r>
              <a:rPr lang="en-IN" dirty="0">
                <a:solidFill>
                  <a:srgbClr val="000000"/>
                </a:solidFill>
                <a:latin typeface="Droid Sans Mono"/>
              </a:rPr>
              <a:t> </a:t>
            </a:r>
            <a:r>
              <a:rPr lang="en-IN" dirty="0" err="1">
                <a:solidFill>
                  <a:srgbClr val="FF0000"/>
                </a:solidFill>
                <a:latin typeface="Droid Sans Mono"/>
                <a:hlinkClick r:id="rId7"/>
              </a:rPr>
              <a:t>ReactiveFormsModule</a:t>
            </a:r>
            <a:r>
              <a:rPr lang="en-IN" dirty="0">
                <a:solidFill>
                  <a:srgbClr val="000000"/>
                </a:solidFill>
                <a:latin typeface="Droid Sans Mono"/>
              </a:rPr>
              <a:t> </a:t>
            </a:r>
            <a:r>
              <a:rPr lang="en-IN" dirty="0">
                <a:solidFill>
                  <a:srgbClr val="666600"/>
                </a:solidFill>
                <a:latin typeface="Droid Sans Mono"/>
              </a:rPr>
              <a:t>}</a:t>
            </a:r>
            <a:r>
              <a:rPr lang="en-IN" dirty="0">
                <a:solidFill>
                  <a:srgbClr val="000000"/>
                </a:solidFill>
                <a:latin typeface="Droid Sans Mono"/>
              </a:rPr>
              <a:t> </a:t>
            </a:r>
            <a:r>
              <a:rPr lang="en-IN" dirty="0">
                <a:solidFill>
                  <a:srgbClr val="0000FF"/>
                </a:solidFill>
                <a:latin typeface="Droid Sans Mono"/>
              </a:rPr>
              <a:t>from</a:t>
            </a:r>
            <a:r>
              <a:rPr lang="en-IN" dirty="0">
                <a:solidFill>
                  <a:srgbClr val="000000"/>
                </a:solidFill>
                <a:latin typeface="Droid Sans Mono"/>
              </a:rPr>
              <a:t> </a:t>
            </a:r>
            <a:r>
              <a:rPr lang="en-IN" dirty="0">
                <a:solidFill>
                  <a:srgbClr val="880000"/>
                </a:solidFill>
                <a:latin typeface="Droid Sans Mono"/>
              </a:rPr>
              <a:t>'@angular/forms</a:t>
            </a:r>
            <a:r>
              <a:rPr lang="en-IN" dirty="0" smtClean="0">
                <a:solidFill>
                  <a:srgbClr val="880000"/>
                </a:solidFill>
                <a:latin typeface="Droid Sans Mono"/>
              </a:rPr>
              <a:t>'</a:t>
            </a:r>
            <a:r>
              <a:rPr lang="en-IN" dirty="0" smtClean="0">
                <a:solidFill>
                  <a:srgbClr val="666600"/>
                </a:solidFill>
                <a:latin typeface="Droid Sans Mono"/>
              </a:rPr>
              <a:t>;</a:t>
            </a:r>
          </a:p>
          <a:p>
            <a:endParaRPr lang="en-IN" dirty="0">
              <a:solidFill>
                <a:srgbClr val="666600"/>
              </a:solidFill>
              <a:latin typeface="Droid Sans Mono"/>
            </a:endParaRPr>
          </a:p>
          <a:p>
            <a:endParaRPr lang="en-IN" dirty="0" smtClean="0">
              <a:solidFill>
                <a:srgbClr val="666600"/>
              </a:solidFill>
              <a:latin typeface="Droid Sans Mono"/>
            </a:endParaRPr>
          </a:p>
          <a:p>
            <a:r>
              <a:rPr lang="en-IN" dirty="0" smtClean="0">
                <a:solidFill>
                  <a:srgbClr val="000000"/>
                </a:solidFill>
                <a:latin typeface="Droid Sans Mono"/>
              </a:rPr>
              <a:t> </a:t>
            </a:r>
            <a:r>
              <a:rPr lang="en-IN" dirty="0">
                <a:solidFill>
                  <a:srgbClr val="0088CC"/>
                </a:solidFill>
                <a:latin typeface="Droid Sans Mono"/>
              </a:rPr>
              <a:t>@</a:t>
            </a:r>
            <a:r>
              <a:rPr lang="en-IN" dirty="0" err="1">
                <a:solidFill>
                  <a:srgbClr val="0088CC"/>
                </a:solidFill>
                <a:latin typeface="Droid Sans Mono"/>
                <a:hlinkClick r:id="rId8"/>
              </a:rPr>
              <a:t>NgModule</a:t>
            </a:r>
            <a:r>
              <a:rPr lang="en-IN" dirty="0">
                <a:solidFill>
                  <a:srgbClr val="666600"/>
                </a:solidFill>
                <a:latin typeface="Droid Sans Mono"/>
              </a:rPr>
              <a:t>({</a:t>
            </a:r>
            <a:r>
              <a:rPr lang="en-IN" dirty="0">
                <a:solidFill>
                  <a:srgbClr val="000000"/>
                </a:solidFill>
                <a:latin typeface="Droid Sans Mono"/>
              </a:rPr>
              <a:t> imports</a:t>
            </a:r>
            <a:r>
              <a:rPr lang="en-IN" dirty="0">
                <a:solidFill>
                  <a:srgbClr val="666600"/>
                </a:solidFill>
                <a:latin typeface="Droid Sans Mono"/>
              </a:rPr>
              <a:t>:</a:t>
            </a:r>
            <a:r>
              <a:rPr lang="en-IN" dirty="0">
                <a:solidFill>
                  <a:srgbClr val="000000"/>
                </a:solidFill>
                <a:latin typeface="Droid Sans Mono"/>
              </a:rPr>
              <a:t> </a:t>
            </a:r>
            <a:r>
              <a:rPr lang="en-IN" dirty="0">
                <a:solidFill>
                  <a:srgbClr val="666600"/>
                </a:solidFill>
                <a:latin typeface="Droid Sans Mono"/>
              </a:rPr>
              <a:t>[</a:t>
            </a:r>
            <a:r>
              <a:rPr lang="en-IN" dirty="0">
                <a:solidFill>
                  <a:srgbClr val="000000"/>
                </a:solidFill>
                <a:latin typeface="Droid Sans Mono"/>
              </a:rPr>
              <a:t> </a:t>
            </a:r>
            <a:r>
              <a:rPr lang="en-IN" dirty="0">
                <a:solidFill>
                  <a:srgbClr val="006600"/>
                </a:solidFill>
                <a:latin typeface="Droid Sans Mono"/>
              </a:rPr>
              <a:t>// other imports ...</a:t>
            </a:r>
            <a:r>
              <a:rPr lang="en-IN" dirty="0">
                <a:solidFill>
                  <a:srgbClr val="000000"/>
                </a:solidFill>
                <a:latin typeface="Droid Sans Mono"/>
              </a:rPr>
              <a:t> </a:t>
            </a:r>
            <a:r>
              <a:rPr lang="en-IN" dirty="0" err="1">
                <a:solidFill>
                  <a:srgbClr val="FF0000"/>
                </a:solidFill>
                <a:latin typeface="Droid Sans Mono"/>
                <a:hlinkClick r:id="rId7"/>
              </a:rPr>
              <a:t>ReactiveFormsModule</a:t>
            </a:r>
            <a:r>
              <a:rPr lang="en-IN" dirty="0">
                <a:solidFill>
                  <a:srgbClr val="000000"/>
                </a:solidFill>
                <a:latin typeface="Droid Sans Mono"/>
              </a:rPr>
              <a:t> </a:t>
            </a:r>
            <a:r>
              <a:rPr lang="en-IN" dirty="0" smtClean="0">
                <a:solidFill>
                  <a:srgbClr val="666600"/>
                </a:solidFill>
                <a:latin typeface="Droid Sans Mono"/>
              </a:rPr>
              <a:t>],</a:t>
            </a:r>
          </a:p>
          <a:p>
            <a:r>
              <a:rPr lang="en-IN" dirty="0" smtClean="0">
                <a:solidFill>
                  <a:srgbClr val="000000"/>
                </a:solidFill>
                <a:latin typeface="Droid Sans Mono"/>
              </a:rPr>
              <a:t> </a:t>
            </a:r>
            <a:r>
              <a:rPr lang="en-IN" dirty="0">
                <a:solidFill>
                  <a:srgbClr val="666600"/>
                </a:solidFill>
                <a:latin typeface="Droid Sans Mono"/>
              </a:rPr>
              <a:t>})</a:t>
            </a:r>
            <a:r>
              <a:rPr lang="en-IN" dirty="0">
                <a:solidFill>
                  <a:srgbClr val="000000"/>
                </a:solidFill>
                <a:latin typeface="Droid Sans Mono"/>
              </a:rPr>
              <a:t> </a:t>
            </a:r>
            <a:endParaRPr lang="en-IN" dirty="0" smtClean="0">
              <a:solidFill>
                <a:srgbClr val="000000"/>
              </a:solidFill>
              <a:latin typeface="Droid Sans Mono"/>
            </a:endParaRPr>
          </a:p>
          <a:p>
            <a:endParaRPr lang="en-IN" dirty="0">
              <a:solidFill>
                <a:srgbClr val="000000"/>
              </a:solidFill>
              <a:latin typeface="Droid Sans Mono"/>
            </a:endParaRPr>
          </a:p>
          <a:p>
            <a:r>
              <a:rPr lang="en-IN" dirty="0" smtClean="0">
                <a:solidFill>
                  <a:srgbClr val="0000FF"/>
                </a:solidFill>
                <a:latin typeface="Droid Sans Mono"/>
              </a:rPr>
              <a:t>export</a:t>
            </a:r>
            <a:r>
              <a:rPr lang="en-IN" dirty="0" smtClean="0">
                <a:solidFill>
                  <a:srgbClr val="000000"/>
                </a:solidFill>
                <a:latin typeface="Droid Sans Mono"/>
              </a:rPr>
              <a:t> </a:t>
            </a:r>
            <a:r>
              <a:rPr lang="en-IN" dirty="0">
                <a:solidFill>
                  <a:srgbClr val="0000FF"/>
                </a:solidFill>
                <a:latin typeface="Droid Sans Mono"/>
              </a:rPr>
              <a:t>class</a:t>
            </a:r>
            <a:r>
              <a:rPr lang="en-IN" dirty="0">
                <a:solidFill>
                  <a:srgbClr val="000000"/>
                </a:solidFill>
                <a:latin typeface="Droid Sans Mono"/>
              </a:rPr>
              <a:t> </a:t>
            </a:r>
            <a:r>
              <a:rPr lang="en-IN" dirty="0" err="1">
                <a:solidFill>
                  <a:srgbClr val="FF0000"/>
                </a:solidFill>
                <a:latin typeface="Droid Sans Mono"/>
              </a:rPr>
              <a:t>AppModule</a:t>
            </a:r>
            <a:r>
              <a:rPr lang="en-IN" dirty="0">
                <a:solidFill>
                  <a:srgbClr val="000000"/>
                </a:solidFill>
                <a:latin typeface="Droid Sans Mono"/>
              </a:rPr>
              <a:t> </a:t>
            </a:r>
            <a:r>
              <a:rPr lang="en-IN" dirty="0">
                <a:solidFill>
                  <a:srgbClr val="666600"/>
                </a:solidFill>
                <a:latin typeface="Droid Sans Mono"/>
              </a:rPr>
              <a:t>{</a:t>
            </a:r>
            <a:r>
              <a:rPr lang="en-IN" dirty="0">
                <a:solidFill>
                  <a:srgbClr val="000000"/>
                </a:solidFill>
                <a:latin typeface="Droid Sans Mono"/>
              </a:rPr>
              <a:t> </a:t>
            </a:r>
            <a:r>
              <a:rPr lang="en-IN" dirty="0">
                <a:solidFill>
                  <a:srgbClr val="666600"/>
                </a:solidFill>
                <a:latin typeface="Droid Sans Mono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7210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Generating and importing a new form control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11680"/>
            <a:ext cx="11255187" cy="2479638"/>
          </a:xfrm>
        </p:spPr>
        <p:txBody>
          <a:bodyPr/>
          <a:lstStyle/>
          <a:p>
            <a:r>
              <a:rPr lang="en-IN" dirty="0"/>
              <a:t>The </a:t>
            </a:r>
            <a:r>
              <a:rPr lang="en-IN" dirty="0" err="1"/>
              <a:t>FormControl</a:t>
            </a:r>
            <a:r>
              <a:rPr lang="en-IN" dirty="0"/>
              <a:t> class is the basic building block when using reactive forms. </a:t>
            </a:r>
            <a:endParaRPr lang="en-IN" dirty="0" smtClean="0"/>
          </a:p>
          <a:p>
            <a:r>
              <a:rPr lang="en-IN" dirty="0" smtClean="0"/>
              <a:t>To </a:t>
            </a:r>
            <a:r>
              <a:rPr lang="en-IN" dirty="0"/>
              <a:t>register a single form control, import the </a:t>
            </a:r>
            <a:r>
              <a:rPr lang="en-IN" dirty="0" err="1"/>
              <a:t>FormControl</a:t>
            </a:r>
            <a:r>
              <a:rPr lang="en-IN" dirty="0"/>
              <a:t> class into your component and create a new instance of the form control to save as a class property.</a:t>
            </a:r>
          </a:p>
          <a:p>
            <a:r>
              <a:rPr lang="en-IN" dirty="0" smtClean="0"/>
              <a:t>Use </a:t>
            </a:r>
            <a:r>
              <a:rPr lang="en-IN" dirty="0"/>
              <a:t>the constructor of </a:t>
            </a:r>
            <a:r>
              <a:rPr lang="en-IN" dirty="0" err="1"/>
              <a:t>FormControl</a:t>
            </a:r>
            <a:r>
              <a:rPr lang="en-IN" dirty="0"/>
              <a:t> to set its initial value, which in this case is an empty string. </a:t>
            </a:r>
            <a:endParaRPr lang="en-IN" dirty="0" smtClean="0"/>
          </a:p>
          <a:p>
            <a:r>
              <a:rPr lang="en-IN" dirty="0" smtClean="0"/>
              <a:t>By </a:t>
            </a:r>
            <a:r>
              <a:rPr lang="en-IN" dirty="0"/>
              <a:t>creating these controls in your component class, you get immediate access to listen for, update, and validate the state of the form input.</a:t>
            </a:r>
          </a:p>
        </p:txBody>
      </p:sp>
      <p:sp>
        <p:nvSpPr>
          <p:cNvPr id="4" name="Rectangle 3"/>
          <p:cNvSpPr/>
          <p:nvPr/>
        </p:nvSpPr>
        <p:spPr>
          <a:xfrm>
            <a:off x="2644515" y="4710062"/>
            <a:ext cx="4804520" cy="14773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IN" b="1" dirty="0"/>
              <a:t>import { </a:t>
            </a:r>
            <a:r>
              <a:rPr lang="en-IN" b="1" dirty="0" err="1"/>
              <a:t>FormControl</a:t>
            </a:r>
            <a:r>
              <a:rPr lang="en-IN" b="1" dirty="0"/>
              <a:t> } from '@angular/forms</a:t>
            </a:r>
            <a:r>
              <a:rPr lang="en-IN" b="1" dirty="0" smtClean="0"/>
              <a:t>';</a:t>
            </a:r>
          </a:p>
          <a:p>
            <a:endParaRPr lang="en-IN" b="1" dirty="0"/>
          </a:p>
          <a:p>
            <a:r>
              <a:rPr lang="en-IN" b="1" dirty="0"/>
              <a:t>export class </a:t>
            </a:r>
            <a:r>
              <a:rPr lang="en-IN" b="1" dirty="0" err="1"/>
              <a:t>NameEditorComponent</a:t>
            </a:r>
            <a:r>
              <a:rPr lang="en-IN" b="1" dirty="0"/>
              <a:t> </a:t>
            </a:r>
            <a:r>
              <a:rPr lang="en-IN" b="1" dirty="0" smtClean="0"/>
              <a:t>{</a:t>
            </a:r>
          </a:p>
          <a:p>
            <a:endParaRPr lang="en-IN" b="1" dirty="0"/>
          </a:p>
          <a:p>
            <a:r>
              <a:rPr lang="en-IN" b="1" dirty="0" smtClean="0"/>
              <a:t> </a:t>
            </a:r>
            <a:r>
              <a:rPr lang="en-IN" b="1" dirty="0"/>
              <a:t>name = new </a:t>
            </a:r>
            <a:r>
              <a:rPr lang="en-IN" b="1" dirty="0" err="1"/>
              <a:t>FormControl</a:t>
            </a:r>
            <a:r>
              <a:rPr lang="en-IN" b="1" dirty="0"/>
              <a:t>(''); }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90110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register the control in the template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4424623"/>
              </p:ext>
            </p:extLst>
          </p:nvPr>
        </p:nvGraphicFramePr>
        <p:xfrm>
          <a:off x="524436" y="2011679"/>
          <a:ext cx="11161058" cy="30847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2106705" y="5370331"/>
            <a:ext cx="7481047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0000"/>
                </a:solidFill>
                <a:latin typeface="verdana" panose="020B0604030504040204" pitchFamily="34" charset="0"/>
              </a:rPr>
              <a:t>&lt;label&gt;  </a:t>
            </a:r>
          </a:p>
          <a:p>
            <a:r>
              <a:rPr lang="en-IN" b="1" dirty="0">
                <a:solidFill>
                  <a:srgbClr val="000000"/>
                </a:solidFill>
                <a:latin typeface="verdana" panose="020B0604030504040204" pitchFamily="34" charset="0"/>
              </a:rPr>
              <a:t>  Name:  </a:t>
            </a:r>
          </a:p>
          <a:p>
            <a:r>
              <a:rPr lang="en-IN" b="1" dirty="0">
                <a:solidFill>
                  <a:srgbClr val="000000"/>
                </a:solidFill>
                <a:latin typeface="verdana" panose="020B0604030504040204" pitchFamily="34" charset="0"/>
              </a:rPr>
              <a:t>  &lt;input type=</a:t>
            </a:r>
            <a:r>
              <a:rPr lang="en-IN" b="1" dirty="0">
                <a:solidFill>
                  <a:srgbClr val="0000FF"/>
                </a:solidFill>
                <a:latin typeface="verdana" panose="020B0604030504040204" pitchFamily="34" charset="0"/>
              </a:rPr>
              <a:t>"text"</a:t>
            </a:r>
            <a:r>
              <a:rPr lang="en-IN" b="1" dirty="0">
                <a:solidFill>
                  <a:srgbClr val="000000"/>
                </a:solidFill>
                <a:latin typeface="verdana" panose="020B0604030504040204" pitchFamily="34" charset="0"/>
              </a:rPr>
              <a:t> [</a:t>
            </a:r>
            <a:r>
              <a:rPr lang="en-IN" b="1" dirty="0" err="1">
                <a:solidFill>
                  <a:srgbClr val="000000"/>
                </a:solidFill>
                <a:latin typeface="verdana" panose="020B0604030504040204" pitchFamily="34" charset="0"/>
              </a:rPr>
              <a:t>formControl</a:t>
            </a:r>
            <a:r>
              <a:rPr lang="en-IN" b="1" dirty="0">
                <a:solidFill>
                  <a:srgbClr val="000000"/>
                </a:solidFill>
                <a:latin typeface="verdana" panose="020B0604030504040204" pitchFamily="34" charset="0"/>
              </a:rPr>
              <a:t>]=</a:t>
            </a:r>
            <a:r>
              <a:rPr lang="en-IN" b="1" dirty="0">
                <a:solidFill>
                  <a:srgbClr val="0000FF"/>
                </a:solidFill>
                <a:latin typeface="verdana" panose="020B0604030504040204" pitchFamily="34" charset="0"/>
              </a:rPr>
              <a:t>"name"</a:t>
            </a:r>
            <a:r>
              <a:rPr lang="en-IN" b="1" dirty="0">
                <a:solidFill>
                  <a:srgbClr val="000000"/>
                </a:solidFill>
                <a:latin typeface="verdana" panose="020B0604030504040204" pitchFamily="34" charset="0"/>
              </a:rPr>
              <a:t>&gt;  </a:t>
            </a:r>
          </a:p>
          <a:p>
            <a:r>
              <a:rPr lang="en-IN" b="1" dirty="0">
                <a:solidFill>
                  <a:srgbClr val="000000"/>
                </a:solidFill>
                <a:latin typeface="verdana" panose="020B0604030504040204" pitchFamily="34" charset="0"/>
              </a:rPr>
              <a:t>&lt;/label&gt;  </a:t>
            </a:r>
            <a:endParaRPr lang="en-IN" b="1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861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Displaying the component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8422018"/>
              </p:ext>
            </p:extLst>
          </p:nvPr>
        </p:nvGraphicFramePr>
        <p:xfrm>
          <a:off x="739588" y="2011680"/>
          <a:ext cx="10703859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80492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Managing control values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8782932"/>
              </p:ext>
            </p:extLst>
          </p:nvPr>
        </p:nvGraphicFramePr>
        <p:xfrm>
          <a:off x="510988" y="2011680"/>
          <a:ext cx="10986247" cy="28561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3143754" y="5906852"/>
            <a:ext cx="4237057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&lt;</a:t>
            </a:r>
            <a:r>
              <a:rPr lang="en-IN" dirty="0">
                <a:solidFill>
                  <a:srgbClr val="C92C2C"/>
                </a:solidFill>
                <a:latin typeface="Consolas" panose="020B0609020204030204" pitchFamily="49" charset="0"/>
              </a:rPr>
              <a:t>p</a:t>
            </a:r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&gt;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Value: {{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name.value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}} </a:t>
            </a:r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&lt;/</a:t>
            </a:r>
            <a:r>
              <a:rPr lang="en-IN" dirty="0">
                <a:solidFill>
                  <a:srgbClr val="C92C2C"/>
                </a:solidFill>
                <a:latin typeface="Consolas" panose="020B0609020204030204" pitchFamily="49" charset="0"/>
              </a:rPr>
              <a:t>p</a:t>
            </a:r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952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Generating form controls with </a:t>
            </a:r>
            <a:r>
              <a:rPr lang="en-IN" b="1" dirty="0" err="1"/>
              <a:t>FormBuilder</a:t>
            </a:r>
            <a:endParaRPr lang="en-IN" b="1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8633124"/>
              </p:ext>
            </p:extLst>
          </p:nvPr>
        </p:nvGraphicFramePr>
        <p:xfrm>
          <a:off x="672352" y="2011679"/>
          <a:ext cx="11066929" cy="38915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2744782" y="6095111"/>
            <a:ext cx="5250155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IN" dirty="0">
                <a:solidFill>
                  <a:srgbClr val="1990B8"/>
                </a:solidFill>
                <a:latin typeface="Consolas" panose="020B0609020204030204" pitchFamily="49" charset="0"/>
              </a:rPr>
              <a:t>constructor</a:t>
            </a:r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1990B8"/>
                </a:solidFill>
                <a:latin typeface="Consolas" panose="020B0609020204030204" pitchFamily="49" charset="0"/>
              </a:rPr>
              <a:t>private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fb</a:t>
            </a:r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FormBuilder</a:t>
            </a:r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)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{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5203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Generating form controls with </a:t>
            </a:r>
            <a:r>
              <a:rPr lang="en-IN" b="1" dirty="0" err="1"/>
              <a:t>FormBuilder</a:t>
            </a:r>
            <a:endParaRPr lang="en-IN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7877191"/>
              </p:ext>
            </p:extLst>
          </p:nvPr>
        </p:nvGraphicFramePr>
        <p:xfrm>
          <a:off x="433747" y="2082505"/>
          <a:ext cx="11322423" cy="19014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2469777" y="4293202"/>
            <a:ext cx="6096000" cy="230832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IN" dirty="0">
                <a:solidFill>
                  <a:srgbClr val="1990B8"/>
                </a:solidFill>
                <a:latin typeface="Consolas" panose="020B0609020204030204" pitchFamily="49" charset="0"/>
              </a:rPr>
              <a:t>export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1990B8"/>
                </a:solidFill>
                <a:latin typeface="Consolas" panose="020B0609020204030204" pitchFamily="49" charset="0"/>
              </a:rPr>
              <a:t>class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1990B8"/>
                </a:solidFill>
                <a:latin typeface="Consolas" panose="020B0609020204030204" pitchFamily="49" charset="0"/>
              </a:rPr>
              <a:t>ProfileEditorComponent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{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profileForm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A67F59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1990B8"/>
                </a:solidFill>
                <a:latin typeface="Consolas" panose="020B0609020204030204" pitchFamily="49" charset="0"/>
              </a:rPr>
              <a:t>this</a:t>
            </a:r>
            <a:r>
              <a:rPr lang="en-IN" dirty="0" err="1">
                <a:solidFill>
                  <a:srgbClr val="5F636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fb</a:t>
            </a:r>
            <a:r>
              <a:rPr lang="en-IN" dirty="0" err="1">
                <a:solidFill>
                  <a:srgbClr val="5F636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2F9C0A"/>
                </a:solidFill>
                <a:latin typeface="Consolas" panose="020B0609020204030204" pitchFamily="49" charset="0"/>
              </a:rPr>
              <a:t>group</a:t>
            </a:r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({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en-IN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[</a:t>
            </a:r>
            <a:r>
              <a:rPr lang="en-IN" dirty="0">
                <a:solidFill>
                  <a:srgbClr val="2F9C0A"/>
                </a:solidFill>
                <a:latin typeface="Consolas" panose="020B0609020204030204" pitchFamily="49" charset="0"/>
              </a:rPr>
              <a:t>''</a:t>
            </a:r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],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en-IN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[</a:t>
            </a:r>
            <a:r>
              <a:rPr lang="en-IN" dirty="0">
                <a:solidFill>
                  <a:srgbClr val="2F9C0A"/>
                </a:solidFill>
                <a:latin typeface="Consolas" panose="020B0609020204030204" pitchFamily="49" charset="0"/>
              </a:rPr>
              <a:t>''</a:t>
            </a:r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],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en-IN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address</a:t>
            </a:r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1990B8"/>
                </a:solidFill>
                <a:latin typeface="Consolas" panose="020B0609020204030204" pitchFamily="49" charset="0"/>
              </a:rPr>
              <a:t>this</a:t>
            </a:r>
            <a:r>
              <a:rPr lang="en-IN" dirty="0" err="1">
                <a:solidFill>
                  <a:srgbClr val="5F636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fb</a:t>
            </a:r>
            <a:r>
              <a:rPr lang="en-IN" dirty="0" err="1">
                <a:solidFill>
                  <a:srgbClr val="5F636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2F9C0A"/>
                </a:solidFill>
                <a:latin typeface="Consolas" panose="020B0609020204030204" pitchFamily="49" charset="0"/>
              </a:rPr>
              <a:t>group</a:t>
            </a:r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({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street</a:t>
            </a:r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[</a:t>
            </a:r>
            <a:r>
              <a:rPr lang="en-IN" dirty="0">
                <a:solidFill>
                  <a:srgbClr val="2F9C0A"/>
                </a:solidFill>
                <a:latin typeface="Consolas" panose="020B0609020204030204" pitchFamily="49" charset="0"/>
              </a:rPr>
              <a:t>''</a:t>
            </a:r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],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en-IN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city</a:t>
            </a:r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[</a:t>
            </a:r>
            <a:r>
              <a:rPr lang="en-IN" dirty="0">
                <a:solidFill>
                  <a:srgbClr val="2F9C0A"/>
                </a:solidFill>
                <a:latin typeface="Consolas" panose="020B0609020204030204" pitchFamily="49" charset="0"/>
              </a:rPr>
              <a:t>''</a:t>
            </a:r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],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state</a:t>
            </a:r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[</a:t>
            </a:r>
            <a:r>
              <a:rPr lang="en-IN" dirty="0">
                <a:solidFill>
                  <a:srgbClr val="2F9C0A"/>
                </a:solidFill>
                <a:latin typeface="Consolas" panose="020B0609020204030204" pitchFamily="49" charset="0"/>
              </a:rPr>
              <a:t>''</a:t>
            </a:r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],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zip</a:t>
            </a:r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[</a:t>
            </a:r>
            <a:r>
              <a:rPr lang="en-IN" dirty="0">
                <a:solidFill>
                  <a:srgbClr val="2F9C0A"/>
                </a:solidFill>
                <a:latin typeface="Consolas" panose="020B0609020204030204" pitchFamily="49" charset="0"/>
              </a:rPr>
              <a:t>''</a:t>
            </a:r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]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}),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smtClean="0">
                <a:solidFill>
                  <a:srgbClr val="5F6364"/>
                </a:solidFill>
                <a:latin typeface="Consolas" panose="020B0609020204030204" pitchFamily="49" charset="0"/>
              </a:rPr>
              <a:t>});</a:t>
            </a:r>
          </a:p>
          <a:p>
            <a:endParaRPr lang="en-IN" dirty="0">
              <a:solidFill>
                <a:srgbClr val="5F6364"/>
              </a:solidFill>
              <a:latin typeface="Consolas" panose="020B0609020204030204" pitchFamily="49" charset="0"/>
            </a:endParaRPr>
          </a:p>
          <a:p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1990B8"/>
                </a:solidFill>
                <a:latin typeface="Consolas" panose="020B0609020204030204" pitchFamily="49" charset="0"/>
              </a:rPr>
              <a:t>constructor</a:t>
            </a:r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1990B8"/>
                </a:solidFill>
                <a:latin typeface="Consolas" panose="020B0609020204030204" pitchFamily="49" charset="0"/>
              </a:rPr>
              <a:t>private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fb</a:t>
            </a:r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FormBuilder</a:t>
            </a:r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)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{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}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5F6364"/>
                </a:solidFill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3755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Validators in reactive forms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012" y="2011680"/>
            <a:ext cx="10354987" cy="597049"/>
          </a:xfrm>
        </p:spPr>
        <p:txBody>
          <a:bodyPr/>
          <a:lstStyle/>
          <a:p>
            <a:r>
              <a:rPr lang="en-IN" dirty="0"/>
              <a:t>import { </a:t>
            </a:r>
            <a:r>
              <a:rPr lang="en-IN" dirty="0" err="1"/>
              <a:t>FormBuilder</a:t>
            </a:r>
            <a:r>
              <a:rPr lang="en-IN" dirty="0"/>
              <a:t>, </a:t>
            </a:r>
            <a:r>
              <a:rPr lang="en-IN" dirty="0" err="1"/>
              <a:t>FormGroup</a:t>
            </a:r>
            <a:r>
              <a:rPr lang="en-IN" dirty="0"/>
              <a:t>, Validators } from '@angular/forms';</a:t>
            </a: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834093" y="2608729"/>
            <a:ext cx="9950824" cy="3693319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ngOnInit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() {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this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registerForm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this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formBuilder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group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({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     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fname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[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''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,[ 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Validators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required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Validators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pattern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'^[a-</a:t>
            </a:r>
            <a:r>
              <a:rPr lang="en-IN" dirty="0" err="1">
                <a:solidFill>
                  <a:srgbClr val="CE9178"/>
                </a:solidFill>
                <a:latin typeface="Consolas" panose="020B0609020204030204" pitchFamily="49" charset="0"/>
              </a:rPr>
              <a:t>zA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-Z]+$'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)]],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     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lname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[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''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,[ 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Validators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required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Validators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pattern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'^[a-</a:t>
            </a:r>
            <a:r>
              <a:rPr lang="en-IN" dirty="0" err="1">
                <a:solidFill>
                  <a:srgbClr val="CE9178"/>
                </a:solidFill>
                <a:latin typeface="Consolas" panose="020B0609020204030204" pitchFamily="49" charset="0"/>
              </a:rPr>
              <a:t>zA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-Z]+$'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)]],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     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email: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[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''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, [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Validators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required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Validators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email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]],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     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password: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[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''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, [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Validators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required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Validators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minLength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B5CEA8"/>
                </a:solidFill>
                <a:latin typeface="Consolas" panose="020B0609020204030204" pitchFamily="49" charset="0"/>
              </a:rPr>
              <a:t>6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)]],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     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dob: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[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''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, [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Validators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required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]],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     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phoneNo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 [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''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, [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Validators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required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]],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     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street: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 [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''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, [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Validators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required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]],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     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city: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 [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''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, [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Validators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required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]],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     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pincode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 [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''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, [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Validators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required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]],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 });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 }</a:t>
            </a:r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90554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Reactive forms template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4770" y="2267174"/>
            <a:ext cx="11080377" cy="4206240"/>
          </a:xfr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&lt;form [</a:t>
            </a:r>
            <a:r>
              <a:rPr lang="en-IN" dirty="0" err="1"/>
              <a:t>formGroup</a:t>
            </a:r>
            <a:r>
              <a:rPr lang="en-IN" dirty="0"/>
              <a:t>]="</a:t>
            </a:r>
            <a:r>
              <a:rPr lang="en-IN" dirty="0" err="1"/>
              <a:t>registerForm</a:t>
            </a:r>
            <a:r>
              <a:rPr lang="en-IN" dirty="0"/>
              <a:t>" (</a:t>
            </a:r>
            <a:r>
              <a:rPr lang="en-IN" dirty="0" err="1"/>
              <a:t>ngSubmit</a:t>
            </a:r>
            <a:r>
              <a:rPr lang="en-IN" dirty="0"/>
              <a:t>)="</a:t>
            </a:r>
            <a:r>
              <a:rPr lang="en-IN" dirty="0" err="1"/>
              <a:t>onSubmit</a:t>
            </a:r>
            <a:r>
              <a:rPr lang="en-IN" dirty="0"/>
              <a:t>()"&gt;</a:t>
            </a:r>
          </a:p>
          <a:p>
            <a:pPr marL="0" indent="0">
              <a:buNone/>
            </a:pPr>
            <a:r>
              <a:rPr lang="en-IN" dirty="0"/>
              <a:t>                    &lt;div class="form-group"&gt;</a:t>
            </a:r>
          </a:p>
          <a:p>
            <a:pPr marL="0" indent="0">
              <a:buNone/>
            </a:pPr>
            <a:r>
              <a:rPr lang="en-IN" dirty="0"/>
              <a:t>                        &lt;div class="form-group"&gt;</a:t>
            </a:r>
          </a:p>
          <a:p>
            <a:pPr marL="0" indent="0">
              <a:buNone/>
            </a:pPr>
            <a:r>
              <a:rPr lang="en-IN" dirty="0"/>
              <a:t>                            &lt;label&gt;Email&lt;/label&gt;</a:t>
            </a:r>
          </a:p>
          <a:p>
            <a:pPr marL="0" indent="0">
              <a:buNone/>
            </a:pPr>
            <a:r>
              <a:rPr lang="en-IN" dirty="0"/>
              <a:t>                            &lt;input type="text" </a:t>
            </a:r>
            <a:r>
              <a:rPr lang="en-IN" dirty="0" err="1"/>
              <a:t>formControlName</a:t>
            </a:r>
            <a:r>
              <a:rPr lang="en-IN" dirty="0"/>
              <a:t>="email" class="form-control" [</a:t>
            </a:r>
            <a:r>
              <a:rPr lang="en-IN" dirty="0" err="1"/>
              <a:t>ngClass</a:t>
            </a:r>
            <a:r>
              <a:rPr lang="en-IN" dirty="0"/>
              <a:t>]="{ </a:t>
            </a:r>
            <a:r>
              <a:rPr lang="en-IN" dirty="0" smtClean="0"/>
              <a:t>'is-				invalid</a:t>
            </a:r>
            <a:r>
              <a:rPr lang="en-IN" dirty="0"/>
              <a:t>': submitted &amp;&amp; </a:t>
            </a:r>
            <a:r>
              <a:rPr lang="en-IN" dirty="0" err="1"/>
              <a:t>f.email.errors</a:t>
            </a:r>
            <a:r>
              <a:rPr lang="en-IN" dirty="0"/>
              <a:t> }" /&gt;</a:t>
            </a:r>
          </a:p>
          <a:p>
            <a:pPr marL="0" indent="0">
              <a:buNone/>
            </a:pPr>
            <a:r>
              <a:rPr lang="en-IN" dirty="0"/>
              <a:t>                            &lt;div *</a:t>
            </a:r>
            <a:r>
              <a:rPr lang="en-IN" dirty="0" err="1"/>
              <a:t>ngIf</a:t>
            </a:r>
            <a:r>
              <a:rPr lang="en-IN" dirty="0"/>
              <a:t>="submitted &amp;&amp; </a:t>
            </a:r>
            <a:r>
              <a:rPr lang="en-IN" dirty="0" err="1"/>
              <a:t>f.email.errors</a:t>
            </a:r>
            <a:r>
              <a:rPr lang="en-IN" dirty="0"/>
              <a:t>" class="invalid-feedback"&gt;</a:t>
            </a:r>
          </a:p>
          <a:p>
            <a:pPr marL="0" indent="0">
              <a:buNone/>
            </a:pPr>
            <a:r>
              <a:rPr lang="en-IN" dirty="0"/>
              <a:t>                                &lt;div *</a:t>
            </a:r>
            <a:r>
              <a:rPr lang="en-IN" dirty="0" err="1"/>
              <a:t>ngIf</a:t>
            </a:r>
            <a:r>
              <a:rPr lang="en-IN" dirty="0"/>
              <a:t>="</a:t>
            </a:r>
            <a:r>
              <a:rPr lang="en-IN" dirty="0" err="1"/>
              <a:t>f.email.errors.required</a:t>
            </a:r>
            <a:r>
              <a:rPr lang="en-IN" dirty="0"/>
              <a:t>"&gt;Email is required&lt;/div&gt;</a:t>
            </a:r>
          </a:p>
          <a:p>
            <a:pPr marL="0" indent="0">
              <a:buNone/>
            </a:pPr>
            <a:r>
              <a:rPr lang="en-IN" dirty="0"/>
              <a:t>                                &lt;div *</a:t>
            </a:r>
            <a:r>
              <a:rPr lang="en-IN" dirty="0" err="1"/>
              <a:t>ngIf</a:t>
            </a:r>
            <a:r>
              <a:rPr lang="en-IN" dirty="0"/>
              <a:t>="</a:t>
            </a:r>
            <a:r>
              <a:rPr lang="en-IN" dirty="0" err="1"/>
              <a:t>f.email.errors.email</a:t>
            </a:r>
            <a:r>
              <a:rPr lang="en-IN" dirty="0"/>
              <a:t>"&gt;Email must be a valid email address&lt;/div&gt;</a:t>
            </a:r>
          </a:p>
          <a:p>
            <a:pPr marL="0" indent="0">
              <a:buNone/>
            </a:pPr>
            <a:r>
              <a:rPr lang="en-IN" dirty="0"/>
              <a:t>                            &lt;/div&gt;</a:t>
            </a:r>
          </a:p>
          <a:p>
            <a:pPr marL="0" indent="0">
              <a:buNone/>
            </a:pPr>
            <a:r>
              <a:rPr lang="en-IN" dirty="0"/>
              <a:t>                        &lt;/div&gt;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6220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The </a:t>
            </a:r>
            <a:r>
              <a:rPr lang="en-IN" b="1" dirty="0" err="1"/>
              <a:t>RxJS</a:t>
            </a:r>
            <a:r>
              <a:rPr lang="en-IN" b="1" dirty="0"/>
              <a:t> </a:t>
            </a:r>
            <a:r>
              <a:rPr lang="en-IN" b="1" dirty="0" smtClean="0"/>
              <a:t>library</a:t>
            </a:r>
            <a:endParaRPr lang="en-IN" b="1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0377554"/>
              </p:ext>
            </p:extLst>
          </p:nvPr>
        </p:nvGraphicFramePr>
        <p:xfrm>
          <a:off x="591670" y="2011680"/>
          <a:ext cx="10690411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149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utility functions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0295556"/>
              </p:ext>
            </p:extLst>
          </p:nvPr>
        </p:nvGraphicFramePr>
        <p:xfrm>
          <a:off x="605118" y="2011680"/>
          <a:ext cx="11053482" cy="4510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18171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Observables in </a:t>
            </a:r>
            <a:r>
              <a:rPr lang="en-IN" b="1" dirty="0" smtClean="0"/>
              <a:t>Angular</a:t>
            </a:r>
            <a:endParaRPr lang="en-IN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7030046"/>
              </p:ext>
            </p:extLst>
          </p:nvPr>
        </p:nvGraphicFramePr>
        <p:xfrm>
          <a:off x="645458" y="2011680"/>
          <a:ext cx="10663517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2894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HTTP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0397195"/>
              </p:ext>
            </p:extLst>
          </p:nvPr>
        </p:nvGraphicFramePr>
        <p:xfrm>
          <a:off x="578224" y="2259106"/>
          <a:ext cx="11040035" cy="4289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10135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Router</a:t>
            </a:r>
            <a:endParaRPr lang="en-IN" b="1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9395577"/>
              </p:ext>
            </p:extLst>
          </p:nvPr>
        </p:nvGraphicFramePr>
        <p:xfrm>
          <a:off x="591671" y="1792936"/>
          <a:ext cx="11026588" cy="32093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/>
          <p:cNvSpPr/>
          <p:nvPr/>
        </p:nvSpPr>
        <p:spPr>
          <a:xfrm>
            <a:off x="1041554" y="5177117"/>
            <a:ext cx="9662305" cy="14773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>
                <a:solidFill>
                  <a:srgbClr val="0000FF"/>
                </a:solidFill>
                <a:latin typeface="Droid Sans Mono"/>
              </a:rPr>
              <a:t>export</a:t>
            </a:r>
            <a:r>
              <a:rPr lang="en-IN" dirty="0">
                <a:solidFill>
                  <a:srgbClr val="000000"/>
                </a:solidFill>
                <a:latin typeface="Droid Sans Mono"/>
              </a:rPr>
              <a:t> </a:t>
            </a:r>
            <a:r>
              <a:rPr lang="en-IN" dirty="0">
                <a:solidFill>
                  <a:srgbClr val="0000FF"/>
                </a:solidFill>
                <a:latin typeface="Droid Sans Mono"/>
              </a:rPr>
              <a:t>class</a:t>
            </a:r>
            <a:r>
              <a:rPr lang="en-IN" dirty="0">
                <a:solidFill>
                  <a:srgbClr val="000000"/>
                </a:solidFill>
                <a:latin typeface="Droid Sans Mono"/>
              </a:rPr>
              <a:t> </a:t>
            </a:r>
            <a:r>
              <a:rPr lang="en-IN" dirty="0">
                <a:solidFill>
                  <a:srgbClr val="FF0000"/>
                </a:solidFill>
                <a:latin typeface="Droid Sans Mono"/>
              </a:rPr>
              <a:t>Routable2Component</a:t>
            </a:r>
            <a:r>
              <a:rPr lang="en-IN" dirty="0">
                <a:solidFill>
                  <a:srgbClr val="000000"/>
                </a:solidFill>
                <a:latin typeface="Droid Sans Mono"/>
              </a:rPr>
              <a:t> </a:t>
            </a:r>
            <a:r>
              <a:rPr lang="en-IN" dirty="0">
                <a:solidFill>
                  <a:srgbClr val="0000FF"/>
                </a:solidFill>
                <a:latin typeface="Droid Sans Mono"/>
              </a:rPr>
              <a:t>implements</a:t>
            </a:r>
            <a:r>
              <a:rPr lang="en-IN" dirty="0">
                <a:solidFill>
                  <a:srgbClr val="000000"/>
                </a:solidFill>
                <a:latin typeface="Droid Sans Mono"/>
              </a:rPr>
              <a:t> </a:t>
            </a:r>
            <a:r>
              <a:rPr lang="en-IN" dirty="0" err="1">
                <a:solidFill>
                  <a:srgbClr val="FF0000"/>
                </a:solidFill>
                <a:latin typeface="Droid Sans Mono"/>
                <a:hlinkClick r:id="rId7"/>
              </a:rPr>
              <a:t>OnInit</a:t>
            </a:r>
            <a:r>
              <a:rPr lang="en-IN" dirty="0">
                <a:solidFill>
                  <a:srgbClr val="000000"/>
                </a:solidFill>
                <a:latin typeface="Droid Sans Mono"/>
              </a:rPr>
              <a:t> </a:t>
            </a:r>
            <a:r>
              <a:rPr lang="en-IN" dirty="0">
                <a:solidFill>
                  <a:srgbClr val="666600"/>
                </a:solidFill>
                <a:latin typeface="Droid Sans Mono"/>
              </a:rPr>
              <a:t>{</a:t>
            </a:r>
            <a:r>
              <a:rPr lang="en-IN" dirty="0">
                <a:solidFill>
                  <a:srgbClr val="000000"/>
                </a:solidFill>
                <a:latin typeface="Droid Sans Mono"/>
              </a:rPr>
              <a:t> </a:t>
            </a:r>
            <a:r>
              <a:rPr lang="en-IN" dirty="0" smtClean="0">
                <a:solidFill>
                  <a:srgbClr val="000000"/>
                </a:solidFill>
                <a:latin typeface="Droid Sans Mono"/>
              </a:rPr>
              <a:t/>
            </a:r>
            <a:br>
              <a:rPr lang="en-IN" dirty="0" smtClean="0">
                <a:solidFill>
                  <a:srgbClr val="000000"/>
                </a:solidFill>
                <a:latin typeface="Droid Sans Mono"/>
              </a:rPr>
            </a:br>
            <a:endParaRPr lang="en-IN" dirty="0" smtClean="0">
              <a:solidFill>
                <a:srgbClr val="000000"/>
              </a:solidFill>
              <a:latin typeface="Droid Sans Mono"/>
            </a:endParaRPr>
          </a:p>
          <a:p>
            <a:r>
              <a:rPr lang="en-IN" dirty="0" smtClean="0">
                <a:solidFill>
                  <a:srgbClr val="0000FF"/>
                </a:solidFill>
                <a:latin typeface="Droid Sans Mono"/>
              </a:rPr>
              <a:t>constructor</a:t>
            </a:r>
            <a:r>
              <a:rPr lang="en-IN" dirty="0" smtClean="0">
                <a:solidFill>
                  <a:srgbClr val="666600"/>
                </a:solidFill>
                <a:latin typeface="Droid Sans Mono"/>
              </a:rPr>
              <a:t>(</a:t>
            </a:r>
            <a:r>
              <a:rPr lang="en-IN" dirty="0" smtClean="0">
                <a:solidFill>
                  <a:srgbClr val="0000FF"/>
                </a:solidFill>
                <a:latin typeface="Droid Sans Mono"/>
              </a:rPr>
              <a:t>private</a:t>
            </a:r>
            <a:r>
              <a:rPr lang="en-IN" dirty="0" smtClean="0">
                <a:solidFill>
                  <a:srgbClr val="000000"/>
                </a:solidFill>
                <a:latin typeface="Droid Sans Mono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Droid Sans Mono"/>
                <a:hlinkClick r:id="rId8"/>
              </a:rPr>
              <a:t>activatedRoute</a:t>
            </a:r>
            <a:r>
              <a:rPr lang="en-IN" dirty="0">
                <a:solidFill>
                  <a:srgbClr val="666600"/>
                </a:solidFill>
                <a:latin typeface="Droid Sans Mono"/>
              </a:rPr>
              <a:t>:</a:t>
            </a:r>
            <a:r>
              <a:rPr lang="en-IN" dirty="0">
                <a:solidFill>
                  <a:srgbClr val="000000"/>
                </a:solidFill>
                <a:latin typeface="Droid Sans Mono"/>
              </a:rPr>
              <a:t> </a:t>
            </a:r>
            <a:r>
              <a:rPr lang="en-IN" dirty="0" err="1">
                <a:solidFill>
                  <a:srgbClr val="FF0000"/>
                </a:solidFill>
                <a:latin typeface="Droid Sans Mono"/>
                <a:hlinkClick r:id="rId9"/>
              </a:rPr>
              <a:t>ActivatedRoute</a:t>
            </a:r>
            <a:r>
              <a:rPr lang="en-IN" dirty="0">
                <a:solidFill>
                  <a:srgbClr val="666600"/>
                </a:solidFill>
                <a:latin typeface="Droid Sans Mono"/>
              </a:rPr>
              <a:t>)</a:t>
            </a:r>
            <a:r>
              <a:rPr lang="en-IN" dirty="0">
                <a:solidFill>
                  <a:srgbClr val="000000"/>
                </a:solidFill>
                <a:latin typeface="Droid Sans Mono"/>
              </a:rPr>
              <a:t> </a:t>
            </a:r>
            <a:r>
              <a:rPr lang="en-IN" dirty="0" smtClean="0">
                <a:solidFill>
                  <a:srgbClr val="666600"/>
                </a:solidFill>
                <a:latin typeface="Droid Sans Mono"/>
              </a:rPr>
              <a:t>{}</a:t>
            </a:r>
          </a:p>
          <a:p>
            <a:r>
              <a:rPr lang="en-IN" dirty="0" smtClean="0">
                <a:solidFill>
                  <a:srgbClr val="000000"/>
                </a:solidFill>
                <a:latin typeface="Droid Sans Mono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Droid Sans Mono"/>
              </a:rPr>
              <a:t>ngOnInit</a:t>
            </a:r>
            <a:r>
              <a:rPr lang="en-IN" dirty="0">
                <a:solidFill>
                  <a:srgbClr val="666600"/>
                </a:solidFill>
                <a:latin typeface="Droid Sans Mono"/>
              </a:rPr>
              <a:t>()</a:t>
            </a:r>
            <a:r>
              <a:rPr lang="en-IN" dirty="0">
                <a:solidFill>
                  <a:srgbClr val="000000"/>
                </a:solidFill>
                <a:latin typeface="Droid Sans Mono"/>
              </a:rPr>
              <a:t> </a:t>
            </a:r>
            <a:r>
              <a:rPr lang="en-IN" dirty="0">
                <a:solidFill>
                  <a:srgbClr val="666600"/>
                </a:solidFill>
                <a:latin typeface="Droid Sans Mono"/>
              </a:rPr>
              <a:t>{</a:t>
            </a:r>
            <a:r>
              <a:rPr lang="en-IN" dirty="0">
                <a:solidFill>
                  <a:srgbClr val="000000"/>
                </a:solidFill>
                <a:latin typeface="Droid Sans Mono"/>
              </a:rPr>
              <a:t> </a:t>
            </a:r>
            <a:endParaRPr lang="en-IN" dirty="0" smtClean="0">
              <a:solidFill>
                <a:srgbClr val="000000"/>
              </a:solidFill>
              <a:latin typeface="Droid Sans Mono"/>
            </a:endParaRPr>
          </a:p>
          <a:p>
            <a:r>
              <a:rPr lang="en-IN" dirty="0" smtClean="0">
                <a:solidFill>
                  <a:srgbClr val="0000FF"/>
                </a:solidFill>
                <a:latin typeface="Droid Sans Mono"/>
              </a:rPr>
              <a:t>this</a:t>
            </a:r>
            <a:r>
              <a:rPr lang="en-IN" dirty="0" smtClean="0">
                <a:solidFill>
                  <a:srgbClr val="666600"/>
                </a:solidFill>
                <a:latin typeface="Droid Sans Mono"/>
              </a:rPr>
              <a:t>.</a:t>
            </a:r>
            <a:r>
              <a:rPr lang="en-IN" dirty="0" smtClean="0">
                <a:solidFill>
                  <a:srgbClr val="000000"/>
                </a:solidFill>
                <a:latin typeface="Droid Sans Mono"/>
              </a:rPr>
              <a:t>activatedRoute</a:t>
            </a:r>
            <a:r>
              <a:rPr lang="en-IN" dirty="0" smtClean="0">
                <a:solidFill>
                  <a:srgbClr val="666600"/>
                </a:solidFill>
                <a:latin typeface="Droid Sans Mono"/>
              </a:rPr>
              <a:t>.</a:t>
            </a:r>
            <a:r>
              <a:rPr lang="en-IN" dirty="0" smtClean="0">
                <a:solidFill>
                  <a:srgbClr val="000000"/>
                </a:solidFill>
                <a:latin typeface="Droid Sans Mono"/>
              </a:rPr>
              <a:t>url </a:t>
            </a:r>
            <a:r>
              <a:rPr lang="en-IN" dirty="0">
                <a:solidFill>
                  <a:srgbClr val="666600"/>
                </a:solidFill>
                <a:latin typeface="Droid Sans Mono"/>
              </a:rPr>
              <a:t>.</a:t>
            </a:r>
            <a:r>
              <a:rPr lang="en-IN" dirty="0">
                <a:solidFill>
                  <a:srgbClr val="000000"/>
                </a:solidFill>
                <a:latin typeface="Droid Sans Mono"/>
              </a:rPr>
              <a:t>subscribe</a:t>
            </a:r>
            <a:r>
              <a:rPr lang="en-IN" dirty="0">
                <a:solidFill>
                  <a:srgbClr val="666600"/>
                </a:solidFill>
                <a:latin typeface="Droid Sans Mono"/>
              </a:rPr>
              <a:t>(</a:t>
            </a:r>
            <a:r>
              <a:rPr lang="en-IN" dirty="0" err="1">
                <a:solidFill>
                  <a:srgbClr val="000000"/>
                </a:solidFill>
                <a:latin typeface="Droid Sans Mono"/>
              </a:rPr>
              <a:t>url</a:t>
            </a:r>
            <a:r>
              <a:rPr lang="en-IN" dirty="0">
                <a:solidFill>
                  <a:srgbClr val="000000"/>
                </a:solidFill>
                <a:latin typeface="Droid Sans Mono"/>
              </a:rPr>
              <a:t> </a:t>
            </a:r>
            <a:r>
              <a:rPr lang="en-IN" dirty="0">
                <a:solidFill>
                  <a:srgbClr val="666600"/>
                </a:solidFill>
                <a:latin typeface="Droid Sans Mono"/>
              </a:rPr>
              <a:t>=&gt;</a:t>
            </a:r>
            <a:r>
              <a:rPr lang="en-IN" dirty="0">
                <a:solidFill>
                  <a:srgbClr val="000000"/>
                </a:solidFill>
                <a:latin typeface="Droid Sans Mono"/>
              </a:rPr>
              <a:t> console</a:t>
            </a:r>
            <a:r>
              <a:rPr lang="en-IN" dirty="0">
                <a:solidFill>
                  <a:srgbClr val="666600"/>
                </a:solidFill>
                <a:latin typeface="Droid Sans Mono"/>
              </a:rPr>
              <a:t>.</a:t>
            </a:r>
            <a:r>
              <a:rPr lang="en-IN" dirty="0">
                <a:solidFill>
                  <a:srgbClr val="000000"/>
                </a:solidFill>
                <a:latin typeface="Droid Sans Mono"/>
              </a:rPr>
              <a:t>log</a:t>
            </a:r>
            <a:r>
              <a:rPr lang="en-IN" dirty="0">
                <a:solidFill>
                  <a:srgbClr val="666600"/>
                </a:solidFill>
                <a:latin typeface="Droid Sans Mono"/>
              </a:rPr>
              <a:t>(</a:t>
            </a:r>
            <a:r>
              <a:rPr lang="en-IN" dirty="0">
                <a:solidFill>
                  <a:srgbClr val="880000"/>
                </a:solidFill>
                <a:latin typeface="Droid Sans Mono"/>
              </a:rPr>
              <a:t>'The </a:t>
            </a:r>
            <a:r>
              <a:rPr lang="en-IN" dirty="0">
                <a:solidFill>
                  <a:srgbClr val="880000"/>
                </a:solidFill>
                <a:latin typeface="Droid Sans Mono"/>
                <a:hlinkClick r:id="rId10"/>
              </a:rPr>
              <a:t>URL</a:t>
            </a:r>
            <a:r>
              <a:rPr lang="en-IN" dirty="0">
                <a:solidFill>
                  <a:srgbClr val="880000"/>
                </a:solidFill>
                <a:latin typeface="Droid Sans Mono"/>
              </a:rPr>
              <a:t> changed to: '</a:t>
            </a:r>
            <a:r>
              <a:rPr lang="en-IN" dirty="0">
                <a:solidFill>
                  <a:srgbClr val="000000"/>
                </a:solidFill>
                <a:latin typeface="Droid Sans Mono"/>
              </a:rPr>
              <a:t> </a:t>
            </a:r>
            <a:r>
              <a:rPr lang="en-IN" dirty="0">
                <a:solidFill>
                  <a:srgbClr val="666600"/>
                </a:solidFill>
                <a:latin typeface="Droid Sans Mono"/>
              </a:rPr>
              <a:t>+</a:t>
            </a:r>
            <a:r>
              <a:rPr lang="en-IN" dirty="0">
                <a:solidFill>
                  <a:srgbClr val="000000"/>
                </a:solidFill>
                <a:latin typeface="Droid Sans Mono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Droid Sans Mono"/>
              </a:rPr>
              <a:t>url</a:t>
            </a:r>
            <a:r>
              <a:rPr lang="en-IN" dirty="0">
                <a:solidFill>
                  <a:srgbClr val="666600"/>
                </a:solidFill>
                <a:latin typeface="Droid Sans Mono"/>
              </a:rPr>
              <a:t>));</a:t>
            </a:r>
            <a:r>
              <a:rPr lang="en-IN" dirty="0">
                <a:solidFill>
                  <a:srgbClr val="000000"/>
                </a:solidFill>
                <a:latin typeface="Droid Sans Mono"/>
              </a:rPr>
              <a:t> </a:t>
            </a:r>
            <a:r>
              <a:rPr lang="en-IN" dirty="0">
                <a:solidFill>
                  <a:srgbClr val="666600"/>
                </a:solidFill>
                <a:latin typeface="Droid Sans Mono"/>
              </a:rPr>
              <a:t>}</a:t>
            </a:r>
            <a:r>
              <a:rPr lang="en-IN" dirty="0">
                <a:solidFill>
                  <a:srgbClr val="000000"/>
                </a:solidFill>
                <a:latin typeface="Droid Sans Mono"/>
              </a:rPr>
              <a:t> </a:t>
            </a:r>
            <a:r>
              <a:rPr lang="en-IN" dirty="0">
                <a:solidFill>
                  <a:srgbClr val="666600"/>
                </a:solidFill>
                <a:latin typeface="Droid Sans Mono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70311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168</TotalTime>
  <Words>1522</Words>
  <Application>Microsoft Office PowerPoint</Application>
  <PresentationFormat>Widescreen</PresentationFormat>
  <Paragraphs>185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Consolas</vt:lpstr>
      <vt:lpstr>Corbel</vt:lpstr>
      <vt:lpstr>Droid Sans Mono</vt:lpstr>
      <vt:lpstr>Times New Roman</vt:lpstr>
      <vt:lpstr>Verdana</vt:lpstr>
      <vt:lpstr>Wingdings</vt:lpstr>
      <vt:lpstr>Banded</vt:lpstr>
      <vt:lpstr>PowerPoint Presentation</vt:lpstr>
      <vt:lpstr>Angular 7 Forms</vt:lpstr>
      <vt:lpstr>Reactive Forms</vt:lpstr>
      <vt:lpstr>Template-driven Forms </vt:lpstr>
      <vt:lpstr>Reactive Forms  vs.  Template-driven Forms</vt:lpstr>
      <vt:lpstr>Similarity between Reactive Forms and Template-driven Forms</vt:lpstr>
      <vt:lpstr>template-driven forms</vt:lpstr>
      <vt:lpstr>Reactive forms</vt:lpstr>
      <vt:lpstr>Overview of reactive forms</vt:lpstr>
      <vt:lpstr>Adding a basic form control</vt:lpstr>
      <vt:lpstr>Register the reactive forms module</vt:lpstr>
      <vt:lpstr>Generating and importing a new form control</vt:lpstr>
      <vt:lpstr>register the control in the template</vt:lpstr>
      <vt:lpstr>Displaying the component</vt:lpstr>
      <vt:lpstr>Managing control values</vt:lpstr>
      <vt:lpstr>Generating form controls with FormBuilder</vt:lpstr>
      <vt:lpstr>Generating form controls with FormBuilder</vt:lpstr>
      <vt:lpstr>Validators in reactive forms</vt:lpstr>
      <vt:lpstr>Reactive forms template</vt:lpstr>
      <vt:lpstr>The RxJS library</vt:lpstr>
      <vt:lpstr>utility functions</vt:lpstr>
      <vt:lpstr>Observables in Angular</vt:lpstr>
      <vt:lpstr>HTTP</vt:lpstr>
      <vt:lpstr>Router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Rajashekar gs</dc:creator>
  <cp:lastModifiedBy>Rajashekar gs</cp:lastModifiedBy>
  <cp:revision>40</cp:revision>
  <dcterms:created xsi:type="dcterms:W3CDTF">2020-04-10T02:36:25Z</dcterms:created>
  <dcterms:modified xsi:type="dcterms:W3CDTF">2020-04-15T10:26:39Z</dcterms:modified>
</cp:coreProperties>
</file>