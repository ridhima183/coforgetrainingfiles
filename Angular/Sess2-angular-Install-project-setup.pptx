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84" r:id="rId20"/>
    <p:sldId id="287" r:id="rId21"/>
    <p:sldId id="288" r:id="rId22"/>
    <p:sldId id="286" r:id="rId23"/>
    <p:sldId id="289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3" r:id="rId33"/>
  </p:sldIdLst>
  <p:sldSz cx="12192000" cy="6858000"/>
  <p:notesSz cx="12192000" cy="6858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56B1B44-8A2F-4B01-801B-58AA358CE0B3}" type="doc">
      <dgm:prSet loTypeId="urn:microsoft.com/office/officeart/2005/8/layout/vList2" loCatId="list" qsTypeId="urn:microsoft.com/office/officeart/2005/8/quickstyle/3d2" qsCatId="3D" csTypeId="urn:microsoft.com/office/officeart/2005/8/colors/accent2_2" csCatId="accent2"/>
      <dgm:spPr/>
      <dgm:t>
        <a:bodyPr/>
        <a:lstStyle/>
        <a:p>
          <a:endParaRPr lang="en-IN"/>
        </a:p>
      </dgm:t>
    </dgm:pt>
    <dgm:pt modelId="{1FF1FCE4-6AE4-4399-B0D5-E20F303D44A5}">
      <dgm:prSet/>
      <dgm:spPr/>
      <dgm:t>
        <a:bodyPr/>
        <a:lstStyle/>
        <a:p>
          <a:r>
            <a:rPr lang="en-US" b="1" dirty="0"/>
            <a:t>TypeScript is a superset of JavaScript that adds extra features like static typing, interfaces, </a:t>
          </a:r>
          <a:r>
            <a:rPr lang="en-US" b="1" dirty="0" err="1"/>
            <a:t>enums</a:t>
          </a:r>
          <a:r>
            <a:rPr lang="en-US" b="1" dirty="0"/>
            <a:t>, and more. </a:t>
          </a:r>
          <a:endParaRPr lang="en-IN" b="1" dirty="0"/>
        </a:p>
      </dgm:t>
    </dgm:pt>
    <dgm:pt modelId="{68A50ACD-3262-4058-B9EA-93E164C90299}" type="parTrans" cxnId="{18EDF607-6577-4E10-BB63-4A05EE9C2C44}">
      <dgm:prSet/>
      <dgm:spPr/>
      <dgm:t>
        <a:bodyPr/>
        <a:lstStyle/>
        <a:p>
          <a:endParaRPr lang="en-IN"/>
        </a:p>
      </dgm:t>
    </dgm:pt>
    <dgm:pt modelId="{2283B005-3DFF-4BBD-BCE0-B20A35C0767F}" type="sibTrans" cxnId="{18EDF607-6577-4E10-BB63-4A05EE9C2C44}">
      <dgm:prSet/>
      <dgm:spPr/>
      <dgm:t>
        <a:bodyPr/>
        <a:lstStyle/>
        <a:p>
          <a:endParaRPr lang="en-IN"/>
        </a:p>
      </dgm:t>
    </dgm:pt>
    <dgm:pt modelId="{B62C3F6F-FE1F-4464-B86B-167F38B475D4}">
      <dgm:prSet/>
      <dgm:spPr/>
      <dgm:t>
        <a:bodyPr/>
        <a:lstStyle/>
        <a:p>
          <a:r>
            <a:rPr lang="en-US" b="1" dirty="0"/>
            <a:t>TypeScript is JavaScript with additional syntax for defining types, making it a powerful tool for building scalable and maintainable applications.</a:t>
          </a:r>
          <a:endParaRPr lang="en-IN" b="1" dirty="0"/>
        </a:p>
      </dgm:t>
    </dgm:pt>
    <dgm:pt modelId="{5397346E-DC61-4113-99CE-89AEC08E3C4E}" type="parTrans" cxnId="{E2B8D46E-1152-41BF-8DC0-8B018498ECCB}">
      <dgm:prSet/>
      <dgm:spPr/>
      <dgm:t>
        <a:bodyPr/>
        <a:lstStyle/>
        <a:p>
          <a:endParaRPr lang="en-IN"/>
        </a:p>
      </dgm:t>
    </dgm:pt>
    <dgm:pt modelId="{98DA4F1A-49EC-4C2D-B1C2-676D97721E6F}" type="sibTrans" cxnId="{E2B8D46E-1152-41BF-8DC0-8B018498ECCB}">
      <dgm:prSet/>
      <dgm:spPr/>
      <dgm:t>
        <a:bodyPr/>
        <a:lstStyle/>
        <a:p>
          <a:endParaRPr lang="en-IN"/>
        </a:p>
      </dgm:t>
    </dgm:pt>
    <dgm:pt modelId="{565A5CCB-A35C-4956-A422-10AC9F5795ED}" type="pres">
      <dgm:prSet presAssocID="{156B1B44-8A2F-4B01-801B-58AA358CE0B3}" presName="linear" presStyleCnt="0">
        <dgm:presLayoutVars>
          <dgm:animLvl val="lvl"/>
          <dgm:resizeHandles val="exact"/>
        </dgm:presLayoutVars>
      </dgm:prSet>
      <dgm:spPr/>
    </dgm:pt>
    <dgm:pt modelId="{9DAB87EA-7E38-4910-9548-D38FDDACF27D}" type="pres">
      <dgm:prSet presAssocID="{1FF1FCE4-6AE4-4399-B0D5-E20F303D44A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BED08E2-F1F8-4C70-85D3-1D1973981212}" type="pres">
      <dgm:prSet presAssocID="{2283B005-3DFF-4BBD-BCE0-B20A35C0767F}" presName="spacer" presStyleCnt="0"/>
      <dgm:spPr/>
    </dgm:pt>
    <dgm:pt modelId="{DBC71E10-ABA1-429B-BE9C-D01AAE42FEDD}" type="pres">
      <dgm:prSet presAssocID="{B62C3F6F-FE1F-4464-B86B-167F38B475D4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18EDF607-6577-4E10-BB63-4A05EE9C2C44}" srcId="{156B1B44-8A2F-4B01-801B-58AA358CE0B3}" destId="{1FF1FCE4-6AE4-4399-B0D5-E20F303D44A5}" srcOrd="0" destOrd="0" parTransId="{68A50ACD-3262-4058-B9EA-93E164C90299}" sibTransId="{2283B005-3DFF-4BBD-BCE0-B20A35C0767F}"/>
    <dgm:cxn modelId="{6A87F324-9662-4938-B2AB-C79129BDA04C}" type="presOf" srcId="{156B1B44-8A2F-4B01-801B-58AA358CE0B3}" destId="{565A5CCB-A35C-4956-A422-10AC9F5795ED}" srcOrd="0" destOrd="0" presId="urn:microsoft.com/office/officeart/2005/8/layout/vList2"/>
    <dgm:cxn modelId="{338C9134-4330-45F8-B8C5-E6BE5C46B8FA}" type="presOf" srcId="{1FF1FCE4-6AE4-4399-B0D5-E20F303D44A5}" destId="{9DAB87EA-7E38-4910-9548-D38FDDACF27D}" srcOrd="0" destOrd="0" presId="urn:microsoft.com/office/officeart/2005/8/layout/vList2"/>
    <dgm:cxn modelId="{314D2748-42B7-4DDA-9023-0813966E4F9B}" type="presOf" srcId="{B62C3F6F-FE1F-4464-B86B-167F38B475D4}" destId="{DBC71E10-ABA1-429B-BE9C-D01AAE42FEDD}" srcOrd="0" destOrd="0" presId="urn:microsoft.com/office/officeart/2005/8/layout/vList2"/>
    <dgm:cxn modelId="{E2B8D46E-1152-41BF-8DC0-8B018498ECCB}" srcId="{156B1B44-8A2F-4B01-801B-58AA358CE0B3}" destId="{B62C3F6F-FE1F-4464-B86B-167F38B475D4}" srcOrd="1" destOrd="0" parTransId="{5397346E-DC61-4113-99CE-89AEC08E3C4E}" sibTransId="{98DA4F1A-49EC-4C2D-B1C2-676D97721E6F}"/>
    <dgm:cxn modelId="{F7BA4DD8-5116-40F5-A354-299274D61E2E}" type="presParOf" srcId="{565A5CCB-A35C-4956-A422-10AC9F5795ED}" destId="{9DAB87EA-7E38-4910-9548-D38FDDACF27D}" srcOrd="0" destOrd="0" presId="urn:microsoft.com/office/officeart/2005/8/layout/vList2"/>
    <dgm:cxn modelId="{D8968686-130F-4DEA-9E86-54C00C0C1852}" type="presParOf" srcId="{565A5CCB-A35C-4956-A422-10AC9F5795ED}" destId="{CBED08E2-F1F8-4C70-85D3-1D1973981212}" srcOrd="1" destOrd="0" presId="urn:microsoft.com/office/officeart/2005/8/layout/vList2"/>
    <dgm:cxn modelId="{1CF3B07E-2B79-4F26-AC7A-F215E000291B}" type="presParOf" srcId="{565A5CCB-A35C-4956-A422-10AC9F5795ED}" destId="{DBC71E10-ABA1-429B-BE9C-D01AAE42FEDD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AB87EA-7E38-4910-9548-D38FDDACF27D}">
      <dsp:nvSpPr>
        <dsp:cNvPr id="0" name=""/>
        <dsp:cNvSpPr/>
      </dsp:nvSpPr>
      <dsp:spPr>
        <a:xfrm>
          <a:off x="0" y="32234"/>
          <a:ext cx="10363200" cy="635602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TypeScript is a superset of JavaScript that adds extra features like static typing, interfaces, </a:t>
          </a:r>
          <a:r>
            <a:rPr lang="en-US" sz="1600" b="1" kern="1200" dirty="0" err="1"/>
            <a:t>enums</a:t>
          </a:r>
          <a:r>
            <a:rPr lang="en-US" sz="1600" b="1" kern="1200" dirty="0"/>
            <a:t>, and more. </a:t>
          </a:r>
          <a:endParaRPr lang="en-IN" sz="1600" b="1" kern="1200" dirty="0"/>
        </a:p>
      </dsp:txBody>
      <dsp:txXfrm>
        <a:off x="31028" y="63262"/>
        <a:ext cx="10301144" cy="573546"/>
      </dsp:txXfrm>
    </dsp:sp>
    <dsp:sp modelId="{DBC71E10-ABA1-429B-BE9C-D01AAE42FEDD}">
      <dsp:nvSpPr>
        <dsp:cNvPr id="0" name=""/>
        <dsp:cNvSpPr/>
      </dsp:nvSpPr>
      <dsp:spPr>
        <a:xfrm>
          <a:off x="0" y="713917"/>
          <a:ext cx="10363200" cy="635602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TypeScript is JavaScript with additional syntax for defining types, making it a powerful tool for building scalable and maintainable applications.</a:t>
          </a:r>
          <a:endParaRPr lang="en-IN" sz="1600" b="1" kern="1200" dirty="0"/>
        </a:p>
      </dsp:txBody>
      <dsp:txXfrm>
        <a:off x="31028" y="744945"/>
        <a:ext cx="10301144" cy="5735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583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630279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523803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379774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938910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05140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067912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356860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582979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534272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609999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254647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521317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551472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992499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777613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059078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531689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421443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767843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329999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089871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355575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336424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6133030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9193881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0397129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999193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399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509003" y="1670304"/>
            <a:ext cx="5486400" cy="35083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399288"/>
            <a:ext cx="7213600" cy="52069"/>
          </a:xfrm>
          <a:custGeom>
            <a:avLst/>
            <a:gdLst/>
            <a:ahLst/>
            <a:cxnLst/>
            <a:rect l="l" t="t" r="r" b="b"/>
            <a:pathLst>
              <a:path w="7213600" h="52070">
                <a:moveTo>
                  <a:pt x="0" y="51815"/>
                </a:moveTo>
                <a:lnTo>
                  <a:pt x="7213091" y="51815"/>
                </a:lnTo>
                <a:lnTo>
                  <a:pt x="7213091" y="0"/>
                </a:lnTo>
                <a:lnTo>
                  <a:pt x="0" y="0"/>
                </a:lnTo>
                <a:lnTo>
                  <a:pt x="0" y="51815"/>
                </a:lnTo>
                <a:close/>
              </a:path>
            </a:pathLst>
          </a:custGeom>
          <a:solidFill>
            <a:srgbClr val="9A2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12190476" y="0"/>
            <a:ext cx="1905" cy="311150"/>
          </a:xfrm>
          <a:custGeom>
            <a:avLst/>
            <a:gdLst/>
            <a:ahLst/>
            <a:cxnLst/>
            <a:rect l="l" t="t" r="r" b="b"/>
            <a:pathLst>
              <a:path w="1904" h="311150">
                <a:moveTo>
                  <a:pt x="0" y="310895"/>
                </a:moveTo>
                <a:lnTo>
                  <a:pt x="1523" y="310895"/>
                </a:lnTo>
                <a:lnTo>
                  <a:pt x="1523" y="0"/>
                </a:lnTo>
                <a:lnTo>
                  <a:pt x="0" y="0"/>
                </a:lnTo>
                <a:lnTo>
                  <a:pt x="0" y="310895"/>
                </a:lnTo>
                <a:close/>
              </a:path>
            </a:pathLst>
          </a:custGeom>
          <a:solidFill>
            <a:srgbClr val="6963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11960351" y="0"/>
            <a:ext cx="152400" cy="311150"/>
          </a:xfrm>
          <a:custGeom>
            <a:avLst/>
            <a:gdLst/>
            <a:ahLst/>
            <a:cxnLst/>
            <a:rect l="l" t="t" r="r" b="b"/>
            <a:pathLst>
              <a:path w="152400" h="311150">
                <a:moveTo>
                  <a:pt x="0" y="310895"/>
                </a:moveTo>
                <a:lnTo>
                  <a:pt x="152399" y="310895"/>
                </a:lnTo>
                <a:lnTo>
                  <a:pt x="152399" y="0"/>
                </a:lnTo>
                <a:lnTo>
                  <a:pt x="0" y="0"/>
                </a:lnTo>
                <a:lnTo>
                  <a:pt x="0" y="310895"/>
                </a:lnTo>
                <a:close/>
              </a:path>
            </a:pathLst>
          </a:custGeom>
          <a:solidFill>
            <a:srgbClr val="6963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0" y="0"/>
            <a:ext cx="11887200" cy="311150"/>
          </a:xfrm>
          <a:custGeom>
            <a:avLst/>
            <a:gdLst/>
            <a:ahLst/>
            <a:cxnLst/>
            <a:rect l="l" t="t" r="r" b="b"/>
            <a:pathLst>
              <a:path w="11887200" h="311150">
                <a:moveTo>
                  <a:pt x="0" y="310895"/>
                </a:moveTo>
                <a:lnTo>
                  <a:pt x="11887199" y="310895"/>
                </a:lnTo>
                <a:lnTo>
                  <a:pt x="11887199" y="0"/>
                </a:lnTo>
                <a:lnTo>
                  <a:pt x="0" y="0"/>
                </a:lnTo>
                <a:lnTo>
                  <a:pt x="0" y="310895"/>
                </a:lnTo>
                <a:close/>
              </a:path>
            </a:pathLst>
          </a:custGeom>
          <a:solidFill>
            <a:srgbClr val="6963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12190476" y="307848"/>
            <a:ext cx="1905" cy="91440"/>
          </a:xfrm>
          <a:custGeom>
            <a:avLst/>
            <a:gdLst/>
            <a:ahLst/>
            <a:cxnLst/>
            <a:rect l="l" t="t" r="r" b="b"/>
            <a:pathLst>
              <a:path w="1904" h="91439">
                <a:moveTo>
                  <a:pt x="0" y="91439"/>
                </a:moveTo>
                <a:lnTo>
                  <a:pt x="1523" y="91439"/>
                </a:lnTo>
                <a:lnTo>
                  <a:pt x="1523" y="0"/>
                </a:lnTo>
                <a:lnTo>
                  <a:pt x="0" y="0"/>
                </a:lnTo>
                <a:lnTo>
                  <a:pt x="0" y="91439"/>
                </a:lnTo>
                <a:close/>
              </a:path>
            </a:pathLst>
          </a:custGeom>
          <a:solidFill>
            <a:srgbClr val="9A2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11960351" y="307848"/>
            <a:ext cx="152400" cy="91440"/>
          </a:xfrm>
          <a:custGeom>
            <a:avLst/>
            <a:gdLst/>
            <a:ahLst/>
            <a:cxnLst/>
            <a:rect l="l" t="t" r="r" b="b"/>
            <a:pathLst>
              <a:path w="152400" h="91439">
                <a:moveTo>
                  <a:pt x="0" y="91439"/>
                </a:moveTo>
                <a:lnTo>
                  <a:pt x="152399" y="91439"/>
                </a:lnTo>
                <a:lnTo>
                  <a:pt x="152399" y="0"/>
                </a:lnTo>
                <a:lnTo>
                  <a:pt x="0" y="0"/>
                </a:lnTo>
                <a:lnTo>
                  <a:pt x="0" y="91439"/>
                </a:lnTo>
                <a:close/>
              </a:path>
            </a:pathLst>
          </a:custGeom>
          <a:solidFill>
            <a:srgbClr val="9A2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k object 22"/>
          <p:cNvSpPr/>
          <p:nvPr/>
        </p:nvSpPr>
        <p:spPr>
          <a:xfrm>
            <a:off x="0" y="307848"/>
            <a:ext cx="11887200" cy="91440"/>
          </a:xfrm>
          <a:custGeom>
            <a:avLst/>
            <a:gdLst/>
            <a:ahLst/>
            <a:cxnLst/>
            <a:rect l="l" t="t" r="r" b="b"/>
            <a:pathLst>
              <a:path w="11887200" h="91439">
                <a:moveTo>
                  <a:pt x="0" y="91439"/>
                </a:moveTo>
                <a:lnTo>
                  <a:pt x="11887199" y="91439"/>
                </a:lnTo>
                <a:lnTo>
                  <a:pt x="11887199" y="0"/>
                </a:lnTo>
                <a:lnTo>
                  <a:pt x="0" y="0"/>
                </a:lnTo>
                <a:lnTo>
                  <a:pt x="0" y="91439"/>
                </a:lnTo>
                <a:close/>
              </a:path>
            </a:pathLst>
          </a:custGeom>
          <a:solidFill>
            <a:srgbClr val="9A2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k object 23"/>
          <p:cNvSpPr/>
          <p:nvPr/>
        </p:nvSpPr>
        <p:spPr>
          <a:xfrm>
            <a:off x="12190476" y="359664"/>
            <a:ext cx="1905" cy="91440"/>
          </a:xfrm>
          <a:custGeom>
            <a:avLst/>
            <a:gdLst/>
            <a:ahLst/>
            <a:cxnLst/>
            <a:rect l="l" t="t" r="r" b="b"/>
            <a:pathLst>
              <a:path w="1904" h="91440">
                <a:moveTo>
                  <a:pt x="0" y="91439"/>
                </a:moveTo>
                <a:lnTo>
                  <a:pt x="1523" y="91439"/>
                </a:lnTo>
                <a:lnTo>
                  <a:pt x="1523" y="0"/>
                </a:lnTo>
                <a:lnTo>
                  <a:pt x="0" y="0"/>
                </a:lnTo>
                <a:lnTo>
                  <a:pt x="0" y="91439"/>
                </a:lnTo>
                <a:close/>
              </a:path>
            </a:pathLst>
          </a:custGeom>
          <a:solidFill>
            <a:srgbClr val="9A2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k object 24"/>
          <p:cNvSpPr/>
          <p:nvPr/>
        </p:nvSpPr>
        <p:spPr>
          <a:xfrm>
            <a:off x="11960351" y="359664"/>
            <a:ext cx="152400" cy="91440"/>
          </a:xfrm>
          <a:custGeom>
            <a:avLst/>
            <a:gdLst/>
            <a:ahLst/>
            <a:cxnLst/>
            <a:rect l="l" t="t" r="r" b="b"/>
            <a:pathLst>
              <a:path w="152400" h="91440">
                <a:moveTo>
                  <a:pt x="0" y="91439"/>
                </a:moveTo>
                <a:lnTo>
                  <a:pt x="152399" y="91439"/>
                </a:lnTo>
                <a:lnTo>
                  <a:pt x="152399" y="0"/>
                </a:lnTo>
                <a:lnTo>
                  <a:pt x="0" y="0"/>
                </a:lnTo>
                <a:lnTo>
                  <a:pt x="0" y="91439"/>
                </a:lnTo>
                <a:close/>
              </a:path>
            </a:pathLst>
          </a:custGeom>
          <a:solidFill>
            <a:srgbClr val="9A2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k object 25"/>
          <p:cNvSpPr/>
          <p:nvPr/>
        </p:nvSpPr>
        <p:spPr>
          <a:xfrm>
            <a:off x="7213091" y="359664"/>
            <a:ext cx="4674235" cy="91440"/>
          </a:xfrm>
          <a:custGeom>
            <a:avLst/>
            <a:gdLst/>
            <a:ahLst/>
            <a:cxnLst/>
            <a:rect l="l" t="t" r="r" b="b"/>
            <a:pathLst>
              <a:path w="4674234" h="91440">
                <a:moveTo>
                  <a:pt x="0" y="91439"/>
                </a:moveTo>
                <a:lnTo>
                  <a:pt x="4674107" y="91439"/>
                </a:lnTo>
                <a:lnTo>
                  <a:pt x="4674107" y="0"/>
                </a:lnTo>
                <a:lnTo>
                  <a:pt x="0" y="0"/>
                </a:lnTo>
                <a:lnTo>
                  <a:pt x="0" y="91439"/>
                </a:lnTo>
                <a:close/>
              </a:path>
            </a:pathLst>
          </a:custGeom>
          <a:solidFill>
            <a:srgbClr val="9A2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k object 26"/>
          <p:cNvSpPr/>
          <p:nvPr/>
        </p:nvSpPr>
        <p:spPr>
          <a:xfrm>
            <a:off x="12190476" y="440436"/>
            <a:ext cx="1905" cy="180340"/>
          </a:xfrm>
          <a:custGeom>
            <a:avLst/>
            <a:gdLst/>
            <a:ahLst/>
            <a:cxnLst/>
            <a:rect l="l" t="t" r="r" b="b"/>
            <a:pathLst>
              <a:path w="1904" h="180340">
                <a:moveTo>
                  <a:pt x="0" y="179831"/>
                </a:moveTo>
                <a:lnTo>
                  <a:pt x="1523" y="179831"/>
                </a:lnTo>
                <a:lnTo>
                  <a:pt x="1523" y="0"/>
                </a:lnTo>
                <a:lnTo>
                  <a:pt x="0" y="0"/>
                </a:lnTo>
                <a:lnTo>
                  <a:pt x="0" y="179831"/>
                </a:lnTo>
                <a:close/>
              </a:path>
            </a:pathLst>
          </a:custGeom>
          <a:solidFill>
            <a:srgbClr val="9A2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k object 27"/>
          <p:cNvSpPr/>
          <p:nvPr/>
        </p:nvSpPr>
        <p:spPr>
          <a:xfrm>
            <a:off x="7213091" y="440436"/>
            <a:ext cx="4899660" cy="180340"/>
          </a:xfrm>
          <a:custGeom>
            <a:avLst/>
            <a:gdLst/>
            <a:ahLst/>
            <a:cxnLst/>
            <a:rect l="l" t="t" r="r" b="b"/>
            <a:pathLst>
              <a:path w="4899659" h="180340">
                <a:moveTo>
                  <a:pt x="0" y="179831"/>
                </a:moveTo>
                <a:lnTo>
                  <a:pt x="4899659" y="179831"/>
                </a:lnTo>
                <a:lnTo>
                  <a:pt x="4899659" y="0"/>
                </a:lnTo>
                <a:lnTo>
                  <a:pt x="0" y="0"/>
                </a:lnTo>
                <a:lnTo>
                  <a:pt x="0" y="179831"/>
                </a:lnTo>
                <a:close/>
              </a:path>
            </a:pathLst>
          </a:custGeom>
          <a:solidFill>
            <a:srgbClr val="9A2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k object 28"/>
          <p:cNvSpPr/>
          <p:nvPr/>
        </p:nvSpPr>
        <p:spPr>
          <a:xfrm>
            <a:off x="7210043" y="510540"/>
            <a:ext cx="4084320" cy="0"/>
          </a:xfrm>
          <a:custGeom>
            <a:avLst/>
            <a:gdLst/>
            <a:ahLst/>
            <a:cxnLst/>
            <a:rect l="l" t="t" r="r" b="b"/>
            <a:pathLst>
              <a:path w="4084320">
                <a:moveTo>
                  <a:pt x="0" y="0"/>
                </a:moveTo>
                <a:lnTo>
                  <a:pt x="4084319" y="0"/>
                </a:lnTo>
              </a:path>
            </a:pathLst>
          </a:custGeom>
          <a:ln w="2870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k object 29"/>
          <p:cNvSpPr/>
          <p:nvPr/>
        </p:nvSpPr>
        <p:spPr>
          <a:xfrm>
            <a:off x="9831323" y="588264"/>
            <a:ext cx="2133600" cy="36830"/>
          </a:xfrm>
          <a:custGeom>
            <a:avLst/>
            <a:gdLst/>
            <a:ahLst/>
            <a:cxnLst/>
            <a:rect l="l" t="t" r="r" b="b"/>
            <a:pathLst>
              <a:path w="2133600" h="36829">
                <a:moveTo>
                  <a:pt x="2130795" y="0"/>
                </a:moveTo>
                <a:lnTo>
                  <a:pt x="2682" y="0"/>
                </a:lnTo>
                <a:lnTo>
                  <a:pt x="0" y="2651"/>
                </a:lnTo>
                <a:lnTo>
                  <a:pt x="0" y="33893"/>
                </a:lnTo>
                <a:lnTo>
                  <a:pt x="2682" y="36575"/>
                </a:lnTo>
                <a:lnTo>
                  <a:pt x="2130795" y="36575"/>
                </a:lnTo>
                <a:lnTo>
                  <a:pt x="2133599" y="33893"/>
                </a:lnTo>
                <a:lnTo>
                  <a:pt x="2133599" y="2651"/>
                </a:lnTo>
                <a:lnTo>
                  <a:pt x="213079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k object 30"/>
          <p:cNvSpPr/>
          <p:nvPr/>
        </p:nvSpPr>
        <p:spPr>
          <a:xfrm>
            <a:off x="12077700" y="0"/>
            <a:ext cx="0" cy="620395"/>
          </a:xfrm>
          <a:custGeom>
            <a:avLst/>
            <a:gdLst/>
            <a:ahLst/>
            <a:cxnLst/>
            <a:rect l="l" t="t" r="r" b="b"/>
            <a:pathLst>
              <a:path h="620395">
                <a:moveTo>
                  <a:pt x="0" y="1523"/>
                </a:moveTo>
                <a:lnTo>
                  <a:pt x="0" y="621791"/>
                </a:lnTo>
              </a:path>
            </a:pathLst>
          </a:custGeom>
          <a:ln w="3784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k object 31"/>
          <p:cNvSpPr/>
          <p:nvPr/>
        </p:nvSpPr>
        <p:spPr>
          <a:xfrm>
            <a:off x="12039600" y="0"/>
            <a:ext cx="0" cy="620395"/>
          </a:xfrm>
          <a:custGeom>
            <a:avLst/>
            <a:gdLst/>
            <a:ahLst/>
            <a:cxnLst/>
            <a:rect l="l" t="t" r="r" b="b"/>
            <a:pathLst>
              <a:path h="620395">
                <a:moveTo>
                  <a:pt x="0" y="1523"/>
                </a:moveTo>
                <a:lnTo>
                  <a:pt x="0" y="621791"/>
                </a:lnTo>
              </a:path>
            </a:pathLst>
          </a:custGeom>
          <a:ln w="1346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k object 32"/>
          <p:cNvSpPr/>
          <p:nvPr/>
        </p:nvSpPr>
        <p:spPr>
          <a:xfrm>
            <a:off x="11986259" y="0"/>
            <a:ext cx="0" cy="620395"/>
          </a:xfrm>
          <a:custGeom>
            <a:avLst/>
            <a:gdLst/>
            <a:ahLst/>
            <a:cxnLst/>
            <a:rect l="l" t="t" r="r" b="b"/>
            <a:pathLst>
              <a:path h="620395">
                <a:moveTo>
                  <a:pt x="0" y="1523"/>
                </a:moveTo>
                <a:lnTo>
                  <a:pt x="0" y="621791"/>
                </a:lnTo>
              </a:path>
            </a:pathLst>
          </a:custGeom>
          <a:ln w="3784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k object 33"/>
          <p:cNvSpPr/>
          <p:nvPr/>
        </p:nvSpPr>
        <p:spPr>
          <a:xfrm>
            <a:off x="11887200" y="0"/>
            <a:ext cx="73660" cy="585470"/>
          </a:xfrm>
          <a:custGeom>
            <a:avLst/>
            <a:gdLst/>
            <a:ahLst/>
            <a:cxnLst/>
            <a:rect l="l" t="t" r="r" b="b"/>
            <a:pathLst>
              <a:path w="73659" h="585470">
                <a:moveTo>
                  <a:pt x="0" y="585215"/>
                </a:moveTo>
                <a:lnTo>
                  <a:pt x="73151" y="585215"/>
                </a:lnTo>
                <a:lnTo>
                  <a:pt x="73151" y="0"/>
                </a:lnTo>
                <a:lnTo>
                  <a:pt x="0" y="0"/>
                </a:lnTo>
                <a:lnTo>
                  <a:pt x="0" y="5852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k object 34"/>
          <p:cNvSpPr/>
          <p:nvPr/>
        </p:nvSpPr>
        <p:spPr>
          <a:xfrm>
            <a:off x="11836907" y="0"/>
            <a:ext cx="0" cy="585470"/>
          </a:xfrm>
          <a:custGeom>
            <a:avLst/>
            <a:gdLst/>
            <a:ahLst/>
            <a:cxnLst/>
            <a:rect l="l" t="t" r="r" b="b"/>
            <a:pathLst>
              <a:path h="585470">
                <a:moveTo>
                  <a:pt x="0" y="0"/>
                </a:moveTo>
                <a:lnTo>
                  <a:pt x="0" y="585215"/>
                </a:lnTo>
              </a:path>
            </a:pathLst>
          </a:custGeom>
          <a:ln w="1346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539" y="579785"/>
            <a:ext cx="12008921" cy="533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76782" y="2047644"/>
            <a:ext cx="10838435" cy="3622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39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jp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7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213091" y="3893820"/>
            <a:ext cx="4979035" cy="7620"/>
          </a:xfrm>
          <a:custGeom>
            <a:avLst/>
            <a:gdLst/>
            <a:ahLst/>
            <a:cxnLst/>
            <a:rect l="l" t="t" r="r" b="b"/>
            <a:pathLst>
              <a:path w="4979034" h="7620">
                <a:moveTo>
                  <a:pt x="0" y="7619"/>
                </a:moveTo>
                <a:lnTo>
                  <a:pt x="4978907" y="7619"/>
                </a:lnTo>
                <a:lnTo>
                  <a:pt x="4978907" y="0"/>
                </a:lnTo>
                <a:lnTo>
                  <a:pt x="0" y="0"/>
                </a:lnTo>
                <a:lnTo>
                  <a:pt x="0" y="7619"/>
                </a:lnTo>
                <a:close/>
              </a:path>
            </a:pathLst>
          </a:custGeom>
          <a:solidFill>
            <a:srgbClr val="9A2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213091" y="3896867"/>
            <a:ext cx="4979035" cy="192405"/>
          </a:xfrm>
          <a:custGeom>
            <a:avLst/>
            <a:gdLst/>
            <a:ahLst/>
            <a:cxnLst/>
            <a:rect l="l" t="t" r="r" b="b"/>
            <a:pathLst>
              <a:path w="4979034" h="192404">
                <a:moveTo>
                  <a:pt x="0" y="192023"/>
                </a:moveTo>
                <a:lnTo>
                  <a:pt x="4978907" y="192023"/>
                </a:lnTo>
                <a:lnTo>
                  <a:pt x="4978907" y="0"/>
                </a:lnTo>
                <a:lnTo>
                  <a:pt x="0" y="0"/>
                </a:lnTo>
                <a:lnTo>
                  <a:pt x="0" y="192023"/>
                </a:lnTo>
                <a:close/>
              </a:path>
            </a:pathLst>
          </a:custGeom>
          <a:solidFill>
            <a:srgbClr val="9A2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213091" y="4119372"/>
            <a:ext cx="4979035" cy="0"/>
          </a:xfrm>
          <a:custGeom>
            <a:avLst/>
            <a:gdLst/>
            <a:ahLst/>
            <a:cxnLst/>
            <a:rect l="l" t="t" r="r" b="b"/>
            <a:pathLst>
              <a:path w="4979034">
                <a:moveTo>
                  <a:pt x="0" y="0"/>
                </a:moveTo>
                <a:lnTo>
                  <a:pt x="4978907" y="0"/>
                </a:lnTo>
              </a:path>
            </a:pathLst>
          </a:custGeom>
          <a:ln w="10413">
            <a:solidFill>
              <a:srgbClr val="9A2C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213091" y="4174235"/>
            <a:ext cx="2621280" cy="0"/>
          </a:xfrm>
          <a:custGeom>
            <a:avLst/>
            <a:gdLst/>
            <a:ahLst/>
            <a:cxnLst/>
            <a:rect l="l" t="t" r="r" b="b"/>
            <a:pathLst>
              <a:path w="2621279">
                <a:moveTo>
                  <a:pt x="0" y="0"/>
                </a:moveTo>
                <a:lnTo>
                  <a:pt x="2621279" y="0"/>
                </a:lnTo>
              </a:path>
            </a:pathLst>
          </a:custGeom>
          <a:ln w="19557">
            <a:solidFill>
              <a:srgbClr val="9A2C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13091" y="4204716"/>
            <a:ext cx="2621280" cy="0"/>
          </a:xfrm>
          <a:custGeom>
            <a:avLst/>
            <a:gdLst/>
            <a:ahLst/>
            <a:cxnLst/>
            <a:rect l="l" t="t" r="r" b="b"/>
            <a:pathLst>
              <a:path w="2621279">
                <a:moveTo>
                  <a:pt x="0" y="0"/>
                </a:moveTo>
                <a:lnTo>
                  <a:pt x="2621279" y="0"/>
                </a:lnTo>
              </a:path>
            </a:pathLst>
          </a:custGeom>
          <a:ln w="10413">
            <a:solidFill>
              <a:srgbClr val="9A2C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213091" y="3976116"/>
            <a:ext cx="4084320" cy="0"/>
          </a:xfrm>
          <a:custGeom>
            <a:avLst/>
            <a:gdLst/>
            <a:ahLst/>
            <a:cxnLst/>
            <a:rect l="l" t="t" r="r" b="b"/>
            <a:pathLst>
              <a:path w="4084320">
                <a:moveTo>
                  <a:pt x="0" y="0"/>
                </a:moveTo>
                <a:lnTo>
                  <a:pt x="4084319" y="0"/>
                </a:lnTo>
              </a:path>
            </a:pathLst>
          </a:custGeom>
          <a:ln w="2870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835895" y="4061460"/>
            <a:ext cx="2133600" cy="36830"/>
          </a:xfrm>
          <a:custGeom>
            <a:avLst/>
            <a:gdLst/>
            <a:ahLst/>
            <a:cxnLst/>
            <a:rect l="l" t="t" r="r" b="b"/>
            <a:pathLst>
              <a:path w="2133600" h="36829">
                <a:moveTo>
                  <a:pt x="2130948" y="0"/>
                </a:moveTo>
                <a:lnTo>
                  <a:pt x="2682" y="0"/>
                </a:lnTo>
                <a:lnTo>
                  <a:pt x="0" y="2666"/>
                </a:lnTo>
                <a:lnTo>
                  <a:pt x="0" y="33908"/>
                </a:lnTo>
                <a:lnTo>
                  <a:pt x="2682" y="36575"/>
                </a:lnTo>
                <a:lnTo>
                  <a:pt x="2130948" y="36575"/>
                </a:lnTo>
                <a:lnTo>
                  <a:pt x="2133599" y="33908"/>
                </a:lnTo>
                <a:lnTo>
                  <a:pt x="2133599" y="2666"/>
                </a:lnTo>
                <a:lnTo>
                  <a:pt x="213094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3816096"/>
            <a:ext cx="12192000" cy="78105"/>
          </a:xfrm>
          <a:custGeom>
            <a:avLst/>
            <a:gdLst/>
            <a:ahLst/>
            <a:cxnLst/>
            <a:rect l="l" t="t" r="r" b="b"/>
            <a:pathLst>
              <a:path w="12192000" h="78104">
                <a:moveTo>
                  <a:pt x="0" y="77723"/>
                </a:moveTo>
                <a:lnTo>
                  <a:pt x="12191999" y="77723"/>
                </a:lnTo>
                <a:lnTo>
                  <a:pt x="12191999" y="0"/>
                </a:lnTo>
                <a:lnTo>
                  <a:pt x="0" y="0"/>
                </a:lnTo>
                <a:lnTo>
                  <a:pt x="0" y="77723"/>
                </a:lnTo>
                <a:close/>
              </a:path>
            </a:pathLst>
          </a:custGeom>
          <a:solidFill>
            <a:srgbClr val="9A2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0" y="3701796"/>
            <a:ext cx="8552815" cy="114300"/>
          </a:xfrm>
          <a:custGeom>
            <a:avLst/>
            <a:gdLst/>
            <a:ahLst/>
            <a:cxnLst/>
            <a:rect l="l" t="t" r="r" b="b"/>
            <a:pathLst>
              <a:path w="8552815" h="114300">
                <a:moveTo>
                  <a:pt x="0" y="114299"/>
                </a:moveTo>
                <a:lnTo>
                  <a:pt x="8552687" y="114299"/>
                </a:lnTo>
                <a:lnTo>
                  <a:pt x="8552687" y="0"/>
                </a:lnTo>
                <a:lnTo>
                  <a:pt x="0" y="0"/>
                </a:lnTo>
                <a:lnTo>
                  <a:pt x="0" y="114299"/>
                </a:lnTo>
                <a:close/>
              </a:path>
            </a:pathLst>
          </a:custGeom>
          <a:solidFill>
            <a:srgbClr val="9A2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552688" y="3701796"/>
            <a:ext cx="3639820" cy="189230"/>
          </a:xfrm>
          <a:custGeom>
            <a:avLst/>
            <a:gdLst/>
            <a:ahLst/>
            <a:cxnLst/>
            <a:rect l="l" t="t" r="r" b="b"/>
            <a:pathLst>
              <a:path w="3639820" h="189229">
                <a:moveTo>
                  <a:pt x="0" y="188975"/>
                </a:moveTo>
                <a:lnTo>
                  <a:pt x="3639311" y="188975"/>
                </a:lnTo>
                <a:lnTo>
                  <a:pt x="3639311" y="0"/>
                </a:lnTo>
                <a:lnTo>
                  <a:pt x="0" y="0"/>
                </a:lnTo>
                <a:lnTo>
                  <a:pt x="0" y="188975"/>
                </a:lnTo>
                <a:close/>
              </a:path>
            </a:pathLst>
          </a:custGeom>
          <a:solidFill>
            <a:srgbClr val="9A2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0" y="0"/>
            <a:ext cx="12192000" cy="3702050"/>
          </a:xfrm>
          <a:custGeom>
            <a:avLst/>
            <a:gdLst/>
            <a:ahLst/>
            <a:cxnLst/>
            <a:rect l="l" t="t" r="r" b="b"/>
            <a:pathLst>
              <a:path w="12192000" h="3702050">
                <a:moveTo>
                  <a:pt x="0" y="3701795"/>
                </a:moveTo>
                <a:lnTo>
                  <a:pt x="12191999" y="3701795"/>
                </a:lnTo>
                <a:lnTo>
                  <a:pt x="12191999" y="0"/>
                </a:lnTo>
                <a:lnTo>
                  <a:pt x="0" y="0"/>
                </a:lnTo>
                <a:lnTo>
                  <a:pt x="0" y="3701795"/>
                </a:lnTo>
                <a:close/>
              </a:path>
            </a:pathLst>
          </a:custGeom>
          <a:solidFill>
            <a:srgbClr val="6963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529328" y="42671"/>
            <a:ext cx="2691383" cy="11216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831845" y="289208"/>
            <a:ext cx="2049780" cy="508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4740"/>
              </a:lnSpc>
            </a:pPr>
            <a:r>
              <a:rPr sz="40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4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n</a:t>
            </a:r>
            <a:r>
              <a:rPr sz="40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g</a:t>
            </a:r>
            <a:r>
              <a:rPr sz="4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u</a:t>
            </a:r>
            <a:r>
              <a:rPr sz="4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l</a:t>
            </a:r>
            <a:r>
              <a:rPr sz="4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ar</a:t>
            </a:r>
            <a:r>
              <a:rPr sz="40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4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endParaRPr sz="40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031235" y="957072"/>
            <a:ext cx="2944368" cy="112166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311140" y="957072"/>
            <a:ext cx="2554223" cy="112166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200900" y="957072"/>
            <a:ext cx="1082040" cy="112166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618476" y="957072"/>
            <a:ext cx="833627" cy="112166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333371" y="1203361"/>
            <a:ext cx="4782820" cy="1987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(</a:t>
            </a:r>
            <a:r>
              <a:rPr sz="4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fo</a:t>
            </a:r>
            <a:r>
              <a:rPr sz="4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r</a:t>
            </a:r>
            <a:r>
              <a:rPr sz="40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m</a:t>
            </a:r>
            <a:r>
              <a:rPr sz="4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e</a:t>
            </a:r>
            <a:r>
              <a:rPr sz="4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r</a:t>
            </a:r>
            <a:r>
              <a:rPr sz="4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ly</a:t>
            </a:r>
            <a:r>
              <a:rPr sz="40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A</a:t>
            </a:r>
            <a:r>
              <a:rPr sz="4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n</a:t>
            </a:r>
            <a:r>
              <a:rPr sz="40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g</a:t>
            </a:r>
            <a:r>
              <a:rPr sz="4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u</a:t>
            </a:r>
            <a:r>
              <a:rPr sz="4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l</a:t>
            </a:r>
            <a:r>
              <a:rPr sz="4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ar</a:t>
            </a:r>
            <a:r>
              <a:rPr sz="40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4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4</a:t>
            </a:r>
            <a:r>
              <a:rPr sz="4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4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)</a:t>
            </a:r>
            <a:endParaRPr sz="4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4"/>
              </a:spcBef>
            </a:pPr>
            <a:endParaRPr sz="4150">
              <a:latin typeface="Times New Roman"/>
              <a:cs typeface="Times New Roman"/>
            </a:endParaRPr>
          </a:p>
          <a:p>
            <a:pPr marL="228600" algn="ctr">
              <a:lnSpc>
                <a:spcPct val="100000"/>
              </a:lnSpc>
            </a:pPr>
            <a:r>
              <a:rPr sz="2800" spc="-25" dirty="0">
                <a:solidFill>
                  <a:srgbClr val="E9E5DC"/>
                </a:solidFill>
                <a:latin typeface="Microsoft Sans Serif"/>
                <a:cs typeface="Microsoft Sans Serif"/>
              </a:rPr>
              <a:t>O</a:t>
            </a:r>
            <a:r>
              <a:rPr sz="2800" spc="-5" dirty="0">
                <a:solidFill>
                  <a:srgbClr val="E9E5DC"/>
                </a:solidFill>
                <a:latin typeface="Microsoft Sans Serif"/>
                <a:cs typeface="Microsoft Sans Serif"/>
              </a:rPr>
              <a:t>n</a:t>
            </a:r>
            <a:r>
              <a:rPr sz="2800" spc="-10" dirty="0">
                <a:solidFill>
                  <a:srgbClr val="E9E5DC"/>
                </a:solidFill>
                <a:latin typeface="Microsoft Sans Serif"/>
                <a:cs typeface="Microsoft Sans Serif"/>
              </a:rPr>
              <a:t>e</a:t>
            </a:r>
            <a:r>
              <a:rPr sz="2800" spc="-35" dirty="0">
                <a:solidFill>
                  <a:srgbClr val="E9E5DC"/>
                </a:solidFill>
                <a:latin typeface="Microsoft Sans Serif"/>
                <a:cs typeface="Microsoft Sans Serif"/>
              </a:rPr>
              <a:t> </a:t>
            </a:r>
            <a:r>
              <a:rPr sz="2800" spc="-5" dirty="0">
                <a:solidFill>
                  <a:srgbClr val="E9E5DC"/>
                </a:solidFill>
                <a:latin typeface="Microsoft Sans Serif"/>
                <a:cs typeface="Microsoft Sans Serif"/>
              </a:rPr>
              <a:t>fra</a:t>
            </a:r>
            <a:r>
              <a:rPr sz="2800" spc="-20" dirty="0">
                <a:solidFill>
                  <a:srgbClr val="E9E5DC"/>
                </a:solidFill>
                <a:latin typeface="Microsoft Sans Serif"/>
                <a:cs typeface="Microsoft Sans Serif"/>
              </a:rPr>
              <a:t>m</a:t>
            </a:r>
            <a:r>
              <a:rPr sz="2800" spc="-25" dirty="0">
                <a:solidFill>
                  <a:srgbClr val="E9E5DC"/>
                </a:solidFill>
                <a:latin typeface="Microsoft Sans Serif"/>
                <a:cs typeface="Microsoft Sans Serif"/>
              </a:rPr>
              <a:t>e</a:t>
            </a:r>
            <a:r>
              <a:rPr sz="2800" spc="-20" dirty="0">
                <a:solidFill>
                  <a:srgbClr val="E9E5DC"/>
                </a:solidFill>
                <a:latin typeface="Microsoft Sans Serif"/>
                <a:cs typeface="Microsoft Sans Serif"/>
              </a:rPr>
              <a:t>wor</a:t>
            </a:r>
            <a:r>
              <a:rPr sz="2800" spc="-5" dirty="0">
                <a:solidFill>
                  <a:srgbClr val="E9E5DC"/>
                </a:solidFill>
                <a:latin typeface="Microsoft Sans Serif"/>
                <a:cs typeface="Microsoft Sans Serif"/>
              </a:rPr>
              <a:t>k</a:t>
            </a:r>
            <a:r>
              <a:rPr sz="2800" spc="-10" dirty="0">
                <a:solidFill>
                  <a:srgbClr val="E9E5DC"/>
                </a:solidFill>
                <a:latin typeface="Microsoft Sans Serif"/>
                <a:cs typeface="Microsoft Sans Serif"/>
              </a:rPr>
              <a:t>.</a:t>
            </a:r>
            <a:endParaRPr sz="2800">
              <a:latin typeface="Microsoft Sans Serif"/>
              <a:cs typeface="Microsoft Sans Serif"/>
            </a:endParaRPr>
          </a:p>
          <a:p>
            <a:pPr marL="225425" algn="ctr">
              <a:lnSpc>
                <a:spcPct val="100000"/>
              </a:lnSpc>
            </a:pPr>
            <a:r>
              <a:rPr sz="2800" spc="-20" dirty="0">
                <a:solidFill>
                  <a:srgbClr val="E9E5DC"/>
                </a:solidFill>
                <a:latin typeface="Microsoft Sans Serif"/>
                <a:cs typeface="Microsoft Sans Serif"/>
              </a:rPr>
              <a:t>M</a:t>
            </a:r>
            <a:r>
              <a:rPr sz="2800" spc="-10" dirty="0">
                <a:solidFill>
                  <a:srgbClr val="E9E5DC"/>
                </a:solidFill>
                <a:latin typeface="Microsoft Sans Serif"/>
                <a:cs typeface="Microsoft Sans Serif"/>
              </a:rPr>
              <a:t>ob</a:t>
            </a:r>
            <a:r>
              <a:rPr sz="2800" spc="-5" dirty="0">
                <a:solidFill>
                  <a:srgbClr val="E9E5DC"/>
                </a:solidFill>
                <a:latin typeface="Microsoft Sans Serif"/>
                <a:cs typeface="Microsoft Sans Serif"/>
              </a:rPr>
              <a:t>i</a:t>
            </a:r>
            <a:r>
              <a:rPr sz="2800" spc="-10" dirty="0">
                <a:solidFill>
                  <a:srgbClr val="E9E5DC"/>
                </a:solidFill>
                <a:latin typeface="Microsoft Sans Serif"/>
                <a:cs typeface="Microsoft Sans Serif"/>
              </a:rPr>
              <a:t>le</a:t>
            </a:r>
            <a:r>
              <a:rPr sz="2800" spc="-50" dirty="0">
                <a:solidFill>
                  <a:srgbClr val="E9E5DC"/>
                </a:solidFill>
                <a:latin typeface="Microsoft Sans Serif"/>
                <a:cs typeface="Microsoft Sans Serif"/>
              </a:rPr>
              <a:t> </a:t>
            </a:r>
            <a:r>
              <a:rPr sz="2800" spc="-20" dirty="0">
                <a:solidFill>
                  <a:srgbClr val="E9E5DC"/>
                </a:solidFill>
                <a:latin typeface="Microsoft Sans Serif"/>
                <a:cs typeface="Microsoft Sans Serif"/>
              </a:rPr>
              <a:t>&amp;</a:t>
            </a:r>
            <a:r>
              <a:rPr sz="2800" spc="0" dirty="0">
                <a:solidFill>
                  <a:srgbClr val="E9E5DC"/>
                </a:solidFill>
                <a:latin typeface="Microsoft Sans Serif"/>
                <a:cs typeface="Microsoft Sans Serif"/>
              </a:rPr>
              <a:t> </a:t>
            </a:r>
            <a:r>
              <a:rPr sz="2800" spc="-5" dirty="0">
                <a:solidFill>
                  <a:srgbClr val="E9E5DC"/>
                </a:solidFill>
                <a:latin typeface="Microsoft Sans Serif"/>
                <a:cs typeface="Microsoft Sans Serif"/>
              </a:rPr>
              <a:t>des</a:t>
            </a:r>
            <a:r>
              <a:rPr sz="2800" spc="-15" dirty="0">
                <a:solidFill>
                  <a:srgbClr val="E9E5DC"/>
                </a:solidFill>
                <a:latin typeface="Microsoft Sans Serif"/>
                <a:cs typeface="Microsoft Sans Serif"/>
              </a:rPr>
              <a:t>ktop.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122919" y="4611623"/>
            <a:ext cx="2180844" cy="167335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621536" y="4611623"/>
            <a:ext cx="2028443" cy="177088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3959" y="1291416"/>
            <a:ext cx="5664200" cy="5423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24180" indent="-411480">
              <a:lnSpc>
                <a:spcPts val="3340"/>
              </a:lnSpc>
              <a:buClr>
                <a:srgbClr val="A18D6A"/>
              </a:buClr>
              <a:buFont typeface="Wingdings"/>
              <a:buChar char=""/>
              <a:tabLst>
                <a:tab pos="424815" algn="l"/>
              </a:tabLst>
            </a:pP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In</a:t>
            </a:r>
            <a:r>
              <a:rPr sz="2800" spc="-5" dirty="0">
                <a:solidFill>
                  <a:srgbClr val="252525"/>
                </a:solidFill>
                <a:latin typeface="Microsoft Sans Serif"/>
                <a:cs typeface="Microsoft Sans Serif"/>
              </a:rPr>
              <a:t>t</a:t>
            </a:r>
            <a:r>
              <a:rPr sz="2800" spc="-10" dirty="0">
                <a:solidFill>
                  <a:srgbClr val="252525"/>
                </a:solidFill>
                <a:latin typeface="Microsoft Sans Serif"/>
                <a:cs typeface="Microsoft Sans Serif"/>
              </a:rPr>
              <a:t>r</a:t>
            </a: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o</a:t>
            </a:r>
            <a:r>
              <a:rPr sz="2800" spc="-25" dirty="0">
                <a:solidFill>
                  <a:srgbClr val="252525"/>
                </a:solidFill>
                <a:latin typeface="Microsoft Sans Serif"/>
                <a:cs typeface="Microsoft Sans Serif"/>
              </a:rPr>
              <a:t>d</a:t>
            </a: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uc</a:t>
            </a:r>
            <a:r>
              <a:rPr sz="2800" spc="-5" dirty="0">
                <a:solidFill>
                  <a:srgbClr val="252525"/>
                </a:solidFill>
                <a:latin typeface="Microsoft Sans Serif"/>
                <a:cs typeface="Microsoft Sans Serif"/>
              </a:rPr>
              <a:t>t</a:t>
            </a: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ion</a:t>
            </a:r>
            <a:r>
              <a:rPr sz="2800" spc="-5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800" spc="-20" dirty="0">
                <a:solidFill>
                  <a:srgbClr val="252525"/>
                </a:solidFill>
                <a:latin typeface="Microsoft Sans Serif"/>
                <a:cs typeface="Microsoft Sans Serif"/>
              </a:rPr>
              <a:t>of</a:t>
            </a:r>
            <a:r>
              <a:rPr sz="2800" spc="-5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800" spc="-20" dirty="0">
                <a:solidFill>
                  <a:srgbClr val="252525"/>
                </a:solidFill>
                <a:latin typeface="Microsoft Sans Serif"/>
                <a:cs typeface="Microsoft Sans Serif"/>
              </a:rPr>
              <a:t>Ang</a:t>
            </a: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ula</a:t>
            </a:r>
            <a:r>
              <a:rPr sz="2800" spc="-5" dirty="0">
                <a:solidFill>
                  <a:srgbClr val="252525"/>
                </a:solidFill>
                <a:latin typeface="Microsoft Sans Serif"/>
                <a:cs typeface="Microsoft Sans Serif"/>
              </a:rPr>
              <a:t>r</a:t>
            </a:r>
            <a:r>
              <a:rPr sz="2800" spc="-10" dirty="0">
                <a:solidFill>
                  <a:srgbClr val="252525"/>
                </a:solidFill>
                <a:latin typeface="Microsoft Sans Serif"/>
                <a:cs typeface="Microsoft Sans Serif"/>
              </a:rPr>
              <a:t>.</a:t>
            </a:r>
            <a:endParaRPr sz="2800">
              <a:latin typeface="Microsoft Sans Serif"/>
              <a:cs typeface="Microsoft Sans Serif"/>
            </a:endParaRPr>
          </a:p>
          <a:p>
            <a:pPr marL="424180" indent="-411480">
              <a:lnSpc>
                <a:spcPts val="3325"/>
              </a:lnSpc>
              <a:buClr>
                <a:srgbClr val="A18D6A"/>
              </a:buClr>
              <a:buFont typeface="Wingdings"/>
              <a:buChar char=""/>
              <a:tabLst>
                <a:tab pos="424815" algn="l"/>
              </a:tabLst>
            </a:pP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Feat</a:t>
            </a:r>
            <a:r>
              <a:rPr sz="2800" spc="-25" dirty="0">
                <a:solidFill>
                  <a:srgbClr val="252525"/>
                </a:solidFill>
                <a:latin typeface="Microsoft Sans Serif"/>
                <a:cs typeface="Microsoft Sans Serif"/>
              </a:rPr>
              <a:t>u</a:t>
            </a:r>
            <a:r>
              <a:rPr sz="2800" spc="-5" dirty="0">
                <a:solidFill>
                  <a:srgbClr val="252525"/>
                </a:solidFill>
                <a:latin typeface="Microsoft Sans Serif"/>
                <a:cs typeface="Microsoft Sans Serif"/>
              </a:rPr>
              <a:t>r</a:t>
            </a:r>
            <a:r>
              <a:rPr sz="2800" spc="-25" dirty="0">
                <a:solidFill>
                  <a:srgbClr val="252525"/>
                </a:solidFill>
                <a:latin typeface="Microsoft Sans Serif"/>
                <a:cs typeface="Microsoft Sans Serif"/>
              </a:rPr>
              <a:t>e</a:t>
            </a:r>
            <a:r>
              <a:rPr sz="2800" spc="-10" dirty="0">
                <a:solidFill>
                  <a:srgbClr val="252525"/>
                </a:solidFill>
                <a:latin typeface="Microsoft Sans Serif"/>
                <a:cs typeface="Microsoft Sans Serif"/>
              </a:rPr>
              <a:t>s</a:t>
            </a:r>
            <a:r>
              <a:rPr sz="2800" spc="5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800" spc="-20" dirty="0">
                <a:solidFill>
                  <a:srgbClr val="252525"/>
                </a:solidFill>
                <a:latin typeface="Microsoft Sans Serif"/>
                <a:cs typeface="Microsoft Sans Serif"/>
              </a:rPr>
              <a:t>of</a:t>
            </a:r>
            <a:r>
              <a:rPr sz="2800" spc="-5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800" spc="-20" dirty="0">
                <a:solidFill>
                  <a:srgbClr val="252525"/>
                </a:solidFill>
                <a:latin typeface="Microsoft Sans Serif"/>
                <a:cs typeface="Microsoft Sans Serif"/>
              </a:rPr>
              <a:t>Ang</a:t>
            </a: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ula</a:t>
            </a:r>
            <a:r>
              <a:rPr sz="2800" spc="-5" dirty="0">
                <a:solidFill>
                  <a:srgbClr val="252525"/>
                </a:solidFill>
                <a:latin typeface="Microsoft Sans Serif"/>
                <a:cs typeface="Microsoft Sans Serif"/>
              </a:rPr>
              <a:t>r</a:t>
            </a:r>
            <a:r>
              <a:rPr sz="2800" spc="-10" dirty="0">
                <a:solidFill>
                  <a:srgbClr val="252525"/>
                </a:solidFill>
                <a:latin typeface="Microsoft Sans Serif"/>
                <a:cs typeface="Microsoft Sans Serif"/>
              </a:rPr>
              <a:t>.</a:t>
            </a:r>
            <a:endParaRPr sz="2800">
              <a:latin typeface="Microsoft Sans Serif"/>
              <a:cs typeface="Microsoft Sans Serif"/>
            </a:endParaRPr>
          </a:p>
          <a:p>
            <a:pPr marL="424180" indent="-411480">
              <a:lnSpc>
                <a:spcPts val="3325"/>
              </a:lnSpc>
              <a:buClr>
                <a:srgbClr val="A18D6A"/>
              </a:buClr>
              <a:buFont typeface="Wingdings"/>
              <a:buChar char=""/>
              <a:tabLst>
                <a:tab pos="424815" algn="l"/>
              </a:tabLst>
            </a:pPr>
            <a:r>
              <a:rPr sz="2800" spc="-25" dirty="0">
                <a:solidFill>
                  <a:srgbClr val="252525"/>
                </a:solidFill>
                <a:latin typeface="Microsoft Sans Serif"/>
                <a:cs typeface="Microsoft Sans Serif"/>
              </a:rPr>
              <a:t>De</a:t>
            </a:r>
            <a:r>
              <a:rPr sz="2800" spc="-10" dirty="0">
                <a:solidFill>
                  <a:srgbClr val="252525"/>
                </a:solidFill>
                <a:latin typeface="Microsoft Sans Serif"/>
                <a:cs typeface="Microsoft Sans Serif"/>
              </a:rPr>
              <a:t>v</a:t>
            </a:r>
            <a:r>
              <a:rPr sz="2800" spc="-20" dirty="0">
                <a:solidFill>
                  <a:srgbClr val="252525"/>
                </a:solidFill>
                <a:latin typeface="Microsoft Sans Serif"/>
                <a:cs typeface="Microsoft Sans Serif"/>
              </a:rPr>
              <a:t>el</a:t>
            </a: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o</a:t>
            </a:r>
            <a:r>
              <a:rPr sz="2800" spc="-25" dirty="0">
                <a:solidFill>
                  <a:srgbClr val="252525"/>
                </a:solidFill>
                <a:latin typeface="Microsoft Sans Serif"/>
                <a:cs typeface="Microsoft Sans Serif"/>
              </a:rPr>
              <a:t>pm</a:t>
            </a: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e</a:t>
            </a:r>
            <a:r>
              <a:rPr sz="2800" spc="-20" dirty="0">
                <a:solidFill>
                  <a:srgbClr val="252525"/>
                </a:solidFill>
                <a:latin typeface="Microsoft Sans Serif"/>
                <a:cs typeface="Microsoft Sans Serif"/>
              </a:rPr>
              <a:t>nt</a:t>
            </a:r>
            <a:r>
              <a:rPr sz="2800" spc="25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800" spc="-25" dirty="0">
                <a:solidFill>
                  <a:srgbClr val="252525"/>
                </a:solidFill>
                <a:latin typeface="Microsoft Sans Serif"/>
                <a:cs typeface="Microsoft Sans Serif"/>
              </a:rPr>
              <a:t>e</a:t>
            </a: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nvi</a:t>
            </a:r>
            <a:r>
              <a:rPr sz="2800" spc="-5" dirty="0">
                <a:solidFill>
                  <a:srgbClr val="252525"/>
                </a:solidFill>
                <a:latin typeface="Microsoft Sans Serif"/>
                <a:cs typeface="Microsoft Sans Serif"/>
              </a:rPr>
              <a:t>r</a:t>
            </a:r>
            <a:r>
              <a:rPr sz="2800" spc="-25" dirty="0">
                <a:solidFill>
                  <a:srgbClr val="252525"/>
                </a:solidFill>
                <a:latin typeface="Microsoft Sans Serif"/>
                <a:cs typeface="Microsoft Sans Serif"/>
              </a:rPr>
              <a:t>o</a:t>
            </a: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n</a:t>
            </a:r>
            <a:r>
              <a:rPr sz="2800" spc="-20" dirty="0">
                <a:solidFill>
                  <a:srgbClr val="252525"/>
                </a:solidFill>
                <a:latin typeface="Microsoft Sans Serif"/>
                <a:cs typeface="Microsoft Sans Serif"/>
              </a:rPr>
              <a:t>ment</a:t>
            </a:r>
            <a:r>
              <a:rPr sz="2800" spc="45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252525"/>
                </a:solidFill>
                <a:latin typeface="Microsoft Sans Serif"/>
                <a:cs typeface="Microsoft Sans Serif"/>
              </a:rPr>
              <a:t>s</a:t>
            </a:r>
            <a:r>
              <a:rPr sz="2800" spc="-20" dirty="0">
                <a:solidFill>
                  <a:srgbClr val="252525"/>
                </a:solidFill>
                <a:latin typeface="Microsoft Sans Serif"/>
                <a:cs typeface="Microsoft Sans Serif"/>
              </a:rPr>
              <a:t>et</a:t>
            </a:r>
            <a:r>
              <a:rPr sz="2800" spc="-10" dirty="0">
                <a:solidFill>
                  <a:srgbClr val="252525"/>
                </a:solidFill>
                <a:latin typeface="Microsoft Sans Serif"/>
                <a:cs typeface="Microsoft Sans Serif"/>
              </a:rPr>
              <a:t>u</a:t>
            </a:r>
            <a:r>
              <a:rPr sz="2800" spc="-20" dirty="0">
                <a:solidFill>
                  <a:srgbClr val="252525"/>
                </a:solidFill>
                <a:latin typeface="Microsoft Sans Serif"/>
                <a:cs typeface="Microsoft Sans Serif"/>
              </a:rPr>
              <a:t>p.</a:t>
            </a:r>
            <a:endParaRPr sz="2800">
              <a:latin typeface="Microsoft Sans Serif"/>
              <a:cs typeface="Microsoft Sans Serif"/>
            </a:endParaRPr>
          </a:p>
          <a:p>
            <a:pPr marL="424180" indent="-411480">
              <a:lnSpc>
                <a:spcPts val="3325"/>
              </a:lnSpc>
              <a:buClr>
                <a:srgbClr val="A18D6A"/>
              </a:buClr>
              <a:buFont typeface="Wingdings"/>
              <a:buChar char=""/>
              <a:tabLst>
                <a:tab pos="424815" algn="l"/>
              </a:tabLst>
            </a:pP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Project</a:t>
            </a:r>
            <a:r>
              <a:rPr sz="2800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setup</a:t>
            </a:r>
            <a:endParaRPr sz="2800">
              <a:latin typeface="Microsoft Sans Serif"/>
              <a:cs typeface="Microsoft Sans Serif"/>
            </a:endParaRPr>
          </a:p>
          <a:p>
            <a:pPr marL="424180" indent="-411480">
              <a:lnSpc>
                <a:spcPts val="3325"/>
              </a:lnSpc>
              <a:buClr>
                <a:srgbClr val="A18D6A"/>
              </a:buClr>
              <a:buFont typeface="Wingdings"/>
              <a:buChar char=""/>
              <a:tabLst>
                <a:tab pos="424815" algn="l"/>
              </a:tabLst>
            </a:pP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Stru</a:t>
            </a:r>
            <a:r>
              <a:rPr sz="2800" spc="-5" dirty="0">
                <a:solidFill>
                  <a:srgbClr val="252525"/>
                </a:solidFill>
                <a:latin typeface="Microsoft Sans Serif"/>
                <a:cs typeface="Microsoft Sans Serif"/>
              </a:rPr>
              <a:t>c</a:t>
            </a: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tu</a:t>
            </a:r>
            <a:r>
              <a:rPr sz="2800" dirty="0">
                <a:solidFill>
                  <a:srgbClr val="252525"/>
                </a:solidFill>
                <a:latin typeface="Microsoft Sans Serif"/>
                <a:cs typeface="Microsoft Sans Serif"/>
              </a:rPr>
              <a:t>r</a:t>
            </a:r>
            <a:r>
              <a:rPr sz="2800" spc="-25" dirty="0">
                <a:solidFill>
                  <a:srgbClr val="252525"/>
                </a:solidFill>
                <a:latin typeface="Microsoft Sans Serif"/>
                <a:cs typeface="Microsoft Sans Serif"/>
              </a:rPr>
              <a:t>e</a:t>
            </a:r>
            <a:r>
              <a:rPr sz="2800" spc="0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800" spc="-20" dirty="0">
                <a:solidFill>
                  <a:srgbClr val="252525"/>
                </a:solidFill>
                <a:latin typeface="Microsoft Sans Serif"/>
                <a:cs typeface="Microsoft Sans Serif"/>
              </a:rPr>
              <a:t>of</a:t>
            </a:r>
            <a:r>
              <a:rPr sz="2800" spc="-5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800" spc="-20" dirty="0">
                <a:solidFill>
                  <a:srgbClr val="252525"/>
                </a:solidFill>
                <a:latin typeface="Microsoft Sans Serif"/>
                <a:cs typeface="Microsoft Sans Serif"/>
              </a:rPr>
              <a:t>Ang</a:t>
            </a: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ula</a:t>
            </a:r>
            <a:r>
              <a:rPr sz="2800" spc="-5" dirty="0">
                <a:solidFill>
                  <a:srgbClr val="252525"/>
                </a:solidFill>
                <a:latin typeface="Microsoft Sans Serif"/>
                <a:cs typeface="Microsoft Sans Serif"/>
              </a:rPr>
              <a:t>r</a:t>
            </a:r>
            <a:r>
              <a:rPr sz="2800" spc="5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800" spc="-25" dirty="0">
                <a:solidFill>
                  <a:srgbClr val="252525"/>
                </a:solidFill>
                <a:latin typeface="Microsoft Sans Serif"/>
                <a:cs typeface="Microsoft Sans Serif"/>
              </a:rPr>
              <a:t>p</a:t>
            </a:r>
            <a:r>
              <a:rPr sz="2800" spc="-5" dirty="0">
                <a:solidFill>
                  <a:srgbClr val="252525"/>
                </a:solidFill>
                <a:latin typeface="Microsoft Sans Serif"/>
                <a:cs typeface="Microsoft Sans Serif"/>
              </a:rPr>
              <a:t>r</a:t>
            </a:r>
            <a:r>
              <a:rPr sz="2800" spc="-20" dirty="0">
                <a:solidFill>
                  <a:srgbClr val="252525"/>
                </a:solidFill>
                <a:latin typeface="Microsoft Sans Serif"/>
                <a:cs typeface="Microsoft Sans Serif"/>
              </a:rPr>
              <a:t>oj</a:t>
            </a: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ec</a:t>
            </a:r>
            <a:r>
              <a:rPr sz="2800" spc="-5" dirty="0">
                <a:solidFill>
                  <a:srgbClr val="252525"/>
                </a:solidFill>
                <a:latin typeface="Microsoft Sans Serif"/>
                <a:cs typeface="Microsoft Sans Serif"/>
              </a:rPr>
              <a:t>t</a:t>
            </a:r>
            <a:r>
              <a:rPr sz="2800" spc="-10" dirty="0">
                <a:solidFill>
                  <a:srgbClr val="252525"/>
                </a:solidFill>
                <a:latin typeface="Microsoft Sans Serif"/>
                <a:cs typeface="Microsoft Sans Serif"/>
              </a:rPr>
              <a:t>.</a:t>
            </a:r>
            <a:endParaRPr sz="2800">
              <a:latin typeface="Microsoft Sans Serif"/>
              <a:cs typeface="Microsoft Sans Serif"/>
            </a:endParaRPr>
          </a:p>
          <a:p>
            <a:pPr marL="424180" indent="-411480">
              <a:lnSpc>
                <a:spcPts val="3325"/>
              </a:lnSpc>
              <a:buClr>
                <a:srgbClr val="A18D6A"/>
              </a:buClr>
              <a:buFont typeface="Wingdings"/>
              <a:buChar char=""/>
              <a:tabLst>
                <a:tab pos="424815" algn="l"/>
              </a:tabLst>
            </a:pPr>
            <a:r>
              <a:rPr sz="2800" spc="-25" dirty="0">
                <a:solidFill>
                  <a:srgbClr val="252525"/>
                </a:solidFill>
                <a:latin typeface="Microsoft Sans Serif"/>
                <a:cs typeface="Microsoft Sans Serif"/>
              </a:rPr>
              <a:t>How</a:t>
            </a:r>
            <a:r>
              <a:rPr sz="2800" spc="20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to</a:t>
            </a:r>
            <a:r>
              <a:rPr sz="2800" spc="-5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in</a:t>
            </a:r>
            <a:r>
              <a:rPr sz="2800" spc="-10" dirty="0">
                <a:solidFill>
                  <a:srgbClr val="252525"/>
                </a:solidFill>
                <a:latin typeface="Microsoft Sans Serif"/>
                <a:cs typeface="Microsoft Sans Serif"/>
              </a:rPr>
              <a:t>stall</a:t>
            </a:r>
            <a:r>
              <a:rPr sz="2800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800" spc="-25" dirty="0">
                <a:solidFill>
                  <a:srgbClr val="252525"/>
                </a:solidFill>
                <a:latin typeface="Microsoft Sans Serif"/>
                <a:cs typeface="Microsoft Sans Serif"/>
              </a:rPr>
              <a:t>p</a:t>
            </a: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ac</a:t>
            </a:r>
            <a:r>
              <a:rPr sz="2800" spc="-10" dirty="0">
                <a:solidFill>
                  <a:srgbClr val="252525"/>
                </a:solidFill>
                <a:latin typeface="Microsoft Sans Serif"/>
                <a:cs typeface="Microsoft Sans Serif"/>
              </a:rPr>
              <a:t>k</a:t>
            </a:r>
            <a:r>
              <a:rPr sz="2800" spc="-25" dirty="0">
                <a:solidFill>
                  <a:srgbClr val="252525"/>
                </a:solidFill>
                <a:latin typeface="Microsoft Sans Serif"/>
                <a:cs typeface="Microsoft Sans Serif"/>
              </a:rPr>
              <a:t>a</a:t>
            </a: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g</a:t>
            </a:r>
            <a:r>
              <a:rPr sz="2800" spc="-25" dirty="0">
                <a:solidFill>
                  <a:srgbClr val="252525"/>
                </a:solidFill>
                <a:latin typeface="Microsoft Sans Serif"/>
                <a:cs typeface="Microsoft Sans Serif"/>
              </a:rPr>
              <a:t>e</a:t>
            </a:r>
            <a:r>
              <a:rPr sz="2800" spc="-10" dirty="0">
                <a:solidFill>
                  <a:srgbClr val="252525"/>
                </a:solidFill>
                <a:latin typeface="Microsoft Sans Serif"/>
                <a:cs typeface="Microsoft Sans Serif"/>
              </a:rPr>
              <a:t>s. </a:t>
            </a:r>
            <a:endParaRPr sz="2800">
              <a:latin typeface="Microsoft Sans Serif"/>
              <a:cs typeface="Microsoft Sans Serif"/>
            </a:endParaRPr>
          </a:p>
          <a:p>
            <a:pPr marL="424180" indent="-411480">
              <a:lnSpc>
                <a:spcPts val="3325"/>
              </a:lnSpc>
              <a:buClr>
                <a:srgbClr val="A18D6A"/>
              </a:buClr>
              <a:buFont typeface="Wingdings"/>
              <a:buChar char=""/>
              <a:tabLst>
                <a:tab pos="424815" algn="l"/>
              </a:tabLst>
            </a:pPr>
            <a:r>
              <a:rPr sz="2800" spc="-25" dirty="0">
                <a:solidFill>
                  <a:srgbClr val="252525"/>
                </a:solidFill>
                <a:latin typeface="Microsoft Sans Serif"/>
                <a:cs typeface="Microsoft Sans Serif"/>
              </a:rPr>
              <a:t>Wh</a:t>
            </a: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a</a:t>
            </a:r>
            <a:r>
              <a:rPr sz="2800" spc="-10" dirty="0">
                <a:solidFill>
                  <a:srgbClr val="252525"/>
                </a:solidFill>
                <a:latin typeface="Microsoft Sans Serif"/>
                <a:cs typeface="Microsoft Sans Serif"/>
              </a:rPr>
              <a:t>t</a:t>
            </a:r>
            <a:r>
              <a:rPr sz="2800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is</a:t>
            </a:r>
            <a:r>
              <a:rPr sz="2800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800" spc="-20" dirty="0">
                <a:solidFill>
                  <a:srgbClr val="252525"/>
                </a:solidFill>
                <a:latin typeface="Microsoft Sans Serif"/>
                <a:cs typeface="Microsoft Sans Serif"/>
              </a:rPr>
              <a:t>Typ</a:t>
            </a: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eScrip</a:t>
            </a:r>
            <a:r>
              <a:rPr sz="2800" spc="-10" dirty="0">
                <a:solidFill>
                  <a:srgbClr val="252525"/>
                </a:solidFill>
                <a:latin typeface="Microsoft Sans Serif"/>
                <a:cs typeface="Microsoft Sans Serif"/>
              </a:rPr>
              <a:t>t</a:t>
            </a:r>
            <a:r>
              <a:rPr sz="2800" spc="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252525"/>
                </a:solidFill>
                <a:latin typeface="Microsoft Sans Serif"/>
                <a:cs typeface="Microsoft Sans Serif"/>
              </a:rPr>
              <a:t>.</a:t>
            </a:r>
            <a:endParaRPr sz="2800">
              <a:latin typeface="Microsoft Sans Serif"/>
              <a:cs typeface="Microsoft Sans Serif"/>
            </a:endParaRPr>
          </a:p>
          <a:p>
            <a:pPr marL="424180" indent="-411480">
              <a:lnSpc>
                <a:spcPts val="3325"/>
              </a:lnSpc>
              <a:buClr>
                <a:srgbClr val="A18D6A"/>
              </a:buClr>
              <a:buFont typeface="Wingdings"/>
              <a:buChar char=""/>
              <a:tabLst>
                <a:tab pos="424815" algn="l"/>
              </a:tabLst>
            </a:pPr>
            <a:r>
              <a:rPr sz="2800" spc="-25" dirty="0">
                <a:solidFill>
                  <a:srgbClr val="252525"/>
                </a:solidFill>
                <a:latin typeface="Microsoft Sans Serif"/>
                <a:cs typeface="Microsoft Sans Serif"/>
              </a:rPr>
              <a:t>How</a:t>
            </a:r>
            <a:r>
              <a:rPr sz="2800" spc="15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Angula</a:t>
            </a:r>
            <a:r>
              <a:rPr sz="2800" spc="-5" dirty="0">
                <a:solidFill>
                  <a:srgbClr val="252525"/>
                </a:solidFill>
                <a:latin typeface="Microsoft Sans Serif"/>
                <a:cs typeface="Microsoft Sans Serif"/>
              </a:rPr>
              <a:t>r</a:t>
            </a:r>
            <a:r>
              <a:rPr sz="2800" spc="5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800" spc="-25" dirty="0">
                <a:solidFill>
                  <a:srgbClr val="252525"/>
                </a:solidFill>
                <a:latin typeface="Microsoft Sans Serif"/>
                <a:cs typeface="Microsoft Sans Serif"/>
              </a:rPr>
              <a:t>ap</a:t>
            </a: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p</a:t>
            </a:r>
            <a:r>
              <a:rPr sz="2800" spc="-10" dirty="0">
                <a:solidFill>
                  <a:srgbClr val="252525"/>
                </a:solidFill>
                <a:latin typeface="Microsoft Sans Serif"/>
                <a:cs typeface="Microsoft Sans Serif"/>
              </a:rPr>
              <a:t>licati</a:t>
            </a: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o</a:t>
            </a:r>
            <a:r>
              <a:rPr sz="2800" spc="-25" dirty="0">
                <a:solidFill>
                  <a:srgbClr val="252525"/>
                </a:solidFill>
                <a:latin typeface="Microsoft Sans Serif"/>
                <a:cs typeface="Microsoft Sans Serif"/>
              </a:rPr>
              <a:t>n</a:t>
            </a:r>
            <a:r>
              <a:rPr sz="2800" spc="0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sta</a:t>
            </a:r>
            <a:r>
              <a:rPr sz="2800" spc="-10" dirty="0">
                <a:solidFill>
                  <a:srgbClr val="252525"/>
                </a:solidFill>
                <a:latin typeface="Microsoft Sans Serif"/>
                <a:cs typeface="Microsoft Sans Serif"/>
              </a:rPr>
              <a:t>rt.</a:t>
            </a:r>
            <a:endParaRPr sz="2800">
              <a:latin typeface="Microsoft Sans Serif"/>
              <a:cs typeface="Microsoft Sans Serif"/>
            </a:endParaRPr>
          </a:p>
          <a:p>
            <a:pPr marL="424180" indent="-411480">
              <a:lnSpc>
                <a:spcPts val="3325"/>
              </a:lnSpc>
              <a:buClr>
                <a:srgbClr val="A18D6A"/>
              </a:buClr>
              <a:buFont typeface="Wingdings"/>
              <a:buChar char=""/>
              <a:tabLst>
                <a:tab pos="424815" algn="l"/>
              </a:tabLst>
            </a:pPr>
            <a:r>
              <a:rPr sz="2800" spc="-25" dirty="0">
                <a:solidFill>
                  <a:srgbClr val="252525"/>
                </a:solidFill>
                <a:latin typeface="Microsoft Sans Serif"/>
                <a:cs typeface="Microsoft Sans Serif"/>
              </a:rPr>
              <a:t>Comp</a:t>
            </a: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o</a:t>
            </a:r>
            <a:r>
              <a:rPr sz="2800" spc="-25" dirty="0">
                <a:solidFill>
                  <a:srgbClr val="252525"/>
                </a:solidFill>
                <a:latin typeface="Microsoft Sans Serif"/>
                <a:cs typeface="Microsoft Sans Serif"/>
              </a:rPr>
              <a:t>n</a:t>
            </a: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e</a:t>
            </a:r>
            <a:r>
              <a:rPr sz="2800" spc="-20" dirty="0">
                <a:solidFill>
                  <a:srgbClr val="252525"/>
                </a:solidFill>
                <a:latin typeface="Microsoft Sans Serif"/>
                <a:cs typeface="Microsoft Sans Serif"/>
              </a:rPr>
              <a:t>nt</a:t>
            </a:r>
            <a:r>
              <a:rPr sz="2800" spc="-5" dirty="0">
                <a:solidFill>
                  <a:srgbClr val="252525"/>
                </a:solidFill>
                <a:latin typeface="Microsoft Sans Serif"/>
                <a:cs typeface="Microsoft Sans Serif"/>
              </a:rPr>
              <a:t>s</a:t>
            </a:r>
            <a:r>
              <a:rPr sz="2800" spc="-10" dirty="0">
                <a:solidFill>
                  <a:srgbClr val="252525"/>
                </a:solidFill>
                <a:latin typeface="Microsoft Sans Serif"/>
                <a:cs typeface="Microsoft Sans Serif"/>
              </a:rPr>
              <a:t>.</a:t>
            </a:r>
            <a:endParaRPr sz="2800">
              <a:latin typeface="Microsoft Sans Serif"/>
              <a:cs typeface="Microsoft Sans Serif"/>
            </a:endParaRPr>
          </a:p>
          <a:p>
            <a:pPr marL="424180" indent="-411480">
              <a:lnSpc>
                <a:spcPts val="3325"/>
              </a:lnSpc>
              <a:buClr>
                <a:srgbClr val="A18D6A"/>
              </a:buClr>
              <a:buFont typeface="Wingdings"/>
              <a:buChar char=""/>
              <a:tabLst>
                <a:tab pos="424815" algn="l"/>
              </a:tabLst>
            </a:pPr>
            <a:r>
              <a:rPr sz="2800" spc="-25" dirty="0">
                <a:solidFill>
                  <a:srgbClr val="252525"/>
                </a:solidFill>
                <a:latin typeface="Microsoft Sans Serif"/>
                <a:cs typeface="Microsoft Sans Serif"/>
              </a:rPr>
              <a:t>How</a:t>
            </a:r>
            <a:r>
              <a:rPr sz="2800" spc="20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to</a:t>
            </a:r>
            <a:r>
              <a:rPr sz="2800" spc="-5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c</a:t>
            </a:r>
            <a:r>
              <a:rPr sz="2800" spc="-5" dirty="0">
                <a:solidFill>
                  <a:srgbClr val="252525"/>
                </a:solidFill>
                <a:latin typeface="Microsoft Sans Serif"/>
                <a:cs typeface="Microsoft Sans Serif"/>
              </a:rPr>
              <a:t>r</a:t>
            </a:r>
            <a:r>
              <a:rPr sz="2800" spc="-25" dirty="0">
                <a:solidFill>
                  <a:srgbClr val="252525"/>
                </a:solidFill>
                <a:latin typeface="Microsoft Sans Serif"/>
                <a:cs typeface="Microsoft Sans Serif"/>
              </a:rPr>
              <a:t>e</a:t>
            </a: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ate</a:t>
            </a:r>
            <a:r>
              <a:rPr sz="2800" spc="0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co</a:t>
            </a:r>
            <a:r>
              <a:rPr sz="2800" spc="-20" dirty="0">
                <a:solidFill>
                  <a:srgbClr val="252525"/>
                </a:solidFill>
                <a:latin typeface="Microsoft Sans Serif"/>
                <a:cs typeface="Microsoft Sans Serif"/>
              </a:rPr>
              <a:t>mpo</a:t>
            </a:r>
            <a:r>
              <a:rPr sz="2800" spc="-25" dirty="0">
                <a:solidFill>
                  <a:srgbClr val="252525"/>
                </a:solidFill>
                <a:latin typeface="Microsoft Sans Serif"/>
                <a:cs typeface="Microsoft Sans Serif"/>
              </a:rPr>
              <a:t>n</a:t>
            </a: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e</a:t>
            </a:r>
            <a:r>
              <a:rPr sz="2800" spc="-20" dirty="0">
                <a:solidFill>
                  <a:srgbClr val="252525"/>
                </a:solidFill>
                <a:latin typeface="Microsoft Sans Serif"/>
                <a:cs typeface="Microsoft Sans Serif"/>
              </a:rPr>
              <a:t>nt</a:t>
            </a:r>
            <a:r>
              <a:rPr sz="2800" spc="-5" dirty="0">
                <a:solidFill>
                  <a:srgbClr val="252525"/>
                </a:solidFill>
                <a:latin typeface="Microsoft Sans Serif"/>
                <a:cs typeface="Microsoft Sans Serif"/>
              </a:rPr>
              <a:t>.</a:t>
            </a:r>
            <a:r>
              <a:rPr sz="2800" spc="-10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endParaRPr sz="2800">
              <a:latin typeface="Microsoft Sans Serif"/>
              <a:cs typeface="Microsoft Sans Serif"/>
            </a:endParaRPr>
          </a:p>
          <a:p>
            <a:pPr marL="424180" indent="-411480">
              <a:lnSpc>
                <a:spcPts val="3325"/>
              </a:lnSpc>
              <a:buClr>
                <a:srgbClr val="A18D6A"/>
              </a:buClr>
              <a:buFont typeface="Wingdings"/>
              <a:buChar char=""/>
              <a:tabLst>
                <a:tab pos="424815" algn="l"/>
              </a:tabLst>
            </a:pP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Styling</a:t>
            </a:r>
            <a:r>
              <a:rPr sz="2800" spc="-5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co</a:t>
            </a:r>
            <a:r>
              <a:rPr sz="2800" spc="-20" dirty="0">
                <a:solidFill>
                  <a:srgbClr val="252525"/>
                </a:solidFill>
                <a:latin typeface="Microsoft Sans Serif"/>
                <a:cs typeface="Microsoft Sans Serif"/>
              </a:rPr>
              <a:t>mpo</a:t>
            </a:r>
            <a:r>
              <a:rPr sz="2800" spc="-25" dirty="0">
                <a:solidFill>
                  <a:srgbClr val="252525"/>
                </a:solidFill>
                <a:latin typeface="Microsoft Sans Serif"/>
                <a:cs typeface="Microsoft Sans Serif"/>
              </a:rPr>
              <a:t>n</a:t>
            </a: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e</a:t>
            </a:r>
            <a:r>
              <a:rPr sz="2800" spc="-20" dirty="0">
                <a:solidFill>
                  <a:srgbClr val="252525"/>
                </a:solidFill>
                <a:latin typeface="Microsoft Sans Serif"/>
                <a:cs typeface="Microsoft Sans Serif"/>
              </a:rPr>
              <a:t>nt.</a:t>
            </a:r>
            <a:endParaRPr sz="2800">
              <a:latin typeface="Microsoft Sans Serif"/>
              <a:cs typeface="Microsoft Sans Serif"/>
            </a:endParaRPr>
          </a:p>
          <a:p>
            <a:pPr marL="424180" indent="-411480">
              <a:lnSpc>
                <a:spcPts val="3325"/>
              </a:lnSpc>
              <a:buClr>
                <a:srgbClr val="A18D6A"/>
              </a:buClr>
              <a:buFont typeface="Wingdings"/>
              <a:buChar char=""/>
              <a:tabLst>
                <a:tab pos="424815" algn="l"/>
              </a:tabLst>
            </a:pPr>
            <a:r>
              <a:rPr sz="2800" spc="-25" dirty="0">
                <a:solidFill>
                  <a:srgbClr val="252525"/>
                </a:solidFill>
                <a:latin typeface="Microsoft Sans Serif"/>
                <a:cs typeface="Microsoft Sans Serif"/>
              </a:rPr>
              <a:t>Comp</a:t>
            </a: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o</a:t>
            </a:r>
            <a:r>
              <a:rPr sz="2800" spc="-25" dirty="0">
                <a:solidFill>
                  <a:srgbClr val="252525"/>
                </a:solidFill>
                <a:latin typeface="Microsoft Sans Serif"/>
                <a:cs typeface="Microsoft Sans Serif"/>
              </a:rPr>
              <a:t>n</a:t>
            </a: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e</a:t>
            </a:r>
            <a:r>
              <a:rPr sz="2800" spc="-20" dirty="0">
                <a:solidFill>
                  <a:srgbClr val="252525"/>
                </a:solidFill>
                <a:latin typeface="Microsoft Sans Serif"/>
                <a:cs typeface="Microsoft Sans Serif"/>
              </a:rPr>
              <a:t>nt</a:t>
            </a:r>
            <a:r>
              <a:rPr sz="2800" spc="25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sele</a:t>
            </a:r>
            <a:r>
              <a:rPr sz="2800" spc="-10" dirty="0">
                <a:solidFill>
                  <a:srgbClr val="252525"/>
                </a:solidFill>
                <a:latin typeface="Microsoft Sans Serif"/>
                <a:cs typeface="Microsoft Sans Serif"/>
              </a:rPr>
              <a:t>c</a:t>
            </a: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to</a:t>
            </a:r>
            <a:r>
              <a:rPr sz="2800" dirty="0">
                <a:solidFill>
                  <a:srgbClr val="252525"/>
                </a:solidFill>
                <a:latin typeface="Microsoft Sans Serif"/>
                <a:cs typeface="Microsoft Sans Serif"/>
              </a:rPr>
              <a:t>r</a:t>
            </a:r>
            <a:r>
              <a:rPr sz="2800" spc="-10" dirty="0">
                <a:solidFill>
                  <a:srgbClr val="252525"/>
                </a:solidFill>
                <a:latin typeface="Microsoft Sans Serif"/>
                <a:cs typeface="Microsoft Sans Serif"/>
              </a:rPr>
              <a:t>. </a:t>
            </a:r>
            <a:endParaRPr sz="2800">
              <a:latin typeface="Microsoft Sans Serif"/>
              <a:cs typeface="Microsoft Sans Serif"/>
            </a:endParaRPr>
          </a:p>
          <a:p>
            <a:pPr marL="424180" indent="-411480">
              <a:lnSpc>
                <a:spcPts val="3315"/>
              </a:lnSpc>
              <a:buClr>
                <a:srgbClr val="A18D6A"/>
              </a:buClr>
              <a:buFont typeface="Wingdings"/>
              <a:buChar char=""/>
              <a:tabLst>
                <a:tab pos="424815" algn="l"/>
              </a:tabLst>
            </a:pPr>
            <a:r>
              <a:rPr sz="2800" spc="-20" dirty="0">
                <a:solidFill>
                  <a:srgbClr val="252525"/>
                </a:solidFill>
                <a:latin typeface="Microsoft Sans Serif"/>
                <a:cs typeface="Microsoft Sans Serif"/>
              </a:rPr>
              <a:t>Dat</a:t>
            </a: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a</a:t>
            </a:r>
            <a:r>
              <a:rPr sz="2800" spc="-20" dirty="0">
                <a:solidFill>
                  <a:srgbClr val="252525"/>
                </a:solidFill>
                <a:latin typeface="Microsoft Sans Serif"/>
                <a:cs typeface="Microsoft Sans Serif"/>
              </a:rPr>
              <a:t>bi</a:t>
            </a: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n</a:t>
            </a:r>
            <a:r>
              <a:rPr sz="2800" spc="-20" dirty="0">
                <a:solidFill>
                  <a:srgbClr val="252525"/>
                </a:solidFill>
                <a:latin typeface="Microsoft Sans Serif"/>
                <a:cs typeface="Microsoft Sans Serif"/>
              </a:rPr>
              <a:t>di</a:t>
            </a: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n</a:t>
            </a:r>
            <a:r>
              <a:rPr sz="2800" spc="-20" dirty="0">
                <a:solidFill>
                  <a:srgbClr val="252525"/>
                </a:solidFill>
                <a:latin typeface="Microsoft Sans Serif"/>
                <a:cs typeface="Microsoft Sans Serif"/>
              </a:rPr>
              <a:t>g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65759"/>
            <a:ext cx="2211324" cy="11216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4740"/>
              </a:lnSpc>
            </a:pPr>
            <a:r>
              <a:rPr sz="4000" spc="-20" dirty="0">
                <a:solidFill>
                  <a:srgbClr val="696363"/>
                </a:solidFill>
              </a:rPr>
              <a:t>Agenda</a:t>
            </a:r>
            <a:endParaRPr sz="4000"/>
          </a:p>
        </p:txBody>
      </p:sp>
      <p:sp>
        <p:nvSpPr>
          <p:cNvPr id="5" name="object 5"/>
          <p:cNvSpPr/>
          <p:nvPr/>
        </p:nvSpPr>
        <p:spPr>
          <a:xfrm>
            <a:off x="12191" y="12191"/>
            <a:ext cx="373380" cy="28651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8068" y="2341326"/>
            <a:ext cx="10320655" cy="37625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8605" marR="5080" indent="-255904">
              <a:lnSpc>
                <a:spcPct val="100000"/>
              </a:lnSpc>
              <a:buClr>
                <a:srgbClr val="A18D6A"/>
              </a:buClr>
              <a:buFont typeface="Georgia"/>
              <a:buChar char="•"/>
              <a:tabLst>
                <a:tab pos="269240" algn="l"/>
              </a:tabLst>
            </a:pPr>
            <a:r>
              <a:rPr sz="2800" spc="-20" dirty="0">
                <a:solidFill>
                  <a:srgbClr val="252525"/>
                </a:solidFill>
                <a:latin typeface="Microsoft Sans Serif"/>
                <a:cs typeface="Microsoft Sans Serif"/>
              </a:rPr>
              <a:t>An</a:t>
            </a:r>
            <a:r>
              <a:rPr sz="2800" spc="-10" dirty="0">
                <a:solidFill>
                  <a:srgbClr val="252525"/>
                </a:solidFill>
                <a:latin typeface="Microsoft Sans Serif"/>
                <a:cs typeface="Microsoft Sans Serif"/>
              </a:rPr>
              <a:t>g</a:t>
            </a:r>
            <a:r>
              <a:rPr sz="2800" spc="-20" dirty="0">
                <a:solidFill>
                  <a:srgbClr val="252525"/>
                </a:solidFill>
                <a:latin typeface="Microsoft Sans Serif"/>
                <a:cs typeface="Microsoft Sans Serif"/>
              </a:rPr>
              <a:t>ul</a:t>
            </a:r>
            <a:r>
              <a:rPr sz="2800" spc="-10" dirty="0">
                <a:solidFill>
                  <a:srgbClr val="252525"/>
                </a:solidFill>
                <a:latin typeface="Microsoft Sans Serif"/>
                <a:cs typeface="Microsoft Sans Serif"/>
              </a:rPr>
              <a:t>ar</a:t>
            </a:r>
            <a:r>
              <a:rPr sz="2800" spc="15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is</a:t>
            </a:r>
            <a:r>
              <a:rPr sz="2800" spc="-5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800" spc="-25" dirty="0">
                <a:solidFill>
                  <a:srgbClr val="252525"/>
                </a:solidFill>
                <a:latin typeface="Microsoft Sans Serif"/>
                <a:cs typeface="Microsoft Sans Serif"/>
              </a:rPr>
              <a:t>a</a:t>
            </a: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n</a:t>
            </a:r>
            <a:r>
              <a:rPr sz="2800" spc="-5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800" spc="-25" dirty="0">
                <a:solidFill>
                  <a:srgbClr val="252525"/>
                </a:solidFill>
                <a:latin typeface="Microsoft Sans Serif"/>
                <a:cs typeface="Microsoft Sans Serif"/>
              </a:rPr>
              <a:t>o</a:t>
            </a: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p</a:t>
            </a:r>
            <a:r>
              <a:rPr sz="2800" spc="-25" dirty="0">
                <a:solidFill>
                  <a:srgbClr val="252525"/>
                </a:solidFill>
                <a:latin typeface="Microsoft Sans Serif"/>
                <a:cs typeface="Microsoft Sans Serif"/>
              </a:rPr>
              <a:t>e</a:t>
            </a: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n</a:t>
            </a:r>
            <a:r>
              <a:rPr sz="2800" spc="-5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so</a:t>
            </a:r>
            <a:r>
              <a:rPr sz="2800" spc="-25" dirty="0">
                <a:solidFill>
                  <a:srgbClr val="252525"/>
                </a:solidFill>
                <a:latin typeface="Microsoft Sans Serif"/>
                <a:cs typeface="Microsoft Sans Serif"/>
              </a:rPr>
              <a:t>u</a:t>
            </a:r>
            <a:r>
              <a:rPr sz="2800" spc="-5" dirty="0">
                <a:solidFill>
                  <a:srgbClr val="252525"/>
                </a:solidFill>
                <a:latin typeface="Microsoft Sans Serif"/>
                <a:cs typeface="Microsoft Sans Serif"/>
              </a:rPr>
              <a:t>r</a:t>
            </a: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ce</a:t>
            </a:r>
            <a:r>
              <a:rPr sz="2800" spc="-5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JavaScrip</a:t>
            </a:r>
            <a:r>
              <a:rPr sz="2800" spc="-10" dirty="0">
                <a:solidFill>
                  <a:srgbClr val="252525"/>
                </a:solidFill>
                <a:latin typeface="Microsoft Sans Serif"/>
                <a:cs typeface="Microsoft Sans Serif"/>
              </a:rPr>
              <a:t>t f</a:t>
            </a:r>
            <a:r>
              <a:rPr sz="2800" spc="-5" dirty="0">
                <a:solidFill>
                  <a:srgbClr val="252525"/>
                </a:solidFill>
                <a:latin typeface="Microsoft Sans Serif"/>
                <a:cs typeface="Microsoft Sans Serif"/>
              </a:rPr>
              <a:t>r</a:t>
            </a:r>
            <a:r>
              <a:rPr sz="2800" spc="-25" dirty="0">
                <a:solidFill>
                  <a:srgbClr val="252525"/>
                </a:solidFill>
                <a:latin typeface="Microsoft Sans Serif"/>
                <a:cs typeface="Microsoft Sans Serif"/>
              </a:rPr>
              <a:t>am</a:t>
            </a: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e</a:t>
            </a:r>
            <a:r>
              <a:rPr sz="2800" spc="-20" dirty="0">
                <a:solidFill>
                  <a:srgbClr val="252525"/>
                </a:solidFill>
                <a:latin typeface="Microsoft Sans Serif"/>
                <a:cs typeface="Microsoft Sans Serif"/>
              </a:rPr>
              <a:t>wor</a:t>
            </a:r>
            <a:r>
              <a:rPr sz="2800" spc="-5" dirty="0">
                <a:solidFill>
                  <a:srgbClr val="252525"/>
                </a:solidFill>
                <a:latin typeface="Microsoft Sans Serif"/>
                <a:cs typeface="Microsoft Sans Serif"/>
              </a:rPr>
              <a:t>k</a:t>
            </a:r>
            <a:r>
              <a:rPr sz="2800" spc="5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tha</a:t>
            </a:r>
            <a:r>
              <a:rPr sz="2800" spc="-10" dirty="0">
                <a:solidFill>
                  <a:srgbClr val="252525"/>
                </a:solidFill>
                <a:latin typeface="Microsoft Sans Serif"/>
                <a:cs typeface="Microsoft Sans Serif"/>
              </a:rPr>
              <a:t>t is</a:t>
            </a:r>
            <a:r>
              <a:rPr sz="2800" spc="0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800" spc="-25" dirty="0">
                <a:solidFill>
                  <a:srgbClr val="252525"/>
                </a:solidFill>
                <a:latin typeface="Microsoft Sans Serif"/>
                <a:cs typeface="Microsoft Sans Serif"/>
              </a:rPr>
              <a:t>u</a:t>
            </a:r>
            <a:r>
              <a:rPr sz="2800" spc="-10" dirty="0">
                <a:solidFill>
                  <a:srgbClr val="252525"/>
                </a:solidFill>
                <a:latin typeface="Microsoft Sans Serif"/>
                <a:cs typeface="Microsoft Sans Serif"/>
              </a:rPr>
              <a:t>s</a:t>
            </a:r>
            <a:r>
              <a:rPr sz="2800" spc="-25" dirty="0">
                <a:solidFill>
                  <a:srgbClr val="252525"/>
                </a:solidFill>
                <a:latin typeface="Microsoft Sans Serif"/>
                <a:cs typeface="Microsoft Sans Serif"/>
              </a:rPr>
              <a:t>e</a:t>
            </a: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d</a:t>
            </a:r>
            <a:r>
              <a:rPr sz="2800" spc="-10" dirty="0">
                <a:solidFill>
                  <a:srgbClr val="252525"/>
                </a:solidFill>
                <a:latin typeface="Microsoft Sans Serif"/>
                <a:cs typeface="Microsoft Sans Serif"/>
              </a:rPr>
              <a:t> to </a:t>
            </a:r>
            <a:r>
              <a:rPr sz="2800" spc="-25" dirty="0">
                <a:solidFill>
                  <a:srgbClr val="252525"/>
                </a:solidFill>
                <a:latin typeface="Microsoft Sans Serif"/>
                <a:cs typeface="Microsoft Sans Serif"/>
              </a:rPr>
              <a:t>b</a:t>
            </a:r>
            <a:r>
              <a:rPr sz="2800" spc="-10" dirty="0">
                <a:solidFill>
                  <a:srgbClr val="252525"/>
                </a:solidFill>
                <a:latin typeface="Microsoft Sans Serif"/>
                <a:cs typeface="Microsoft Sans Serif"/>
              </a:rPr>
              <a:t>uild</a:t>
            </a:r>
            <a:r>
              <a:rPr sz="2800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sin</a:t>
            </a:r>
            <a:r>
              <a:rPr sz="2800" spc="-20" dirty="0">
                <a:solidFill>
                  <a:srgbClr val="252525"/>
                </a:solidFill>
                <a:latin typeface="Microsoft Sans Serif"/>
                <a:cs typeface="Microsoft Sans Serif"/>
              </a:rPr>
              <a:t>gl</a:t>
            </a: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e</a:t>
            </a:r>
            <a:r>
              <a:rPr sz="2800" spc="-5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800" spc="-25" dirty="0">
                <a:solidFill>
                  <a:srgbClr val="252525"/>
                </a:solidFill>
                <a:latin typeface="Microsoft Sans Serif"/>
                <a:cs typeface="Microsoft Sans Serif"/>
              </a:rPr>
              <a:t>p</a:t>
            </a: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a</a:t>
            </a:r>
            <a:r>
              <a:rPr sz="2800" spc="-25" dirty="0">
                <a:solidFill>
                  <a:srgbClr val="252525"/>
                </a:solidFill>
                <a:latin typeface="Microsoft Sans Serif"/>
                <a:cs typeface="Microsoft Sans Serif"/>
              </a:rPr>
              <a:t>g</a:t>
            </a: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e</a:t>
            </a:r>
            <a:r>
              <a:rPr sz="2800" spc="5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800" spc="-25" dirty="0">
                <a:solidFill>
                  <a:srgbClr val="252525"/>
                </a:solidFill>
                <a:latin typeface="Microsoft Sans Serif"/>
                <a:cs typeface="Microsoft Sans Serif"/>
              </a:rPr>
              <a:t>b</a:t>
            </a: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ase</a:t>
            </a:r>
            <a:r>
              <a:rPr sz="2800" spc="-25" dirty="0">
                <a:solidFill>
                  <a:srgbClr val="252525"/>
                </a:solidFill>
                <a:latin typeface="Microsoft Sans Serif"/>
                <a:cs typeface="Microsoft Sans Serif"/>
              </a:rPr>
              <a:t>d</a:t>
            </a:r>
            <a:r>
              <a:rPr sz="2800" spc="0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800" spc="-25" dirty="0">
                <a:solidFill>
                  <a:srgbClr val="252525"/>
                </a:solidFill>
                <a:latin typeface="Microsoft Sans Serif"/>
                <a:cs typeface="Microsoft Sans Serif"/>
              </a:rPr>
              <a:t>web</a:t>
            </a:r>
            <a:r>
              <a:rPr sz="2800" spc="30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800" spc="-25" dirty="0">
                <a:solidFill>
                  <a:srgbClr val="252525"/>
                </a:solidFill>
                <a:latin typeface="Microsoft Sans Serif"/>
                <a:cs typeface="Microsoft Sans Serif"/>
              </a:rPr>
              <a:t>a</a:t>
            </a: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ppli</a:t>
            </a:r>
            <a:r>
              <a:rPr sz="2800" spc="-10" dirty="0">
                <a:solidFill>
                  <a:srgbClr val="252525"/>
                </a:solidFill>
                <a:latin typeface="Microsoft Sans Serif"/>
                <a:cs typeface="Microsoft Sans Serif"/>
              </a:rPr>
              <a:t>c</a:t>
            </a: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atio</a:t>
            </a:r>
            <a:r>
              <a:rPr sz="2800" spc="-25" dirty="0">
                <a:solidFill>
                  <a:srgbClr val="252525"/>
                </a:solidFill>
                <a:latin typeface="Microsoft Sans Serif"/>
                <a:cs typeface="Microsoft Sans Serif"/>
              </a:rPr>
              <a:t>n</a:t>
            </a:r>
            <a:r>
              <a:rPr sz="2800" spc="-10" dirty="0">
                <a:solidFill>
                  <a:srgbClr val="252525"/>
                </a:solidFill>
                <a:latin typeface="Microsoft Sans Serif"/>
                <a:cs typeface="Microsoft Sans Serif"/>
              </a:rPr>
              <a:t>s. </a:t>
            </a:r>
            <a:endParaRPr sz="28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2"/>
              </a:spcBef>
              <a:buClr>
                <a:srgbClr val="A18D6A"/>
              </a:buClr>
              <a:buFont typeface="Georgia"/>
              <a:buChar char="•"/>
            </a:pPr>
            <a:endParaRPr sz="3400" dirty="0">
              <a:latin typeface="Times New Roman"/>
              <a:cs typeface="Times New Roman"/>
            </a:endParaRPr>
          </a:p>
          <a:p>
            <a:pPr marL="268605" indent="-255904">
              <a:lnSpc>
                <a:spcPct val="100000"/>
              </a:lnSpc>
              <a:buClr>
                <a:srgbClr val="A18D6A"/>
              </a:buClr>
              <a:buFont typeface="Georgia"/>
              <a:buChar char="•"/>
              <a:tabLst>
                <a:tab pos="269240" algn="l"/>
              </a:tabLst>
            </a:pPr>
            <a:r>
              <a:rPr sz="2800" spc="-25" dirty="0">
                <a:solidFill>
                  <a:srgbClr val="252525"/>
                </a:solidFill>
                <a:latin typeface="Microsoft Sans Serif"/>
                <a:cs typeface="Microsoft Sans Serif"/>
              </a:rPr>
              <a:t>De</a:t>
            </a:r>
            <a:r>
              <a:rPr sz="2800" spc="-5" dirty="0">
                <a:solidFill>
                  <a:srgbClr val="252525"/>
                </a:solidFill>
                <a:latin typeface="Microsoft Sans Serif"/>
                <a:cs typeface="Microsoft Sans Serif"/>
              </a:rPr>
              <a:t>v</a:t>
            </a:r>
            <a:r>
              <a:rPr sz="2800" spc="-20" dirty="0">
                <a:solidFill>
                  <a:srgbClr val="252525"/>
                </a:solidFill>
                <a:latin typeface="Microsoft Sans Serif"/>
                <a:cs typeface="Microsoft Sans Serif"/>
              </a:rPr>
              <a:t>el</a:t>
            </a:r>
            <a:r>
              <a:rPr sz="2800" spc="-10" dirty="0">
                <a:solidFill>
                  <a:srgbClr val="252525"/>
                </a:solidFill>
                <a:latin typeface="Microsoft Sans Serif"/>
                <a:cs typeface="Microsoft Sans Serif"/>
              </a:rPr>
              <a:t>o</a:t>
            </a:r>
            <a:r>
              <a:rPr sz="2800" spc="-25" dirty="0">
                <a:solidFill>
                  <a:srgbClr val="252525"/>
                </a:solidFill>
                <a:latin typeface="Microsoft Sans Serif"/>
                <a:cs typeface="Microsoft Sans Serif"/>
              </a:rPr>
              <a:t>p</a:t>
            </a:r>
            <a:r>
              <a:rPr sz="2800" spc="-10" dirty="0">
                <a:solidFill>
                  <a:srgbClr val="252525"/>
                </a:solidFill>
                <a:latin typeface="Microsoft Sans Serif"/>
                <a:cs typeface="Microsoft Sans Serif"/>
              </a:rPr>
              <a:t>e</a:t>
            </a:r>
            <a:r>
              <a:rPr sz="2800" spc="-25" dirty="0">
                <a:solidFill>
                  <a:srgbClr val="252525"/>
                </a:solidFill>
                <a:latin typeface="Microsoft Sans Serif"/>
                <a:cs typeface="Microsoft Sans Serif"/>
              </a:rPr>
              <a:t>d</a:t>
            </a:r>
            <a:r>
              <a:rPr sz="2800" spc="15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800" spc="-25" dirty="0">
                <a:solidFill>
                  <a:srgbClr val="252525"/>
                </a:solidFill>
                <a:latin typeface="Microsoft Sans Serif"/>
                <a:cs typeface="Microsoft Sans Serif"/>
              </a:rPr>
              <a:t>b</a:t>
            </a:r>
            <a:r>
              <a:rPr sz="2800" spc="-5" dirty="0">
                <a:solidFill>
                  <a:srgbClr val="252525"/>
                </a:solidFill>
                <a:latin typeface="Microsoft Sans Serif"/>
                <a:cs typeface="Microsoft Sans Serif"/>
              </a:rPr>
              <a:t>y </a:t>
            </a:r>
            <a:r>
              <a:rPr sz="2800" spc="-20" dirty="0">
                <a:solidFill>
                  <a:srgbClr val="252525"/>
                </a:solidFill>
                <a:latin typeface="Microsoft Sans Serif"/>
                <a:cs typeface="Microsoft Sans Serif"/>
              </a:rPr>
              <a:t>Go</a:t>
            </a: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o</a:t>
            </a:r>
            <a:r>
              <a:rPr sz="2800" spc="-20" dirty="0">
                <a:solidFill>
                  <a:srgbClr val="252525"/>
                </a:solidFill>
                <a:latin typeface="Microsoft Sans Serif"/>
                <a:cs typeface="Microsoft Sans Serif"/>
              </a:rPr>
              <a:t>gl</a:t>
            </a:r>
            <a:r>
              <a:rPr sz="2800" spc="-10" dirty="0">
                <a:solidFill>
                  <a:srgbClr val="252525"/>
                </a:solidFill>
                <a:latin typeface="Microsoft Sans Serif"/>
                <a:cs typeface="Microsoft Sans Serif"/>
              </a:rPr>
              <a:t>e </a:t>
            </a:r>
            <a:endParaRPr sz="28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A18D6A"/>
              </a:buClr>
              <a:buFont typeface="Georgia"/>
              <a:buChar char="•"/>
            </a:pPr>
            <a:endParaRPr sz="3400" dirty="0">
              <a:latin typeface="Times New Roman"/>
              <a:cs typeface="Times New Roman"/>
            </a:endParaRPr>
          </a:p>
          <a:p>
            <a:pPr marL="268605" indent="-255904">
              <a:lnSpc>
                <a:spcPct val="100000"/>
              </a:lnSpc>
              <a:buClr>
                <a:srgbClr val="A18D6A"/>
              </a:buClr>
              <a:buFont typeface="Georgia"/>
              <a:buChar char="•"/>
              <a:tabLst>
                <a:tab pos="269240" algn="l"/>
              </a:tabLst>
            </a:pPr>
            <a:r>
              <a:rPr sz="2800" spc="-20" dirty="0">
                <a:solidFill>
                  <a:srgbClr val="252525"/>
                </a:solidFill>
                <a:latin typeface="Microsoft Sans Serif"/>
                <a:cs typeface="Microsoft Sans Serif"/>
              </a:rPr>
              <a:t>Rel</a:t>
            </a:r>
            <a:r>
              <a:rPr sz="2800" spc="-10" dirty="0">
                <a:solidFill>
                  <a:srgbClr val="252525"/>
                </a:solidFill>
                <a:latin typeface="Microsoft Sans Serif"/>
                <a:cs typeface="Microsoft Sans Serif"/>
              </a:rPr>
              <a:t>e</a:t>
            </a:r>
            <a:r>
              <a:rPr sz="2800" spc="-25" dirty="0">
                <a:solidFill>
                  <a:srgbClr val="252525"/>
                </a:solidFill>
                <a:latin typeface="Microsoft Sans Serif"/>
                <a:cs typeface="Microsoft Sans Serif"/>
              </a:rPr>
              <a:t>a</a:t>
            </a:r>
            <a:r>
              <a:rPr sz="2800" spc="-5" dirty="0">
                <a:solidFill>
                  <a:srgbClr val="252525"/>
                </a:solidFill>
                <a:latin typeface="Microsoft Sans Serif"/>
                <a:cs typeface="Microsoft Sans Serif"/>
              </a:rPr>
              <a:t>s</a:t>
            </a:r>
            <a:r>
              <a:rPr sz="2800" spc="-25" dirty="0">
                <a:solidFill>
                  <a:srgbClr val="252525"/>
                </a:solidFill>
                <a:latin typeface="Microsoft Sans Serif"/>
                <a:cs typeface="Microsoft Sans Serif"/>
              </a:rPr>
              <a:t>e</a:t>
            </a:r>
            <a:r>
              <a:rPr sz="2800" spc="15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800" spc="-25" dirty="0">
                <a:solidFill>
                  <a:srgbClr val="252525"/>
                </a:solidFill>
                <a:latin typeface="Microsoft Sans Serif"/>
                <a:cs typeface="Microsoft Sans Serif"/>
              </a:rPr>
              <a:t>Da</a:t>
            </a:r>
            <a:r>
              <a:rPr sz="2800" spc="-5" dirty="0">
                <a:solidFill>
                  <a:srgbClr val="252525"/>
                </a:solidFill>
                <a:latin typeface="Microsoft Sans Serif"/>
                <a:cs typeface="Microsoft Sans Serif"/>
              </a:rPr>
              <a:t>t</a:t>
            </a:r>
            <a:r>
              <a:rPr sz="2800" spc="-25" dirty="0">
                <a:solidFill>
                  <a:srgbClr val="252525"/>
                </a:solidFill>
                <a:latin typeface="Microsoft Sans Serif"/>
                <a:cs typeface="Microsoft Sans Serif"/>
              </a:rPr>
              <a:t>e</a:t>
            </a:r>
            <a:r>
              <a:rPr sz="2800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252525"/>
                </a:solidFill>
                <a:latin typeface="Microsoft Sans Serif"/>
                <a:cs typeface="Microsoft Sans Serif"/>
              </a:rPr>
              <a:t>-</a:t>
            </a:r>
            <a:r>
              <a:rPr sz="2800" spc="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252525"/>
                </a:solidFill>
                <a:latin typeface="Microsoft Sans Serif"/>
                <a:cs typeface="Microsoft Sans Serif"/>
              </a:rPr>
              <a:t>Ma</a:t>
            </a:r>
            <a:r>
              <a:rPr sz="2800" spc="-5" dirty="0">
                <a:solidFill>
                  <a:srgbClr val="252525"/>
                </a:solidFill>
                <a:latin typeface="Microsoft Sans Serif"/>
                <a:cs typeface="Microsoft Sans Serif"/>
              </a:rPr>
              <a:t>r</a:t>
            </a: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ch</a:t>
            </a:r>
            <a:r>
              <a:rPr sz="2800" spc="-5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800" spc="-25" dirty="0">
                <a:solidFill>
                  <a:srgbClr val="252525"/>
                </a:solidFill>
                <a:latin typeface="Microsoft Sans Serif"/>
                <a:cs typeface="Microsoft Sans Serif"/>
              </a:rPr>
              <a:t>2</a:t>
            </a: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0</a:t>
            </a:r>
            <a:r>
              <a:rPr sz="2800" spc="-25" dirty="0">
                <a:solidFill>
                  <a:srgbClr val="252525"/>
                </a:solidFill>
                <a:latin typeface="Microsoft Sans Serif"/>
                <a:cs typeface="Microsoft Sans Serif"/>
              </a:rPr>
              <a:t>1</a:t>
            </a:r>
            <a:r>
              <a:rPr lang="en-US" sz="2800" spc="-25" dirty="0">
                <a:solidFill>
                  <a:srgbClr val="252525"/>
                </a:solidFill>
                <a:latin typeface="Microsoft Sans Serif"/>
                <a:cs typeface="Microsoft Sans Serif"/>
              </a:rPr>
              <a:t>6</a:t>
            </a:r>
            <a:endParaRPr sz="28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2"/>
              </a:spcBef>
              <a:buClr>
                <a:srgbClr val="A18D6A"/>
              </a:buClr>
              <a:buFont typeface="Georgia"/>
              <a:buChar char="•"/>
            </a:pPr>
            <a:endParaRPr sz="3400" dirty="0">
              <a:latin typeface="Times New Roman"/>
              <a:cs typeface="Times New Roman"/>
            </a:endParaRPr>
          </a:p>
          <a:p>
            <a:pPr marL="268605" indent="-255904">
              <a:lnSpc>
                <a:spcPct val="100000"/>
              </a:lnSpc>
              <a:buClr>
                <a:srgbClr val="A18D6A"/>
              </a:buClr>
              <a:buFont typeface="Georgia"/>
              <a:buChar char="•"/>
              <a:tabLst>
                <a:tab pos="269240" algn="l"/>
              </a:tabLst>
            </a:pPr>
            <a:r>
              <a:rPr sz="2800" spc="-20" dirty="0">
                <a:solidFill>
                  <a:srgbClr val="252525"/>
                </a:solidFill>
                <a:latin typeface="Microsoft Sans Serif"/>
                <a:cs typeface="Microsoft Sans Serif"/>
              </a:rPr>
              <a:t>On</a:t>
            </a: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e</a:t>
            </a:r>
            <a:r>
              <a:rPr sz="2800" spc="-5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252525"/>
                </a:solidFill>
                <a:latin typeface="Microsoft Sans Serif"/>
                <a:cs typeface="Microsoft Sans Serif"/>
              </a:rPr>
              <a:t>fra</a:t>
            </a:r>
            <a:r>
              <a:rPr sz="2800" spc="-25" dirty="0">
                <a:solidFill>
                  <a:srgbClr val="252525"/>
                </a:solidFill>
                <a:latin typeface="Microsoft Sans Serif"/>
                <a:cs typeface="Microsoft Sans Serif"/>
              </a:rPr>
              <a:t>m</a:t>
            </a: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e</a:t>
            </a:r>
            <a:r>
              <a:rPr sz="2800" spc="-25" dirty="0">
                <a:solidFill>
                  <a:srgbClr val="252525"/>
                </a:solidFill>
                <a:latin typeface="Microsoft Sans Serif"/>
                <a:cs typeface="Microsoft Sans Serif"/>
              </a:rPr>
              <a:t>wo</a:t>
            </a:r>
            <a:r>
              <a:rPr sz="2800" spc="-5" dirty="0">
                <a:solidFill>
                  <a:srgbClr val="252525"/>
                </a:solidFill>
                <a:latin typeface="Microsoft Sans Serif"/>
                <a:cs typeface="Microsoft Sans Serif"/>
              </a:rPr>
              <a:t>r</a:t>
            </a:r>
            <a:r>
              <a:rPr sz="2800" spc="-10" dirty="0">
                <a:solidFill>
                  <a:srgbClr val="252525"/>
                </a:solidFill>
                <a:latin typeface="Microsoft Sans Serif"/>
                <a:cs typeface="Microsoft Sans Serif"/>
              </a:rPr>
              <a:t>k.</a:t>
            </a:r>
            <a:r>
              <a:rPr sz="2800" spc="15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800" spc="-25" dirty="0">
                <a:solidFill>
                  <a:srgbClr val="252525"/>
                </a:solidFill>
                <a:latin typeface="Microsoft Sans Serif"/>
                <a:cs typeface="Microsoft Sans Serif"/>
              </a:rPr>
              <a:t>M</a:t>
            </a: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obil</a:t>
            </a:r>
            <a:r>
              <a:rPr sz="2800" spc="-10" dirty="0">
                <a:solidFill>
                  <a:srgbClr val="252525"/>
                </a:solidFill>
                <a:latin typeface="Microsoft Sans Serif"/>
                <a:cs typeface="Microsoft Sans Serif"/>
              </a:rPr>
              <a:t>e</a:t>
            </a:r>
            <a:r>
              <a:rPr sz="2800" spc="5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800" spc="-20" dirty="0">
                <a:solidFill>
                  <a:srgbClr val="252525"/>
                </a:solidFill>
                <a:latin typeface="Microsoft Sans Serif"/>
                <a:cs typeface="Microsoft Sans Serif"/>
              </a:rPr>
              <a:t>&amp;</a:t>
            </a:r>
            <a:r>
              <a:rPr sz="2800" spc="-5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800" spc="-25" dirty="0">
                <a:solidFill>
                  <a:srgbClr val="252525"/>
                </a:solidFill>
                <a:latin typeface="Microsoft Sans Serif"/>
                <a:cs typeface="Microsoft Sans Serif"/>
              </a:rPr>
              <a:t>De</a:t>
            </a:r>
            <a:r>
              <a:rPr sz="2800" spc="-5" dirty="0">
                <a:solidFill>
                  <a:srgbClr val="252525"/>
                </a:solidFill>
                <a:latin typeface="Microsoft Sans Serif"/>
                <a:cs typeface="Microsoft Sans Serif"/>
              </a:rPr>
              <a:t>s</a:t>
            </a:r>
            <a:r>
              <a:rPr sz="2800" spc="-10" dirty="0">
                <a:solidFill>
                  <a:srgbClr val="252525"/>
                </a:solidFill>
                <a:latin typeface="Microsoft Sans Serif"/>
                <a:cs typeface="Microsoft Sans Serif"/>
              </a:rPr>
              <a:t>kt</a:t>
            </a:r>
            <a:r>
              <a:rPr sz="28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o</a:t>
            </a:r>
            <a:r>
              <a:rPr sz="2800" spc="-20" dirty="0">
                <a:solidFill>
                  <a:srgbClr val="252525"/>
                </a:solidFill>
                <a:latin typeface="Microsoft Sans Serif"/>
                <a:cs typeface="Microsoft Sans Serif"/>
              </a:rPr>
              <a:t>p.</a:t>
            </a:r>
            <a:endParaRPr sz="2800" dirty="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87095" y="768095"/>
            <a:ext cx="2424684" cy="11216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8340" y="1001298"/>
            <a:ext cx="1782445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30" dirty="0">
                <a:solidFill>
                  <a:srgbClr val="696363"/>
                </a:solidFill>
                <a:latin typeface="Microsoft Sans Serif"/>
                <a:cs typeface="Microsoft Sans Serif"/>
              </a:rPr>
              <a:t>A</a:t>
            </a:r>
            <a:r>
              <a:rPr sz="4000" spc="-10" dirty="0">
                <a:solidFill>
                  <a:srgbClr val="696363"/>
                </a:solidFill>
                <a:latin typeface="Microsoft Sans Serif"/>
                <a:cs typeface="Microsoft Sans Serif"/>
              </a:rPr>
              <a:t>n</a:t>
            </a:r>
            <a:r>
              <a:rPr sz="4000" spc="-30" dirty="0">
                <a:solidFill>
                  <a:srgbClr val="696363"/>
                </a:solidFill>
                <a:latin typeface="Microsoft Sans Serif"/>
                <a:cs typeface="Microsoft Sans Serif"/>
              </a:rPr>
              <a:t>g</a:t>
            </a:r>
            <a:r>
              <a:rPr sz="4000" spc="-10" dirty="0">
                <a:solidFill>
                  <a:srgbClr val="696363"/>
                </a:solidFill>
                <a:latin typeface="Microsoft Sans Serif"/>
                <a:cs typeface="Microsoft Sans Serif"/>
              </a:rPr>
              <a:t>u</a:t>
            </a:r>
            <a:r>
              <a:rPr sz="4000" spc="-5" dirty="0">
                <a:solidFill>
                  <a:srgbClr val="696363"/>
                </a:solidFill>
                <a:latin typeface="Microsoft Sans Serif"/>
                <a:cs typeface="Microsoft Sans Serif"/>
              </a:rPr>
              <a:t>l</a:t>
            </a:r>
            <a:r>
              <a:rPr sz="4000" spc="-25" dirty="0">
                <a:solidFill>
                  <a:srgbClr val="696363"/>
                </a:solidFill>
                <a:latin typeface="Microsoft Sans Serif"/>
                <a:cs typeface="Microsoft Sans Serif"/>
              </a:rPr>
              <a:t>ar</a:t>
            </a:r>
            <a:endParaRPr sz="4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2855" y="2023872"/>
            <a:ext cx="5229225" cy="1633855"/>
          </a:xfrm>
          <a:custGeom>
            <a:avLst/>
            <a:gdLst/>
            <a:ahLst/>
            <a:cxnLst/>
            <a:rect l="l" t="t" r="r" b="b"/>
            <a:pathLst>
              <a:path w="5229225" h="1633854">
                <a:moveTo>
                  <a:pt x="0" y="1633727"/>
                </a:moveTo>
                <a:lnTo>
                  <a:pt x="5228843" y="1633727"/>
                </a:lnTo>
                <a:lnTo>
                  <a:pt x="5228843" y="0"/>
                </a:lnTo>
                <a:lnTo>
                  <a:pt x="0" y="0"/>
                </a:lnTo>
                <a:lnTo>
                  <a:pt x="0" y="1633727"/>
                </a:lnTo>
                <a:close/>
              </a:path>
            </a:pathLst>
          </a:custGeom>
          <a:ln w="6095">
            <a:solidFill>
              <a:srgbClr val="D2471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08659" y="1979676"/>
            <a:ext cx="1144523" cy="171602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08659" y="1979676"/>
            <a:ext cx="1144905" cy="1716405"/>
          </a:xfrm>
          <a:custGeom>
            <a:avLst/>
            <a:gdLst/>
            <a:ahLst/>
            <a:cxnLst/>
            <a:rect l="l" t="t" r="r" b="b"/>
            <a:pathLst>
              <a:path w="1144905" h="1716404">
                <a:moveTo>
                  <a:pt x="0" y="1716023"/>
                </a:moveTo>
                <a:lnTo>
                  <a:pt x="1144523" y="1716023"/>
                </a:lnTo>
                <a:lnTo>
                  <a:pt x="1144523" y="0"/>
                </a:lnTo>
                <a:lnTo>
                  <a:pt x="0" y="0"/>
                </a:lnTo>
                <a:lnTo>
                  <a:pt x="0" y="1716023"/>
                </a:lnTo>
                <a:close/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411467" y="2023872"/>
            <a:ext cx="5229225" cy="1633855"/>
          </a:xfrm>
          <a:custGeom>
            <a:avLst/>
            <a:gdLst/>
            <a:ahLst/>
            <a:cxnLst/>
            <a:rect l="l" t="t" r="r" b="b"/>
            <a:pathLst>
              <a:path w="5229225" h="1633854">
                <a:moveTo>
                  <a:pt x="0" y="1633727"/>
                </a:moveTo>
                <a:lnTo>
                  <a:pt x="5228843" y="1633727"/>
                </a:lnTo>
                <a:lnTo>
                  <a:pt x="5228843" y="0"/>
                </a:lnTo>
                <a:lnTo>
                  <a:pt x="0" y="0"/>
                </a:lnTo>
                <a:lnTo>
                  <a:pt x="0" y="1633727"/>
                </a:lnTo>
                <a:close/>
              </a:path>
            </a:pathLst>
          </a:custGeom>
          <a:ln w="6095">
            <a:solidFill>
              <a:srgbClr val="D2471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592823" y="1967484"/>
            <a:ext cx="1144523" cy="17160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592823" y="1967484"/>
            <a:ext cx="1144905" cy="1716405"/>
          </a:xfrm>
          <a:custGeom>
            <a:avLst/>
            <a:gdLst/>
            <a:ahLst/>
            <a:cxnLst/>
            <a:rect l="l" t="t" r="r" b="b"/>
            <a:pathLst>
              <a:path w="1144904" h="1716404">
                <a:moveTo>
                  <a:pt x="0" y="1716023"/>
                </a:moveTo>
                <a:lnTo>
                  <a:pt x="1144523" y="1716023"/>
                </a:lnTo>
                <a:lnTo>
                  <a:pt x="1144523" y="0"/>
                </a:lnTo>
                <a:lnTo>
                  <a:pt x="0" y="0"/>
                </a:lnTo>
                <a:lnTo>
                  <a:pt x="0" y="1716023"/>
                </a:lnTo>
                <a:close/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52855" y="4079747"/>
            <a:ext cx="5229225" cy="1633855"/>
          </a:xfrm>
          <a:custGeom>
            <a:avLst/>
            <a:gdLst/>
            <a:ahLst/>
            <a:cxnLst/>
            <a:rect l="l" t="t" r="r" b="b"/>
            <a:pathLst>
              <a:path w="5229225" h="1633854">
                <a:moveTo>
                  <a:pt x="0" y="1633727"/>
                </a:moveTo>
                <a:lnTo>
                  <a:pt x="5228843" y="1633727"/>
                </a:lnTo>
                <a:lnTo>
                  <a:pt x="5228843" y="0"/>
                </a:lnTo>
                <a:lnTo>
                  <a:pt x="0" y="0"/>
                </a:lnTo>
                <a:lnTo>
                  <a:pt x="0" y="1633727"/>
                </a:lnTo>
                <a:close/>
              </a:path>
            </a:pathLst>
          </a:custGeom>
          <a:ln w="6095">
            <a:solidFill>
              <a:srgbClr val="D2471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846581" y="2202864"/>
            <a:ext cx="3189605" cy="3002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4900"/>
              </a:lnSpc>
            </a:pPr>
            <a:r>
              <a:rPr sz="4800" spc="-5" dirty="0">
                <a:latin typeface="Microsoft Sans Serif"/>
                <a:cs typeface="Microsoft Sans Serif"/>
              </a:rPr>
              <a:t>C</a:t>
            </a:r>
            <a:r>
              <a:rPr sz="4800" spc="15" dirty="0">
                <a:latin typeface="Microsoft Sans Serif"/>
                <a:cs typeface="Microsoft Sans Serif"/>
              </a:rPr>
              <a:t>r</a:t>
            </a:r>
            <a:r>
              <a:rPr sz="4800" spc="-5" dirty="0">
                <a:latin typeface="Microsoft Sans Serif"/>
                <a:cs typeface="Microsoft Sans Serif"/>
              </a:rPr>
              <a:t>o</a:t>
            </a:r>
            <a:r>
              <a:rPr sz="4800" spc="10" dirty="0">
                <a:latin typeface="Microsoft Sans Serif"/>
                <a:cs typeface="Microsoft Sans Serif"/>
              </a:rPr>
              <a:t>s</a:t>
            </a:r>
            <a:r>
              <a:rPr sz="4800" spc="-20" dirty="0">
                <a:latin typeface="Microsoft Sans Serif"/>
                <a:cs typeface="Microsoft Sans Serif"/>
              </a:rPr>
              <a:t>s </a:t>
            </a:r>
            <a:r>
              <a:rPr sz="4800" spc="-30" dirty="0">
                <a:latin typeface="Microsoft Sans Serif"/>
                <a:cs typeface="Microsoft Sans Serif"/>
              </a:rPr>
              <a:t>P</a:t>
            </a:r>
            <a:r>
              <a:rPr sz="4800" spc="-5" dirty="0">
                <a:latin typeface="Microsoft Sans Serif"/>
                <a:cs typeface="Microsoft Sans Serif"/>
              </a:rPr>
              <a:t>l</a:t>
            </a:r>
            <a:r>
              <a:rPr sz="4800" spc="10" dirty="0">
                <a:latin typeface="Microsoft Sans Serif"/>
                <a:cs typeface="Microsoft Sans Serif"/>
              </a:rPr>
              <a:t>a</a:t>
            </a:r>
            <a:r>
              <a:rPr sz="4800" spc="-15" dirty="0">
                <a:latin typeface="Microsoft Sans Serif"/>
                <a:cs typeface="Microsoft Sans Serif"/>
              </a:rPr>
              <a:t>t</a:t>
            </a:r>
            <a:r>
              <a:rPr sz="4800" dirty="0">
                <a:latin typeface="Microsoft Sans Serif"/>
                <a:cs typeface="Microsoft Sans Serif"/>
              </a:rPr>
              <a:t>f</a:t>
            </a:r>
            <a:r>
              <a:rPr sz="4800" spc="-5" dirty="0">
                <a:latin typeface="Microsoft Sans Serif"/>
                <a:cs typeface="Microsoft Sans Serif"/>
              </a:rPr>
              <a:t>orm</a:t>
            </a:r>
            <a:endParaRPr sz="4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2"/>
              </a:spcBef>
            </a:pPr>
            <a:endParaRPr sz="6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4800" dirty="0">
                <a:latin typeface="Microsoft Sans Serif"/>
                <a:cs typeface="Microsoft Sans Serif"/>
              </a:rPr>
              <a:t>P</a:t>
            </a:r>
            <a:r>
              <a:rPr sz="4800" spc="10" dirty="0">
                <a:latin typeface="Microsoft Sans Serif"/>
                <a:cs typeface="Microsoft Sans Serif"/>
              </a:rPr>
              <a:t>r</a:t>
            </a:r>
            <a:r>
              <a:rPr sz="4800" spc="-5" dirty="0">
                <a:latin typeface="Microsoft Sans Serif"/>
                <a:cs typeface="Microsoft Sans Serif"/>
              </a:rPr>
              <a:t>od</a:t>
            </a:r>
            <a:r>
              <a:rPr sz="4800" spc="10" dirty="0">
                <a:latin typeface="Microsoft Sans Serif"/>
                <a:cs typeface="Microsoft Sans Serif"/>
              </a:rPr>
              <a:t>u</a:t>
            </a:r>
            <a:r>
              <a:rPr sz="4800" dirty="0">
                <a:latin typeface="Microsoft Sans Serif"/>
                <a:cs typeface="Microsoft Sans Serif"/>
              </a:rPr>
              <a:t>cti</a:t>
            </a:r>
            <a:r>
              <a:rPr sz="4800" spc="10" dirty="0">
                <a:latin typeface="Microsoft Sans Serif"/>
                <a:cs typeface="Microsoft Sans Serif"/>
              </a:rPr>
              <a:t>v</a:t>
            </a:r>
            <a:r>
              <a:rPr sz="4800" spc="-5" dirty="0">
                <a:latin typeface="Microsoft Sans Serif"/>
                <a:cs typeface="Microsoft Sans Serif"/>
              </a:rPr>
              <a:t>ity</a:t>
            </a:r>
            <a:endParaRPr sz="48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27701" y="2202864"/>
            <a:ext cx="3520440" cy="1257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75590">
              <a:lnSpc>
                <a:spcPts val="4900"/>
              </a:lnSpc>
            </a:pPr>
            <a:r>
              <a:rPr sz="4800" spc="-30" dirty="0">
                <a:latin typeface="Microsoft Sans Serif"/>
                <a:cs typeface="Microsoft Sans Serif"/>
              </a:rPr>
              <a:t>S</a:t>
            </a:r>
            <a:r>
              <a:rPr sz="4800" spc="-5" dirty="0">
                <a:latin typeface="Microsoft Sans Serif"/>
                <a:cs typeface="Microsoft Sans Serif"/>
              </a:rPr>
              <a:t>p</a:t>
            </a:r>
            <a:r>
              <a:rPr sz="4800" spc="5" dirty="0">
                <a:latin typeface="Microsoft Sans Serif"/>
                <a:cs typeface="Microsoft Sans Serif"/>
              </a:rPr>
              <a:t>e</a:t>
            </a:r>
            <a:r>
              <a:rPr sz="4800" spc="-5" dirty="0">
                <a:latin typeface="Microsoft Sans Serif"/>
                <a:cs typeface="Microsoft Sans Serif"/>
              </a:rPr>
              <a:t>e</a:t>
            </a:r>
            <a:r>
              <a:rPr sz="4800" spc="5" dirty="0">
                <a:latin typeface="Microsoft Sans Serif"/>
                <a:cs typeface="Microsoft Sans Serif"/>
              </a:rPr>
              <a:t>d</a:t>
            </a:r>
            <a:r>
              <a:rPr sz="4800" spc="-45" dirty="0">
                <a:latin typeface="Microsoft Sans Serif"/>
                <a:cs typeface="Microsoft Sans Serif"/>
              </a:rPr>
              <a:t> </a:t>
            </a:r>
            <a:r>
              <a:rPr sz="4800" spc="-5" dirty="0">
                <a:latin typeface="Microsoft Sans Serif"/>
                <a:cs typeface="Microsoft Sans Serif"/>
              </a:rPr>
              <a:t>a</a:t>
            </a:r>
            <a:r>
              <a:rPr sz="4800" spc="5" dirty="0">
                <a:latin typeface="Microsoft Sans Serif"/>
                <a:cs typeface="Microsoft Sans Serif"/>
              </a:rPr>
              <a:t>n</a:t>
            </a:r>
            <a:r>
              <a:rPr sz="4800" spc="-25" dirty="0">
                <a:latin typeface="Microsoft Sans Serif"/>
                <a:cs typeface="Microsoft Sans Serif"/>
              </a:rPr>
              <a:t>d </a:t>
            </a:r>
            <a:r>
              <a:rPr sz="4800" spc="-30" dirty="0">
                <a:latin typeface="Microsoft Sans Serif"/>
                <a:cs typeface="Microsoft Sans Serif"/>
              </a:rPr>
              <a:t>P</a:t>
            </a:r>
            <a:r>
              <a:rPr sz="4800" spc="-5" dirty="0">
                <a:latin typeface="Microsoft Sans Serif"/>
                <a:cs typeface="Microsoft Sans Serif"/>
              </a:rPr>
              <a:t>e</a:t>
            </a:r>
            <a:r>
              <a:rPr sz="4800" spc="10" dirty="0">
                <a:latin typeface="Microsoft Sans Serif"/>
                <a:cs typeface="Microsoft Sans Serif"/>
              </a:rPr>
              <a:t>r</a:t>
            </a:r>
            <a:r>
              <a:rPr sz="4800" spc="-15" dirty="0">
                <a:latin typeface="Microsoft Sans Serif"/>
                <a:cs typeface="Microsoft Sans Serif"/>
              </a:rPr>
              <a:t>f</a:t>
            </a:r>
            <a:r>
              <a:rPr sz="4800" spc="-25" dirty="0">
                <a:latin typeface="Microsoft Sans Serif"/>
                <a:cs typeface="Microsoft Sans Serif"/>
              </a:rPr>
              <a:t>o</a:t>
            </a:r>
            <a:r>
              <a:rPr sz="4800" dirty="0">
                <a:latin typeface="Microsoft Sans Serif"/>
                <a:cs typeface="Microsoft Sans Serif"/>
              </a:rPr>
              <a:t>rm</a:t>
            </a:r>
            <a:r>
              <a:rPr sz="4800" spc="5" dirty="0">
                <a:latin typeface="Microsoft Sans Serif"/>
                <a:cs typeface="Microsoft Sans Serif"/>
              </a:rPr>
              <a:t>a</a:t>
            </a:r>
            <a:r>
              <a:rPr sz="4800" spc="-5" dirty="0">
                <a:latin typeface="Microsoft Sans Serif"/>
                <a:cs typeface="Microsoft Sans Serif"/>
              </a:rPr>
              <a:t>nce</a:t>
            </a:r>
            <a:endParaRPr sz="48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14755" y="4024884"/>
            <a:ext cx="1142999" cy="17144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14755" y="4024884"/>
            <a:ext cx="1143000" cy="1714500"/>
          </a:xfrm>
          <a:custGeom>
            <a:avLst/>
            <a:gdLst/>
            <a:ahLst/>
            <a:cxnLst/>
            <a:rect l="l" t="t" r="r" b="b"/>
            <a:pathLst>
              <a:path w="1143000" h="1714500">
                <a:moveTo>
                  <a:pt x="0" y="1714499"/>
                </a:moveTo>
                <a:lnTo>
                  <a:pt x="1142999" y="1714499"/>
                </a:lnTo>
                <a:lnTo>
                  <a:pt x="1142999" y="0"/>
                </a:lnTo>
                <a:lnTo>
                  <a:pt x="0" y="0"/>
                </a:lnTo>
                <a:lnTo>
                  <a:pt x="0" y="1714499"/>
                </a:lnTo>
                <a:close/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451091" y="4011167"/>
            <a:ext cx="1144523" cy="171602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1815" y="603504"/>
            <a:ext cx="5125212" cy="112166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53667" y="837341"/>
            <a:ext cx="4481195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25" dirty="0">
                <a:solidFill>
                  <a:srgbClr val="696363"/>
                </a:solidFill>
                <a:latin typeface="Microsoft Sans Serif"/>
                <a:cs typeface="Microsoft Sans Serif"/>
              </a:rPr>
              <a:t>F</a:t>
            </a:r>
            <a:r>
              <a:rPr sz="4000" spc="-15" dirty="0">
                <a:solidFill>
                  <a:srgbClr val="696363"/>
                </a:solidFill>
                <a:latin typeface="Microsoft Sans Serif"/>
                <a:cs typeface="Microsoft Sans Serif"/>
              </a:rPr>
              <a:t>e</a:t>
            </a:r>
            <a:r>
              <a:rPr sz="4000" spc="-30" dirty="0">
                <a:solidFill>
                  <a:srgbClr val="696363"/>
                </a:solidFill>
                <a:latin typeface="Microsoft Sans Serif"/>
                <a:cs typeface="Microsoft Sans Serif"/>
              </a:rPr>
              <a:t>a</a:t>
            </a:r>
            <a:r>
              <a:rPr sz="4000" spc="0" dirty="0">
                <a:solidFill>
                  <a:srgbClr val="696363"/>
                </a:solidFill>
                <a:latin typeface="Microsoft Sans Serif"/>
                <a:cs typeface="Microsoft Sans Serif"/>
              </a:rPr>
              <a:t>t</a:t>
            </a:r>
            <a:r>
              <a:rPr sz="4000" spc="-30" dirty="0">
                <a:solidFill>
                  <a:srgbClr val="696363"/>
                </a:solidFill>
                <a:latin typeface="Microsoft Sans Serif"/>
                <a:cs typeface="Microsoft Sans Serif"/>
              </a:rPr>
              <a:t>u</a:t>
            </a:r>
            <a:r>
              <a:rPr sz="4000" spc="0" dirty="0">
                <a:solidFill>
                  <a:srgbClr val="696363"/>
                </a:solidFill>
                <a:latin typeface="Microsoft Sans Serif"/>
                <a:cs typeface="Microsoft Sans Serif"/>
              </a:rPr>
              <a:t>r</a:t>
            </a:r>
            <a:r>
              <a:rPr sz="4000" spc="-30" dirty="0">
                <a:solidFill>
                  <a:srgbClr val="696363"/>
                </a:solidFill>
                <a:latin typeface="Microsoft Sans Serif"/>
                <a:cs typeface="Microsoft Sans Serif"/>
              </a:rPr>
              <a:t>es</a:t>
            </a:r>
            <a:r>
              <a:rPr sz="4000" spc="-55" dirty="0">
                <a:solidFill>
                  <a:srgbClr val="696363"/>
                </a:solidFill>
                <a:latin typeface="Microsoft Sans Serif"/>
                <a:cs typeface="Microsoft Sans Serif"/>
              </a:rPr>
              <a:t> </a:t>
            </a:r>
            <a:r>
              <a:rPr sz="4000" spc="-30" dirty="0">
                <a:solidFill>
                  <a:srgbClr val="696363"/>
                </a:solidFill>
                <a:latin typeface="Microsoft Sans Serif"/>
                <a:cs typeface="Microsoft Sans Serif"/>
              </a:rPr>
              <a:t>o</a:t>
            </a:r>
            <a:r>
              <a:rPr sz="4000" spc="0" dirty="0">
                <a:solidFill>
                  <a:srgbClr val="696363"/>
                </a:solidFill>
                <a:latin typeface="Microsoft Sans Serif"/>
                <a:cs typeface="Microsoft Sans Serif"/>
              </a:rPr>
              <a:t>f</a:t>
            </a:r>
            <a:r>
              <a:rPr sz="4000" spc="-35" dirty="0">
                <a:solidFill>
                  <a:srgbClr val="696363"/>
                </a:solidFill>
                <a:latin typeface="Microsoft Sans Serif"/>
                <a:cs typeface="Microsoft Sans Serif"/>
              </a:rPr>
              <a:t> </a:t>
            </a:r>
            <a:r>
              <a:rPr sz="4000" spc="-30" dirty="0">
                <a:solidFill>
                  <a:srgbClr val="696363"/>
                </a:solidFill>
                <a:latin typeface="Microsoft Sans Serif"/>
                <a:cs typeface="Microsoft Sans Serif"/>
              </a:rPr>
              <a:t>A</a:t>
            </a:r>
            <a:r>
              <a:rPr sz="4000" spc="-10" dirty="0">
                <a:solidFill>
                  <a:srgbClr val="696363"/>
                </a:solidFill>
                <a:latin typeface="Microsoft Sans Serif"/>
                <a:cs typeface="Microsoft Sans Serif"/>
              </a:rPr>
              <a:t>n</a:t>
            </a:r>
            <a:r>
              <a:rPr sz="4000" spc="-30" dirty="0">
                <a:solidFill>
                  <a:srgbClr val="696363"/>
                </a:solidFill>
                <a:latin typeface="Microsoft Sans Serif"/>
                <a:cs typeface="Microsoft Sans Serif"/>
              </a:rPr>
              <a:t>g</a:t>
            </a:r>
            <a:r>
              <a:rPr sz="4000" spc="-10" dirty="0">
                <a:solidFill>
                  <a:srgbClr val="696363"/>
                </a:solidFill>
                <a:latin typeface="Microsoft Sans Serif"/>
                <a:cs typeface="Microsoft Sans Serif"/>
              </a:rPr>
              <a:t>u</a:t>
            </a:r>
            <a:r>
              <a:rPr sz="4000" spc="-5" dirty="0">
                <a:solidFill>
                  <a:srgbClr val="696363"/>
                </a:solidFill>
                <a:latin typeface="Microsoft Sans Serif"/>
                <a:cs typeface="Microsoft Sans Serif"/>
              </a:rPr>
              <a:t>l</a:t>
            </a:r>
            <a:r>
              <a:rPr sz="4000" spc="-25" dirty="0">
                <a:solidFill>
                  <a:srgbClr val="696363"/>
                </a:solidFill>
                <a:latin typeface="Microsoft Sans Serif"/>
                <a:cs typeface="Microsoft Sans Serif"/>
              </a:rPr>
              <a:t>ar</a:t>
            </a:r>
            <a:endParaRPr sz="4000">
              <a:latin typeface="Microsoft Sans Serif"/>
              <a:cs typeface="Microsoft Sans Serif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6408419" y="4005072"/>
          <a:ext cx="5228841" cy="236524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6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45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4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79">
                <a:tc>
                  <a:txBody>
                    <a:bodyPr/>
                    <a:lstStyle/>
                    <a:p>
                      <a:endParaRPr sz="4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R w="12191">
                      <a:solidFill>
                        <a:srgbClr val="FFFFFF"/>
                      </a:solidFill>
                      <a:prstDash val="solid"/>
                    </a:lnR>
                    <a:lnB w="6095">
                      <a:solidFill>
                        <a:srgbClr val="D2471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4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12191">
                      <a:solidFill>
                        <a:srgbClr val="FFFFFF"/>
                      </a:solidFill>
                      <a:prstDash val="solid"/>
                    </a:lnL>
                    <a:lnR w="12191">
                      <a:solidFill>
                        <a:srgbClr val="FFFFFF"/>
                      </a:solidFill>
                      <a:prstDash val="solid"/>
                    </a:lnR>
                    <a:lnT w="12191">
                      <a:solidFill>
                        <a:srgbClr val="FFFFFF"/>
                      </a:solidFill>
                      <a:prstDash val="solid"/>
                    </a:lnT>
                    <a:lnB w="6095">
                      <a:solidFill>
                        <a:srgbClr val="D2471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4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12191">
                      <a:solidFill>
                        <a:srgbClr val="FFFFFF"/>
                      </a:solidFill>
                      <a:prstDash val="solid"/>
                    </a:lnL>
                    <a:lnB w="6095">
                      <a:solidFill>
                        <a:srgbClr val="D2471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3727">
                <a:tc>
                  <a:txBody>
                    <a:bodyPr/>
                    <a:lstStyle/>
                    <a:p>
                      <a:endParaRPr sz="4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095">
                      <a:solidFill>
                        <a:srgbClr val="D24716"/>
                      </a:solidFill>
                      <a:prstDash val="solid"/>
                    </a:lnL>
                    <a:lnR w="12191">
                      <a:solidFill>
                        <a:srgbClr val="FFFFFF"/>
                      </a:solidFill>
                      <a:prstDash val="solid"/>
                    </a:lnR>
                    <a:lnT w="6095">
                      <a:solidFill>
                        <a:srgbClr val="D24716"/>
                      </a:solidFill>
                      <a:prstDash val="solid"/>
                    </a:lnT>
                    <a:lnB w="6095">
                      <a:solidFill>
                        <a:srgbClr val="D2471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4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12191">
                      <a:solidFill>
                        <a:srgbClr val="FFFFFF"/>
                      </a:solidFill>
                      <a:prstDash val="solid"/>
                    </a:lnL>
                    <a:lnR w="12191">
                      <a:solidFill>
                        <a:srgbClr val="FFFFFF"/>
                      </a:solidFill>
                      <a:prstDash val="solid"/>
                    </a:lnR>
                    <a:lnT w="6095">
                      <a:solidFill>
                        <a:srgbClr val="D24716"/>
                      </a:solidFill>
                      <a:prstDash val="solid"/>
                    </a:lnT>
                    <a:lnB w="12191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4800" spc="-5" dirty="0">
                          <a:latin typeface="Microsoft Sans Serif"/>
                          <a:cs typeface="Microsoft Sans Serif"/>
                        </a:rPr>
                        <a:t>D</a:t>
                      </a:r>
                      <a:r>
                        <a:rPr sz="4800" spc="10" dirty="0">
                          <a:latin typeface="Microsoft Sans Serif"/>
                          <a:cs typeface="Microsoft Sans Serif"/>
                        </a:rPr>
                        <a:t>e</a:t>
                      </a:r>
                      <a:r>
                        <a:rPr sz="4800" dirty="0">
                          <a:latin typeface="Microsoft Sans Serif"/>
                          <a:cs typeface="Microsoft Sans Serif"/>
                        </a:rPr>
                        <a:t>v</a:t>
                      </a:r>
                      <a:r>
                        <a:rPr sz="4800" spc="5" dirty="0">
                          <a:latin typeface="Microsoft Sans Serif"/>
                          <a:cs typeface="Microsoft Sans Serif"/>
                        </a:rPr>
                        <a:t>e</a:t>
                      </a:r>
                      <a:r>
                        <a:rPr sz="4800" spc="-5" dirty="0">
                          <a:latin typeface="Microsoft Sans Serif"/>
                          <a:cs typeface="Microsoft Sans Serif"/>
                        </a:rPr>
                        <a:t>l</a:t>
                      </a:r>
                      <a:r>
                        <a:rPr sz="4800" spc="5" dirty="0">
                          <a:latin typeface="Microsoft Sans Serif"/>
                          <a:cs typeface="Microsoft Sans Serif"/>
                        </a:rPr>
                        <a:t>o</a:t>
                      </a:r>
                      <a:r>
                        <a:rPr sz="4800" spc="-5" dirty="0">
                          <a:latin typeface="Microsoft Sans Serif"/>
                          <a:cs typeface="Microsoft Sans Serif"/>
                        </a:rPr>
                        <a:t>pment </a:t>
                      </a:r>
                      <a:endParaRPr sz="4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12191">
                      <a:solidFill>
                        <a:srgbClr val="FFFFFF"/>
                      </a:solidFill>
                      <a:prstDash val="solid"/>
                    </a:lnL>
                    <a:lnR w="6095">
                      <a:solidFill>
                        <a:srgbClr val="D24716"/>
                      </a:solidFill>
                      <a:prstDash val="solid"/>
                    </a:lnR>
                    <a:lnT w="6095">
                      <a:solidFill>
                        <a:srgbClr val="D24716"/>
                      </a:solidFill>
                      <a:prstDash val="solid"/>
                    </a:lnT>
                    <a:lnB w="6095">
                      <a:solidFill>
                        <a:srgbClr val="D2471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08431"/>
            <a:ext cx="3950207" cy="11216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24734" y="640999"/>
            <a:ext cx="3385820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35" dirty="0">
                <a:solidFill>
                  <a:srgbClr val="696363"/>
                </a:solidFill>
                <a:latin typeface="Microsoft Sans Serif"/>
                <a:cs typeface="Microsoft Sans Serif"/>
              </a:rPr>
              <a:t>C</a:t>
            </a:r>
            <a:r>
              <a:rPr sz="4000" dirty="0">
                <a:solidFill>
                  <a:srgbClr val="696363"/>
                </a:solidFill>
                <a:latin typeface="Microsoft Sans Serif"/>
                <a:cs typeface="Microsoft Sans Serif"/>
              </a:rPr>
              <a:t>r</a:t>
            </a:r>
            <a:r>
              <a:rPr sz="4000" spc="-30" dirty="0">
                <a:solidFill>
                  <a:srgbClr val="696363"/>
                </a:solidFill>
                <a:latin typeface="Microsoft Sans Serif"/>
                <a:cs typeface="Microsoft Sans Serif"/>
              </a:rPr>
              <a:t>o</a:t>
            </a:r>
            <a:r>
              <a:rPr sz="4000" dirty="0">
                <a:solidFill>
                  <a:srgbClr val="696363"/>
                </a:solidFill>
                <a:latin typeface="Microsoft Sans Serif"/>
                <a:cs typeface="Microsoft Sans Serif"/>
              </a:rPr>
              <a:t>s</a:t>
            </a:r>
            <a:r>
              <a:rPr sz="4000" spc="-20" dirty="0">
                <a:solidFill>
                  <a:srgbClr val="696363"/>
                </a:solidFill>
                <a:latin typeface="Microsoft Sans Serif"/>
                <a:cs typeface="Microsoft Sans Serif"/>
              </a:rPr>
              <a:t>s</a:t>
            </a:r>
            <a:r>
              <a:rPr sz="4000" spc="-50" dirty="0">
                <a:solidFill>
                  <a:srgbClr val="696363"/>
                </a:solidFill>
                <a:latin typeface="Microsoft Sans Serif"/>
                <a:cs typeface="Microsoft Sans Serif"/>
              </a:rPr>
              <a:t> </a:t>
            </a:r>
            <a:r>
              <a:rPr sz="4000" spc="-30" dirty="0">
                <a:solidFill>
                  <a:srgbClr val="696363"/>
                </a:solidFill>
                <a:latin typeface="Microsoft Sans Serif"/>
                <a:cs typeface="Microsoft Sans Serif"/>
              </a:rPr>
              <a:t>P</a:t>
            </a:r>
            <a:r>
              <a:rPr sz="4000" spc="0" dirty="0">
                <a:solidFill>
                  <a:srgbClr val="696363"/>
                </a:solidFill>
                <a:latin typeface="Microsoft Sans Serif"/>
                <a:cs typeface="Microsoft Sans Serif"/>
              </a:rPr>
              <a:t>l</a:t>
            </a:r>
            <a:r>
              <a:rPr sz="4000" spc="-30" dirty="0">
                <a:solidFill>
                  <a:srgbClr val="696363"/>
                </a:solidFill>
                <a:latin typeface="Microsoft Sans Serif"/>
                <a:cs typeface="Microsoft Sans Serif"/>
              </a:rPr>
              <a:t>a</a:t>
            </a:r>
            <a:r>
              <a:rPr sz="4000" spc="0" dirty="0">
                <a:solidFill>
                  <a:srgbClr val="696363"/>
                </a:solidFill>
                <a:latin typeface="Microsoft Sans Serif"/>
                <a:cs typeface="Microsoft Sans Serif"/>
              </a:rPr>
              <a:t>t</a:t>
            </a:r>
            <a:r>
              <a:rPr sz="4000" spc="-15" dirty="0">
                <a:solidFill>
                  <a:srgbClr val="696363"/>
                </a:solidFill>
                <a:latin typeface="Microsoft Sans Serif"/>
                <a:cs typeface="Microsoft Sans Serif"/>
              </a:rPr>
              <a:t>fo</a:t>
            </a:r>
            <a:r>
              <a:rPr sz="4000" spc="-25" dirty="0">
                <a:solidFill>
                  <a:srgbClr val="696363"/>
                </a:solidFill>
                <a:latin typeface="Microsoft Sans Serif"/>
                <a:cs typeface="Microsoft Sans Serif"/>
              </a:rPr>
              <a:t>rm</a:t>
            </a:r>
            <a:endParaRPr sz="40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3766" y="2047644"/>
            <a:ext cx="11028680" cy="36245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Microsoft Sans Serif"/>
                <a:cs typeface="Microsoft Sans Serif"/>
              </a:rPr>
              <a:t>Angu</a:t>
            </a:r>
            <a:r>
              <a:rPr sz="2400" spc="-25" dirty="0">
                <a:latin typeface="Microsoft Sans Serif"/>
                <a:cs typeface="Microsoft Sans Serif"/>
              </a:rPr>
              <a:t>l</a:t>
            </a:r>
            <a:r>
              <a:rPr sz="2400" spc="-20" dirty="0">
                <a:latin typeface="Microsoft Sans Serif"/>
                <a:cs typeface="Microsoft Sans Serif"/>
              </a:rPr>
              <a:t>ar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use</a:t>
            </a:r>
            <a:r>
              <a:rPr sz="2400" dirty="0">
                <a:latin typeface="Microsoft Sans Serif"/>
                <a:cs typeface="Microsoft Sans Serif"/>
              </a:rPr>
              <a:t> m</a:t>
            </a:r>
            <a:r>
              <a:rPr sz="2400" spc="-5" dirty="0">
                <a:latin typeface="Microsoft Sans Serif"/>
                <a:cs typeface="Microsoft Sans Serif"/>
              </a:rPr>
              <a:t>odern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web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p</a:t>
            </a:r>
            <a:r>
              <a:rPr sz="2400" spc="-20" dirty="0">
                <a:latin typeface="Microsoft Sans Serif"/>
                <a:cs typeface="Microsoft Sans Serif"/>
              </a:rPr>
              <a:t>l</a:t>
            </a:r>
            <a:r>
              <a:rPr sz="2400" spc="-15" dirty="0">
                <a:latin typeface="Microsoft Sans Serif"/>
                <a:cs typeface="Microsoft Sans Serif"/>
              </a:rPr>
              <a:t>at</a:t>
            </a:r>
            <a:r>
              <a:rPr sz="2400" spc="-5" dirty="0">
                <a:latin typeface="Microsoft Sans Serif"/>
                <a:cs typeface="Microsoft Sans Serif"/>
              </a:rPr>
              <a:t>for</a:t>
            </a:r>
            <a:r>
              <a:rPr sz="2400" spc="10" dirty="0">
                <a:latin typeface="Microsoft Sans Serif"/>
                <a:cs typeface="Microsoft Sans Serif"/>
              </a:rPr>
              <a:t>m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capabi</a:t>
            </a:r>
            <a:r>
              <a:rPr sz="2400" spc="-15" dirty="0">
                <a:latin typeface="Microsoft Sans Serif"/>
                <a:cs typeface="Microsoft Sans Serif"/>
              </a:rPr>
              <a:t>l</a:t>
            </a:r>
            <a:r>
              <a:rPr sz="2400" spc="-20" dirty="0">
                <a:latin typeface="Microsoft Sans Serif"/>
                <a:cs typeface="Microsoft Sans Serif"/>
              </a:rPr>
              <a:t>i</a:t>
            </a:r>
            <a:r>
              <a:rPr sz="2400" dirty="0">
                <a:latin typeface="Microsoft Sans Serif"/>
                <a:cs typeface="Microsoft Sans Serif"/>
              </a:rPr>
              <a:t>t</a:t>
            </a:r>
            <a:r>
              <a:rPr sz="2400" spc="-15" dirty="0">
                <a:latin typeface="Microsoft Sans Serif"/>
                <a:cs typeface="Microsoft Sans Serif"/>
              </a:rPr>
              <a:t>ies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15" dirty="0">
                <a:latin typeface="Microsoft Sans Serif"/>
                <a:cs typeface="Microsoft Sans Serif"/>
              </a:rPr>
              <a:t>to de</a:t>
            </a:r>
            <a:r>
              <a:rPr sz="2400" spc="-30" dirty="0">
                <a:latin typeface="Microsoft Sans Serif"/>
                <a:cs typeface="Microsoft Sans Serif"/>
              </a:rPr>
              <a:t>l</a:t>
            </a:r>
            <a:r>
              <a:rPr sz="2400" spc="-20" dirty="0">
                <a:latin typeface="Microsoft Sans Serif"/>
                <a:cs typeface="Microsoft Sans Serif"/>
              </a:rPr>
              <a:t>i</a:t>
            </a:r>
            <a:r>
              <a:rPr sz="2400" dirty="0">
                <a:latin typeface="Microsoft Sans Serif"/>
                <a:cs typeface="Microsoft Sans Serif"/>
              </a:rPr>
              <a:t>ver</a:t>
            </a:r>
            <a:r>
              <a:rPr sz="2400" spc="4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ap</a:t>
            </a:r>
            <a:r>
              <a:rPr sz="2400" spc="-50" dirty="0">
                <a:latin typeface="Microsoft Sans Serif"/>
                <a:cs typeface="Microsoft Sans Serif"/>
              </a:rPr>
              <a:t>p</a:t>
            </a:r>
            <a:r>
              <a:rPr sz="2400" dirty="0">
                <a:latin typeface="Microsoft Sans Serif"/>
                <a:cs typeface="Microsoft Sans Serif"/>
              </a:rPr>
              <a:t>-</a:t>
            </a:r>
            <a:r>
              <a:rPr sz="2400" spc="-20" dirty="0">
                <a:latin typeface="Microsoft Sans Serif"/>
                <a:cs typeface="Microsoft Sans Serif"/>
              </a:rPr>
              <a:t>li</a:t>
            </a:r>
            <a:r>
              <a:rPr sz="2400" spc="-15" dirty="0">
                <a:latin typeface="Microsoft Sans Serif"/>
                <a:cs typeface="Microsoft Sans Serif"/>
              </a:rPr>
              <a:t>ke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exper</a:t>
            </a:r>
            <a:r>
              <a:rPr sz="2400" spc="-25" dirty="0">
                <a:latin typeface="Microsoft Sans Serif"/>
                <a:cs typeface="Microsoft Sans Serif"/>
              </a:rPr>
              <a:t>i</a:t>
            </a:r>
            <a:r>
              <a:rPr sz="2400" spc="-5" dirty="0">
                <a:latin typeface="Microsoft Sans Serif"/>
                <a:cs typeface="Microsoft Sans Serif"/>
              </a:rPr>
              <a:t>enc</a:t>
            </a:r>
            <a:r>
              <a:rPr sz="2400" spc="-10" dirty="0">
                <a:latin typeface="Microsoft Sans Serif"/>
                <a:cs typeface="Microsoft Sans Serif"/>
              </a:rPr>
              <a:t>es. </a:t>
            </a:r>
            <a:endParaRPr sz="2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buFont typeface="Wingdings"/>
              <a:buChar char=""/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Wingdings"/>
              <a:buChar char=""/>
            </a:pPr>
            <a:endParaRPr sz="26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"/>
              <a:tabLst>
                <a:tab pos="355600" algn="l"/>
              </a:tabLst>
            </a:pPr>
            <a:r>
              <a:rPr sz="2400" spc="-5" dirty="0">
                <a:latin typeface="Microsoft Sans Serif"/>
                <a:cs typeface="Microsoft Sans Serif"/>
              </a:rPr>
              <a:t>H</a:t>
            </a:r>
            <a:r>
              <a:rPr sz="2400" spc="-25" dirty="0">
                <a:latin typeface="Microsoft Sans Serif"/>
                <a:cs typeface="Microsoft Sans Serif"/>
              </a:rPr>
              <a:t>i</a:t>
            </a:r>
            <a:r>
              <a:rPr sz="2400" spc="-5" dirty="0">
                <a:latin typeface="Microsoft Sans Serif"/>
                <a:cs typeface="Microsoft Sans Serif"/>
              </a:rPr>
              <a:t>gh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perfo</a:t>
            </a:r>
            <a:r>
              <a:rPr sz="2400" spc="5" dirty="0">
                <a:latin typeface="Microsoft Sans Serif"/>
                <a:cs typeface="Microsoft Sans Serif"/>
              </a:rPr>
              <a:t>r</a:t>
            </a:r>
            <a:r>
              <a:rPr sz="2400" dirty="0">
                <a:latin typeface="Microsoft Sans Serif"/>
                <a:cs typeface="Microsoft Sans Serif"/>
              </a:rPr>
              <a:t>mance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and ze</a:t>
            </a:r>
            <a:r>
              <a:rPr sz="2400" spc="5" dirty="0">
                <a:latin typeface="Microsoft Sans Serif"/>
                <a:cs typeface="Microsoft Sans Serif"/>
              </a:rPr>
              <a:t>r</a:t>
            </a:r>
            <a:r>
              <a:rPr sz="2400" spc="-30" dirty="0">
                <a:latin typeface="Microsoft Sans Serif"/>
                <a:cs typeface="Microsoft Sans Serif"/>
              </a:rPr>
              <a:t>o</a:t>
            </a:r>
            <a:r>
              <a:rPr sz="2400" dirty="0">
                <a:latin typeface="Microsoft Sans Serif"/>
                <a:cs typeface="Microsoft Sans Serif"/>
              </a:rPr>
              <a:t>-step </a:t>
            </a:r>
            <a:r>
              <a:rPr sz="2400" spc="-15" dirty="0">
                <a:latin typeface="Microsoft Sans Serif"/>
                <a:cs typeface="Microsoft Sans Serif"/>
              </a:rPr>
              <a:t>i</a:t>
            </a:r>
            <a:r>
              <a:rPr sz="2400" spc="-5" dirty="0">
                <a:latin typeface="Microsoft Sans Serif"/>
                <a:cs typeface="Microsoft Sans Serif"/>
              </a:rPr>
              <a:t>nsta</a:t>
            </a:r>
            <a:r>
              <a:rPr sz="2400" spc="-25" dirty="0">
                <a:latin typeface="Microsoft Sans Serif"/>
                <a:cs typeface="Microsoft Sans Serif"/>
              </a:rPr>
              <a:t>l</a:t>
            </a:r>
            <a:r>
              <a:rPr sz="2400" spc="-10" dirty="0">
                <a:latin typeface="Microsoft Sans Serif"/>
                <a:cs typeface="Microsoft Sans Serif"/>
              </a:rPr>
              <a:t>l</a:t>
            </a:r>
            <a:r>
              <a:rPr sz="2400" spc="-5" dirty="0">
                <a:latin typeface="Microsoft Sans Serif"/>
                <a:cs typeface="Microsoft Sans Serif"/>
              </a:rPr>
              <a:t>a</a:t>
            </a:r>
            <a:r>
              <a:rPr sz="2400" spc="10" dirty="0">
                <a:latin typeface="Microsoft Sans Serif"/>
                <a:cs typeface="Microsoft Sans Serif"/>
              </a:rPr>
              <a:t>t</a:t>
            </a:r>
            <a:r>
              <a:rPr sz="2400" spc="-20" dirty="0">
                <a:latin typeface="Microsoft Sans Serif"/>
                <a:cs typeface="Microsoft Sans Serif"/>
              </a:rPr>
              <a:t>i</a:t>
            </a:r>
            <a:r>
              <a:rPr sz="2400" dirty="0">
                <a:latin typeface="Microsoft Sans Serif"/>
                <a:cs typeface="Microsoft Sans Serif"/>
              </a:rPr>
              <a:t>o</a:t>
            </a:r>
            <a:r>
              <a:rPr sz="2400" spc="-5" dirty="0">
                <a:latin typeface="Microsoft Sans Serif"/>
                <a:cs typeface="Microsoft Sans Serif"/>
              </a:rPr>
              <a:t>n.</a:t>
            </a:r>
            <a:endParaRPr sz="2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buFont typeface="Wingdings"/>
              <a:buChar char=""/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"/>
              </a:spcBef>
              <a:buFont typeface="Wingdings"/>
              <a:buChar char=""/>
            </a:pPr>
            <a:endParaRPr sz="26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Microsoft Sans Serif"/>
                <a:cs typeface="Microsoft Sans Serif"/>
              </a:rPr>
              <a:t>Bu</a:t>
            </a:r>
            <a:r>
              <a:rPr sz="2400" spc="-25" dirty="0">
                <a:latin typeface="Microsoft Sans Serif"/>
                <a:cs typeface="Microsoft Sans Serif"/>
              </a:rPr>
              <a:t>i</a:t>
            </a:r>
            <a:r>
              <a:rPr sz="2400" spc="-20" dirty="0">
                <a:latin typeface="Microsoft Sans Serif"/>
                <a:cs typeface="Microsoft Sans Serif"/>
              </a:rPr>
              <a:t>ld</a:t>
            </a:r>
            <a:r>
              <a:rPr sz="2400" spc="4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nat</a:t>
            </a:r>
            <a:r>
              <a:rPr sz="2400" spc="-15" dirty="0">
                <a:latin typeface="Microsoft Sans Serif"/>
                <a:cs typeface="Microsoft Sans Serif"/>
              </a:rPr>
              <a:t>ive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m</a:t>
            </a:r>
            <a:r>
              <a:rPr sz="2400" spc="-5" dirty="0">
                <a:latin typeface="Microsoft Sans Serif"/>
                <a:cs typeface="Microsoft Sans Serif"/>
              </a:rPr>
              <a:t>ob</a:t>
            </a:r>
            <a:r>
              <a:rPr sz="2400" spc="-20" dirty="0">
                <a:latin typeface="Microsoft Sans Serif"/>
                <a:cs typeface="Microsoft Sans Serif"/>
              </a:rPr>
              <a:t>ile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apps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w</a:t>
            </a:r>
            <a:r>
              <a:rPr sz="2400" spc="-25" dirty="0">
                <a:latin typeface="Microsoft Sans Serif"/>
                <a:cs typeface="Microsoft Sans Serif"/>
              </a:rPr>
              <a:t>i</a:t>
            </a:r>
            <a:r>
              <a:rPr sz="2400" spc="-10" dirty="0">
                <a:latin typeface="Microsoft Sans Serif"/>
                <a:cs typeface="Microsoft Sans Serif"/>
              </a:rPr>
              <a:t>th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Ion</a:t>
            </a:r>
            <a:r>
              <a:rPr sz="2400" spc="-20" dirty="0">
                <a:latin typeface="Microsoft Sans Serif"/>
                <a:cs typeface="Microsoft Sans Serif"/>
              </a:rPr>
              <a:t>i</a:t>
            </a:r>
            <a:r>
              <a:rPr sz="2400" spc="-15" dirty="0">
                <a:latin typeface="Microsoft Sans Serif"/>
                <a:cs typeface="Microsoft Sans Serif"/>
              </a:rPr>
              <a:t>c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Fra</a:t>
            </a:r>
            <a:r>
              <a:rPr sz="2400" spc="5" dirty="0">
                <a:latin typeface="Microsoft Sans Serif"/>
                <a:cs typeface="Microsoft Sans Serif"/>
              </a:rPr>
              <a:t>m</a:t>
            </a:r>
            <a:r>
              <a:rPr sz="2400" spc="-5" dirty="0">
                <a:latin typeface="Microsoft Sans Serif"/>
                <a:cs typeface="Microsoft Sans Serif"/>
              </a:rPr>
              <a:t>ework</a:t>
            </a:r>
            <a:r>
              <a:rPr sz="2400" spc="5" dirty="0">
                <a:latin typeface="Microsoft Sans Serif"/>
                <a:cs typeface="Microsoft Sans Serif"/>
              </a:rPr>
              <a:t>,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N</a:t>
            </a:r>
            <a:r>
              <a:rPr sz="2400" spc="-10" dirty="0">
                <a:latin typeface="Microsoft Sans Serif"/>
                <a:cs typeface="Microsoft Sans Serif"/>
              </a:rPr>
              <a:t>at</a:t>
            </a:r>
            <a:r>
              <a:rPr sz="2400" spc="-25" dirty="0">
                <a:latin typeface="Microsoft Sans Serif"/>
                <a:cs typeface="Microsoft Sans Serif"/>
              </a:rPr>
              <a:t>i</a:t>
            </a:r>
            <a:r>
              <a:rPr sz="2400" dirty="0">
                <a:latin typeface="Microsoft Sans Serif"/>
                <a:cs typeface="Microsoft Sans Serif"/>
              </a:rPr>
              <a:t>ve</a:t>
            </a:r>
            <a:r>
              <a:rPr sz="2400" spc="-10" dirty="0">
                <a:latin typeface="Microsoft Sans Serif"/>
                <a:cs typeface="Microsoft Sans Serif"/>
              </a:rPr>
              <a:t>S</a:t>
            </a:r>
            <a:r>
              <a:rPr sz="2400" dirty="0">
                <a:latin typeface="Microsoft Sans Serif"/>
                <a:cs typeface="Microsoft Sans Serif"/>
              </a:rPr>
              <a:t>cr</a:t>
            </a:r>
            <a:r>
              <a:rPr sz="2400" spc="-15" dirty="0">
                <a:latin typeface="Microsoft Sans Serif"/>
                <a:cs typeface="Microsoft Sans Serif"/>
              </a:rPr>
              <a:t>i</a:t>
            </a:r>
            <a:r>
              <a:rPr sz="2400" spc="-20" dirty="0">
                <a:latin typeface="Microsoft Sans Serif"/>
                <a:cs typeface="Microsoft Sans Serif"/>
              </a:rPr>
              <a:t>p</a:t>
            </a:r>
            <a:r>
              <a:rPr sz="2400" spc="-10" dirty="0">
                <a:latin typeface="Microsoft Sans Serif"/>
                <a:cs typeface="Microsoft Sans Serif"/>
              </a:rPr>
              <a:t>t,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an</a:t>
            </a:r>
            <a:r>
              <a:rPr sz="2400" spc="-10" dirty="0">
                <a:latin typeface="Microsoft Sans Serif"/>
                <a:cs typeface="Microsoft Sans Serif"/>
              </a:rPr>
              <a:t>d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R</a:t>
            </a:r>
            <a:r>
              <a:rPr sz="2400" spc="-10" dirty="0">
                <a:latin typeface="Microsoft Sans Serif"/>
                <a:cs typeface="Microsoft Sans Serif"/>
              </a:rPr>
              <a:t>e</a:t>
            </a:r>
            <a:r>
              <a:rPr sz="2400" spc="-20" dirty="0">
                <a:latin typeface="Microsoft Sans Serif"/>
                <a:cs typeface="Microsoft Sans Serif"/>
              </a:rPr>
              <a:t>act</a:t>
            </a:r>
            <a:r>
              <a:rPr sz="240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N</a:t>
            </a:r>
            <a:r>
              <a:rPr sz="2400" spc="-10" dirty="0">
                <a:latin typeface="Microsoft Sans Serif"/>
                <a:cs typeface="Microsoft Sans Serif"/>
              </a:rPr>
              <a:t>at</a:t>
            </a:r>
            <a:r>
              <a:rPr sz="2400" spc="-25" dirty="0">
                <a:latin typeface="Microsoft Sans Serif"/>
                <a:cs typeface="Microsoft Sans Serif"/>
              </a:rPr>
              <a:t>i</a:t>
            </a:r>
            <a:r>
              <a:rPr sz="2400" spc="-15" dirty="0">
                <a:latin typeface="Microsoft Sans Serif"/>
                <a:cs typeface="Microsoft Sans Serif"/>
              </a:rPr>
              <a:t>ve.</a:t>
            </a:r>
            <a:endParaRPr sz="2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buFont typeface="Wingdings"/>
              <a:buChar char=""/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"/>
              </a:spcBef>
              <a:buFont typeface="Wingdings"/>
              <a:buChar char=""/>
            </a:pPr>
            <a:endParaRPr sz="26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"/>
              <a:tabLst>
                <a:tab pos="355600" algn="l"/>
              </a:tabLst>
            </a:pPr>
            <a:r>
              <a:rPr sz="2400" spc="-5" dirty="0">
                <a:latin typeface="Microsoft Sans Serif"/>
                <a:cs typeface="Microsoft Sans Serif"/>
              </a:rPr>
              <a:t>Create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desk</a:t>
            </a:r>
            <a:r>
              <a:rPr sz="2400" spc="5" dirty="0">
                <a:latin typeface="Microsoft Sans Serif"/>
                <a:cs typeface="Microsoft Sans Serif"/>
              </a:rPr>
              <a:t>t</a:t>
            </a:r>
            <a:r>
              <a:rPr sz="2400" spc="-20" dirty="0">
                <a:latin typeface="Microsoft Sans Serif"/>
                <a:cs typeface="Microsoft Sans Serif"/>
              </a:rPr>
              <a:t>op </a:t>
            </a:r>
            <a:r>
              <a:rPr sz="2400" dirty="0">
                <a:latin typeface="Microsoft Sans Serif"/>
                <a:cs typeface="Microsoft Sans Serif"/>
              </a:rPr>
              <a:t>-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i</a:t>
            </a:r>
            <a:r>
              <a:rPr sz="2400" spc="-5" dirty="0">
                <a:latin typeface="Microsoft Sans Serif"/>
                <a:cs typeface="Microsoft Sans Serif"/>
              </a:rPr>
              <a:t>nstal</a:t>
            </a:r>
            <a:r>
              <a:rPr sz="2400" spc="-20" dirty="0">
                <a:latin typeface="Microsoft Sans Serif"/>
                <a:cs typeface="Microsoft Sans Serif"/>
              </a:rPr>
              <a:t>l</a:t>
            </a:r>
            <a:r>
              <a:rPr sz="2400" spc="5" dirty="0">
                <a:latin typeface="Microsoft Sans Serif"/>
                <a:cs typeface="Microsoft Sans Serif"/>
              </a:rPr>
              <a:t>e</a:t>
            </a:r>
            <a:r>
              <a:rPr sz="2400" spc="-20" dirty="0">
                <a:latin typeface="Microsoft Sans Serif"/>
                <a:cs typeface="Microsoft Sans Serif"/>
              </a:rPr>
              <a:t>d</a:t>
            </a:r>
            <a:r>
              <a:rPr sz="2400" spc="4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apps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ac</a:t>
            </a:r>
            <a:r>
              <a:rPr sz="2400" spc="5" dirty="0">
                <a:latin typeface="Microsoft Sans Serif"/>
                <a:cs typeface="Microsoft Sans Serif"/>
              </a:rPr>
              <a:t>r</a:t>
            </a:r>
            <a:r>
              <a:rPr sz="2400" spc="-20" dirty="0">
                <a:latin typeface="Microsoft Sans Serif"/>
                <a:cs typeface="Microsoft Sans Serif"/>
              </a:rPr>
              <a:t>oss</a:t>
            </a:r>
            <a:r>
              <a:rPr sz="2400" dirty="0">
                <a:latin typeface="Microsoft Sans Serif"/>
                <a:cs typeface="Microsoft Sans Serif"/>
              </a:rPr>
              <a:t> M</a:t>
            </a:r>
            <a:r>
              <a:rPr sz="2400" spc="-20" dirty="0">
                <a:latin typeface="Microsoft Sans Serif"/>
                <a:cs typeface="Microsoft Sans Serif"/>
              </a:rPr>
              <a:t>ac, </a:t>
            </a:r>
            <a:r>
              <a:rPr sz="2400" spc="-25" dirty="0">
                <a:latin typeface="Microsoft Sans Serif"/>
                <a:cs typeface="Microsoft Sans Serif"/>
              </a:rPr>
              <a:t>Wi</a:t>
            </a:r>
            <a:r>
              <a:rPr sz="2400" spc="-5" dirty="0">
                <a:latin typeface="Microsoft Sans Serif"/>
                <a:cs typeface="Microsoft Sans Serif"/>
              </a:rPr>
              <a:t>ndows,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and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L</a:t>
            </a:r>
            <a:r>
              <a:rPr sz="2400" spc="-20" dirty="0">
                <a:latin typeface="Microsoft Sans Serif"/>
                <a:cs typeface="Microsoft Sans Serif"/>
              </a:rPr>
              <a:t>i</a:t>
            </a:r>
            <a:r>
              <a:rPr sz="2400" spc="-5" dirty="0">
                <a:latin typeface="Microsoft Sans Serif"/>
                <a:cs typeface="Microsoft Sans Serif"/>
              </a:rPr>
              <a:t>nux.</a:t>
            </a:r>
            <a:endParaRPr sz="2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41604"/>
            <a:ext cx="6106668" cy="11216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40594" y="875187"/>
            <a:ext cx="5525135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30" dirty="0">
                <a:solidFill>
                  <a:srgbClr val="696363"/>
                </a:solidFill>
                <a:latin typeface="Microsoft Sans Serif"/>
                <a:cs typeface="Microsoft Sans Serif"/>
              </a:rPr>
              <a:t>S</a:t>
            </a:r>
            <a:r>
              <a:rPr sz="4000" spc="-10" dirty="0">
                <a:solidFill>
                  <a:srgbClr val="696363"/>
                </a:solidFill>
                <a:latin typeface="Microsoft Sans Serif"/>
                <a:cs typeface="Microsoft Sans Serif"/>
              </a:rPr>
              <a:t>p</a:t>
            </a:r>
            <a:r>
              <a:rPr sz="4000" spc="-30" dirty="0">
                <a:solidFill>
                  <a:srgbClr val="696363"/>
                </a:solidFill>
                <a:latin typeface="Microsoft Sans Serif"/>
                <a:cs typeface="Microsoft Sans Serif"/>
              </a:rPr>
              <a:t>e</a:t>
            </a:r>
            <a:r>
              <a:rPr sz="4000" spc="-10" dirty="0">
                <a:solidFill>
                  <a:srgbClr val="696363"/>
                </a:solidFill>
                <a:latin typeface="Microsoft Sans Serif"/>
                <a:cs typeface="Microsoft Sans Serif"/>
              </a:rPr>
              <a:t>e</a:t>
            </a:r>
            <a:r>
              <a:rPr sz="4000" spc="-30" dirty="0">
                <a:solidFill>
                  <a:srgbClr val="696363"/>
                </a:solidFill>
                <a:latin typeface="Microsoft Sans Serif"/>
                <a:cs typeface="Microsoft Sans Serif"/>
              </a:rPr>
              <a:t>d</a:t>
            </a:r>
            <a:r>
              <a:rPr sz="4000" spc="-35" dirty="0">
                <a:solidFill>
                  <a:srgbClr val="696363"/>
                </a:solidFill>
                <a:latin typeface="Microsoft Sans Serif"/>
                <a:cs typeface="Microsoft Sans Serif"/>
              </a:rPr>
              <a:t> </a:t>
            </a:r>
            <a:r>
              <a:rPr sz="4000" spc="-30" dirty="0">
                <a:solidFill>
                  <a:srgbClr val="696363"/>
                </a:solidFill>
                <a:latin typeface="Microsoft Sans Serif"/>
                <a:cs typeface="Microsoft Sans Serif"/>
              </a:rPr>
              <a:t>a</a:t>
            </a:r>
            <a:r>
              <a:rPr sz="4000" spc="-10" dirty="0">
                <a:solidFill>
                  <a:srgbClr val="696363"/>
                </a:solidFill>
                <a:latin typeface="Microsoft Sans Serif"/>
                <a:cs typeface="Microsoft Sans Serif"/>
              </a:rPr>
              <a:t>n</a:t>
            </a:r>
            <a:r>
              <a:rPr sz="4000" spc="-25" dirty="0">
                <a:solidFill>
                  <a:srgbClr val="696363"/>
                </a:solidFill>
                <a:latin typeface="Microsoft Sans Serif"/>
                <a:cs typeface="Microsoft Sans Serif"/>
              </a:rPr>
              <a:t>d P</a:t>
            </a:r>
            <a:r>
              <a:rPr sz="4000" spc="-15" dirty="0">
                <a:solidFill>
                  <a:srgbClr val="696363"/>
                </a:solidFill>
                <a:latin typeface="Microsoft Sans Serif"/>
                <a:cs typeface="Microsoft Sans Serif"/>
              </a:rPr>
              <a:t>e</a:t>
            </a:r>
            <a:r>
              <a:rPr sz="4000" spc="-10" dirty="0">
                <a:solidFill>
                  <a:srgbClr val="696363"/>
                </a:solidFill>
                <a:latin typeface="Microsoft Sans Serif"/>
                <a:cs typeface="Microsoft Sans Serif"/>
              </a:rPr>
              <a:t>r</a:t>
            </a:r>
            <a:r>
              <a:rPr sz="4000" spc="-5" dirty="0">
                <a:solidFill>
                  <a:srgbClr val="696363"/>
                </a:solidFill>
                <a:latin typeface="Microsoft Sans Serif"/>
                <a:cs typeface="Microsoft Sans Serif"/>
              </a:rPr>
              <a:t>f</a:t>
            </a:r>
            <a:r>
              <a:rPr sz="4000" spc="-25" dirty="0">
                <a:solidFill>
                  <a:srgbClr val="696363"/>
                </a:solidFill>
                <a:latin typeface="Microsoft Sans Serif"/>
                <a:cs typeface="Microsoft Sans Serif"/>
              </a:rPr>
              <a:t>or</a:t>
            </a:r>
            <a:r>
              <a:rPr sz="4000" spc="-20" dirty="0">
                <a:solidFill>
                  <a:srgbClr val="696363"/>
                </a:solidFill>
                <a:latin typeface="Microsoft Sans Serif"/>
                <a:cs typeface="Microsoft Sans Serif"/>
              </a:rPr>
              <a:t>m</a:t>
            </a:r>
            <a:r>
              <a:rPr sz="4000" spc="-30" dirty="0">
                <a:solidFill>
                  <a:srgbClr val="696363"/>
                </a:solidFill>
                <a:latin typeface="Microsoft Sans Serif"/>
                <a:cs typeface="Microsoft Sans Serif"/>
              </a:rPr>
              <a:t>an</a:t>
            </a:r>
            <a:r>
              <a:rPr sz="4000" spc="-10" dirty="0">
                <a:solidFill>
                  <a:srgbClr val="696363"/>
                </a:solidFill>
                <a:latin typeface="Microsoft Sans Serif"/>
                <a:cs typeface="Microsoft Sans Serif"/>
              </a:rPr>
              <a:t>c</a:t>
            </a:r>
            <a:r>
              <a:rPr sz="4000" spc="-25" dirty="0">
                <a:solidFill>
                  <a:srgbClr val="696363"/>
                </a:solidFill>
                <a:latin typeface="Microsoft Sans Serif"/>
                <a:cs typeface="Microsoft Sans Serif"/>
              </a:rPr>
              <a:t>e</a:t>
            </a:r>
            <a:endParaRPr sz="40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5234" y="2246272"/>
            <a:ext cx="11703685" cy="3258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Font typeface="Wingdings"/>
              <a:buChar char=""/>
              <a:tabLst>
                <a:tab pos="380365" algn="l"/>
              </a:tabLst>
            </a:pP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-10" dirty="0">
                <a:latin typeface="Microsoft Sans Serif"/>
                <a:cs typeface="Microsoft Sans Serif"/>
              </a:rPr>
              <a:t>n</a:t>
            </a:r>
            <a:r>
              <a:rPr sz="2400" spc="-5" dirty="0">
                <a:latin typeface="Microsoft Sans Serif"/>
                <a:cs typeface="Microsoft Sans Serif"/>
              </a:rPr>
              <a:t>gu</a:t>
            </a:r>
            <a:r>
              <a:rPr sz="2400" spc="-25" dirty="0">
                <a:latin typeface="Microsoft Sans Serif"/>
                <a:cs typeface="Microsoft Sans Serif"/>
              </a:rPr>
              <a:t>l</a:t>
            </a:r>
            <a:r>
              <a:rPr sz="2400" spc="-20" dirty="0">
                <a:latin typeface="Microsoft Sans Serif"/>
                <a:cs typeface="Microsoft Sans Serif"/>
              </a:rPr>
              <a:t>ar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tur</a:t>
            </a:r>
            <a:r>
              <a:rPr sz="2400" spc="-20" dirty="0">
                <a:latin typeface="Microsoft Sans Serif"/>
                <a:cs typeface="Microsoft Sans Serif"/>
              </a:rPr>
              <a:t>ns </a:t>
            </a:r>
            <a:r>
              <a:rPr sz="2400" spc="-25" dirty="0">
                <a:latin typeface="Microsoft Sans Serif"/>
                <a:cs typeface="Microsoft Sans Serif"/>
              </a:rPr>
              <a:t>o</a:t>
            </a:r>
            <a:r>
              <a:rPr sz="2400" spc="-20" dirty="0">
                <a:latin typeface="Microsoft Sans Serif"/>
                <a:cs typeface="Microsoft Sans Serif"/>
              </a:rPr>
              <a:t>ur</a:t>
            </a:r>
            <a:r>
              <a:rPr sz="2400" dirty="0">
                <a:latin typeface="Microsoft Sans Serif"/>
                <a:cs typeface="Microsoft Sans Serif"/>
              </a:rPr>
              <a:t> </a:t>
            </a:r>
            <a:r>
              <a:rPr sz="2400" spc="-15" dirty="0">
                <a:latin typeface="Microsoft Sans Serif"/>
                <a:cs typeface="Microsoft Sans Serif"/>
              </a:rPr>
              <a:t>tem</a:t>
            </a:r>
            <a:r>
              <a:rPr sz="2400" spc="-5" dirty="0">
                <a:latin typeface="Microsoft Sans Serif"/>
                <a:cs typeface="Microsoft Sans Serif"/>
              </a:rPr>
              <a:t>p</a:t>
            </a:r>
            <a:r>
              <a:rPr sz="2400" spc="-25" dirty="0">
                <a:latin typeface="Microsoft Sans Serif"/>
                <a:cs typeface="Microsoft Sans Serif"/>
              </a:rPr>
              <a:t>l</a:t>
            </a:r>
            <a:r>
              <a:rPr sz="2400" spc="-20" dirty="0">
                <a:latin typeface="Microsoft Sans Serif"/>
                <a:cs typeface="Microsoft Sans Serif"/>
              </a:rPr>
              <a:t>ates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into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5" dirty="0">
                <a:latin typeface="Microsoft Sans Serif"/>
                <a:cs typeface="Microsoft Sans Serif"/>
              </a:rPr>
              <a:t>code </a:t>
            </a:r>
            <a:r>
              <a:rPr sz="2400" spc="-5" dirty="0">
                <a:latin typeface="Microsoft Sans Serif"/>
                <a:cs typeface="Microsoft Sans Serif"/>
              </a:rPr>
              <a:t>t</a:t>
            </a:r>
            <a:r>
              <a:rPr sz="2400" spc="-15" dirty="0">
                <a:latin typeface="Microsoft Sans Serif"/>
                <a:cs typeface="Microsoft Sans Serif"/>
              </a:rPr>
              <a:t>hat's h</a:t>
            </a:r>
            <a:r>
              <a:rPr sz="2400" spc="-20" dirty="0">
                <a:latin typeface="Microsoft Sans Serif"/>
                <a:cs typeface="Microsoft Sans Serif"/>
              </a:rPr>
              <a:t>i</a:t>
            </a:r>
            <a:r>
              <a:rPr sz="2400" spc="-5" dirty="0">
                <a:latin typeface="Microsoft Sans Serif"/>
                <a:cs typeface="Microsoft Sans Serif"/>
              </a:rPr>
              <a:t>gh</a:t>
            </a:r>
            <a:r>
              <a:rPr sz="2400" spc="-25" dirty="0">
                <a:latin typeface="Microsoft Sans Serif"/>
                <a:cs typeface="Microsoft Sans Serif"/>
              </a:rPr>
              <a:t>l</a:t>
            </a:r>
            <a:r>
              <a:rPr sz="2400" spc="-15" dirty="0">
                <a:latin typeface="Microsoft Sans Serif"/>
                <a:cs typeface="Microsoft Sans Serif"/>
              </a:rPr>
              <a:t>y</a:t>
            </a:r>
            <a:r>
              <a:rPr sz="2400" spc="4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opt</a:t>
            </a:r>
            <a:r>
              <a:rPr sz="2400" spc="-20" dirty="0">
                <a:latin typeface="Microsoft Sans Serif"/>
                <a:cs typeface="Microsoft Sans Serif"/>
              </a:rPr>
              <a:t>i</a:t>
            </a:r>
            <a:r>
              <a:rPr sz="2400" dirty="0">
                <a:latin typeface="Microsoft Sans Serif"/>
                <a:cs typeface="Microsoft Sans Serif"/>
              </a:rPr>
              <a:t>m</a:t>
            </a:r>
            <a:r>
              <a:rPr sz="2400" spc="-15" dirty="0">
                <a:latin typeface="Microsoft Sans Serif"/>
                <a:cs typeface="Microsoft Sans Serif"/>
              </a:rPr>
              <a:t>ized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for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today's JavaScr</a:t>
            </a:r>
            <a:r>
              <a:rPr sz="2400" spc="-30" dirty="0">
                <a:latin typeface="Microsoft Sans Serif"/>
                <a:cs typeface="Microsoft Sans Serif"/>
              </a:rPr>
              <a:t>i</a:t>
            </a:r>
            <a:r>
              <a:rPr sz="2400" spc="-15" dirty="0">
                <a:latin typeface="Microsoft Sans Serif"/>
                <a:cs typeface="Microsoft Sans Serif"/>
              </a:rPr>
              <a:t>pt </a:t>
            </a:r>
            <a:endParaRPr sz="2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Wingdings"/>
              <a:buChar char=""/>
            </a:pPr>
            <a:endParaRPr sz="25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</a:pPr>
            <a:r>
              <a:rPr sz="2400" dirty="0">
                <a:latin typeface="Microsoft Sans Serif"/>
                <a:cs typeface="Microsoft Sans Serif"/>
              </a:rPr>
              <a:t>mach</a:t>
            </a:r>
            <a:r>
              <a:rPr sz="2400" spc="-20" dirty="0">
                <a:latin typeface="Microsoft Sans Serif"/>
                <a:cs typeface="Microsoft Sans Serif"/>
              </a:rPr>
              <a:t>i</a:t>
            </a:r>
            <a:r>
              <a:rPr sz="2400" spc="-5" dirty="0">
                <a:latin typeface="Microsoft Sans Serif"/>
                <a:cs typeface="Microsoft Sans Serif"/>
              </a:rPr>
              <a:t>nes.</a:t>
            </a:r>
            <a:endParaRPr sz="2400">
              <a:latin typeface="Microsoft Sans Serif"/>
              <a:cs typeface="Microsoft Sans Serif"/>
            </a:endParaRPr>
          </a:p>
          <a:p>
            <a:pPr marL="299085" marR="5080" indent="-286385">
              <a:lnSpc>
                <a:spcPct val="200000"/>
              </a:lnSpc>
              <a:buFont typeface="Wingdings"/>
              <a:buChar char=""/>
              <a:tabLst>
                <a:tab pos="380365" algn="l"/>
              </a:tabLst>
            </a:pPr>
            <a:r>
              <a:rPr sz="2400" dirty="0">
                <a:latin typeface="Microsoft Sans Serif"/>
                <a:cs typeface="Microsoft Sans Serif"/>
              </a:rPr>
              <a:t>S</a:t>
            </a:r>
            <a:r>
              <a:rPr sz="2400" spc="-10" dirty="0">
                <a:latin typeface="Microsoft Sans Serif"/>
                <a:cs typeface="Microsoft Sans Serif"/>
              </a:rPr>
              <a:t>e</a:t>
            </a:r>
            <a:r>
              <a:rPr sz="2400" spc="-15" dirty="0">
                <a:latin typeface="Microsoft Sans Serif"/>
                <a:cs typeface="Microsoft Sans Serif"/>
              </a:rPr>
              <a:t>rve</a:t>
            </a:r>
            <a:r>
              <a:rPr sz="240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the f</a:t>
            </a:r>
            <a:r>
              <a:rPr sz="2400" spc="-30" dirty="0">
                <a:latin typeface="Microsoft Sans Serif"/>
                <a:cs typeface="Microsoft Sans Serif"/>
              </a:rPr>
              <a:t>i</a:t>
            </a:r>
            <a:r>
              <a:rPr sz="2400" spc="-10" dirty="0">
                <a:latin typeface="Microsoft Sans Serif"/>
                <a:cs typeface="Microsoft Sans Serif"/>
              </a:rPr>
              <a:t>rs</a:t>
            </a:r>
            <a:r>
              <a:rPr sz="2400" spc="-5" dirty="0">
                <a:latin typeface="Microsoft Sans Serif"/>
                <a:cs typeface="Microsoft Sans Serif"/>
              </a:rPr>
              <a:t>t</a:t>
            </a:r>
            <a:r>
              <a:rPr sz="2400" spc="-10" dirty="0">
                <a:latin typeface="Microsoft Sans Serif"/>
                <a:cs typeface="Microsoft Sans Serif"/>
              </a:rPr>
              <a:t> v</a:t>
            </a:r>
            <a:r>
              <a:rPr sz="2400" spc="-35" dirty="0">
                <a:latin typeface="Microsoft Sans Serif"/>
                <a:cs typeface="Microsoft Sans Serif"/>
              </a:rPr>
              <a:t>i</a:t>
            </a:r>
            <a:r>
              <a:rPr sz="2400" spc="-5" dirty="0">
                <a:latin typeface="Microsoft Sans Serif"/>
                <a:cs typeface="Microsoft Sans Serif"/>
              </a:rPr>
              <a:t>e</a:t>
            </a:r>
            <a:r>
              <a:rPr sz="2400" spc="-10" dirty="0">
                <a:latin typeface="Microsoft Sans Serif"/>
                <a:cs typeface="Microsoft Sans Serif"/>
              </a:rPr>
              <a:t>w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5" dirty="0">
                <a:latin typeface="Microsoft Sans Serif"/>
                <a:cs typeface="Microsoft Sans Serif"/>
              </a:rPr>
              <a:t>of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spc="-15" dirty="0">
                <a:latin typeface="Microsoft Sans Serif"/>
                <a:cs typeface="Microsoft Sans Serif"/>
              </a:rPr>
              <a:t>your</a:t>
            </a:r>
            <a:r>
              <a:rPr sz="2400" spc="-5" dirty="0">
                <a:latin typeface="Microsoft Sans Serif"/>
                <a:cs typeface="Microsoft Sans Serif"/>
              </a:rPr>
              <a:t> ap</a:t>
            </a:r>
            <a:r>
              <a:rPr sz="2400" spc="-10" dirty="0">
                <a:latin typeface="Microsoft Sans Serif"/>
                <a:cs typeface="Microsoft Sans Serif"/>
              </a:rPr>
              <a:t>p</a:t>
            </a:r>
            <a:r>
              <a:rPr sz="2400" spc="-20" dirty="0">
                <a:latin typeface="Microsoft Sans Serif"/>
                <a:cs typeface="Microsoft Sans Serif"/>
              </a:rPr>
              <a:t>li</a:t>
            </a:r>
            <a:r>
              <a:rPr sz="2400" spc="5" dirty="0">
                <a:latin typeface="Microsoft Sans Serif"/>
                <a:cs typeface="Microsoft Sans Serif"/>
              </a:rPr>
              <a:t>c</a:t>
            </a:r>
            <a:r>
              <a:rPr sz="2400" spc="-20" dirty="0">
                <a:latin typeface="Microsoft Sans Serif"/>
                <a:cs typeface="Microsoft Sans Serif"/>
              </a:rPr>
              <a:t>a</a:t>
            </a:r>
            <a:r>
              <a:rPr sz="2400" dirty="0">
                <a:latin typeface="Microsoft Sans Serif"/>
                <a:cs typeface="Microsoft Sans Serif"/>
              </a:rPr>
              <a:t>t</a:t>
            </a:r>
            <a:r>
              <a:rPr sz="2400" spc="-20" dirty="0">
                <a:latin typeface="Microsoft Sans Serif"/>
                <a:cs typeface="Microsoft Sans Serif"/>
              </a:rPr>
              <a:t>i</a:t>
            </a:r>
            <a:r>
              <a:rPr sz="2400" spc="5" dirty="0">
                <a:latin typeface="Microsoft Sans Serif"/>
                <a:cs typeface="Microsoft Sans Serif"/>
              </a:rPr>
              <a:t>o</a:t>
            </a:r>
            <a:r>
              <a:rPr sz="2400" spc="-20" dirty="0">
                <a:latin typeface="Microsoft Sans Serif"/>
                <a:cs typeface="Microsoft Sans Serif"/>
              </a:rPr>
              <a:t>n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on node.</a:t>
            </a:r>
            <a:r>
              <a:rPr sz="2400" spc="-20" dirty="0">
                <a:latin typeface="Microsoft Sans Serif"/>
                <a:cs typeface="Microsoft Sans Serif"/>
              </a:rPr>
              <a:t>j</a:t>
            </a:r>
            <a:r>
              <a:rPr sz="2400" spc="-10" dirty="0">
                <a:latin typeface="Microsoft Sans Serif"/>
                <a:cs typeface="Microsoft Sans Serif"/>
              </a:rPr>
              <a:t>s,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15" dirty="0">
                <a:latin typeface="Microsoft Sans Serif"/>
                <a:cs typeface="Microsoft Sans Serif"/>
              </a:rPr>
              <a:t>.NE</a:t>
            </a:r>
            <a:r>
              <a:rPr sz="2400" spc="-25" dirty="0">
                <a:latin typeface="Microsoft Sans Serif"/>
                <a:cs typeface="Microsoft Sans Serif"/>
              </a:rPr>
              <a:t>T</a:t>
            </a:r>
            <a:r>
              <a:rPr sz="2400" spc="-15" dirty="0">
                <a:latin typeface="Microsoft Sans Serif"/>
                <a:cs typeface="Microsoft Sans Serif"/>
              </a:rPr>
              <a:t>, PH</a:t>
            </a:r>
            <a:r>
              <a:rPr sz="2400" spc="-35" dirty="0">
                <a:latin typeface="Microsoft Sans Serif"/>
                <a:cs typeface="Microsoft Sans Serif"/>
              </a:rPr>
              <a:t>P</a:t>
            </a:r>
            <a:r>
              <a:rPr sz="2400" spc="-15" dirty="0">
                <a:latin typeface="Microsoft Sans Serif"/>
                <a:cs typeface="Microsoft Sans Serif"/>
              </a:rPr>
              <a:t>, and</a:t>
            </a:r>
            <a:r>
              <a:rPr sz="2400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other servers</a:t>
            </a:r>
            <a:r>
              <a:rPr sz="2400" spc="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for </a:t>
            </a:r>
            <a:r>
              <a:rPr sz="2400" dirty="0">
                <a:latin typeface="Microsoft Sans Serif"/>
                <a:cs typeface="Microsoft Sans Serif"/>
              </a:rPr>
              <a:t>render</a:t>
            </a:r>
            <a:r>
              <a:rPr sz="2400" spc="-25" dirty="0">
                <a:latin typeface="Microsoft Sans Serif"/>
                <a:cs typeface="Microsoft Sans Serif"/>
              </a:rPr>
              <a:t>i</a:t>
            </a:r>
            <a:r>
              <a:rPr sz="2400" spc="-20" dirty="0">
                <a:latin typeface="Microsoft Sans Serif"/>
                <a:cs typeface="Microsoft Sans Serif"/>
              </a:rPr>
              <a:t>ng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in</a:t>
            </a:r>
            <a:r>
              <a:rPr sz="2400" spc="0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just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H</a:t>
            </a:r>
            <a:r>
              <a:rPr sz="2400" spc="-10" dirty="0">
                <a:latin typeface="Microsoft Sans Serif"/>
                <a:cs typeface="Microsoft Sans Serif"/>
              </a:rPr>
              <a:t>T</a:t>
            </a:r>
            <a:r>
              <a:rPr sz="2400" spc="-20" dirty="0">
                <a:latin typeface="Microsoft Sans Serif"/>
                <a:cs typeface="Microsoft Sans Serif"/>
              </a:rPr>
              <a:t>ML</a:t>
            </a:r>
            <a:r>
              <a:rPr sz="240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an</a:t>
            </a:r>
            <a:r>
              <a:rPr sz="2400" spc="-10" dirty="0">
                <a:latin typeface="Microsoft Sans Serif"/>
                <a:cs typeface="Microsoft Sans Serif"/>
              </a:rPr>
              <a:t>d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C</a:t>
            </a:r>
            <a:r>
              <a:rPr sz="2400" spc="-10" dirty="0">
                <a:latin typeface="Microsoft Sans Serif"/>
                <a:cs typeface="Microsoft Sans Serif"/>
              </a:rPr>
              <a:t>SS. .</a:t>
            </a:r>
            <a:endParaRPr sz="2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Wingdings"/>
              <a:buChar char=""/>
            </a:pPr>
            <a:endParaRPr sz="2500">
              <a:latin typeface="Times New Roman"/>
              <a:cs typeface="Times New Roman"/>
            </a:endParaRPr>
          </a:p>
          <a:p>
            <a:pPr marL="379730" indent="-367030">
              <a:lnSpc>
                <a:spcPct val="100000"/>
              </a:lnSpc>
              <a:buFont typeface="Wingdings"/>
              <a:buChar char=""/>
              <a:tabLst>
                <a:tab pos="380365" algn="l"/>
              </a:tabLst>
            </a:pP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-10" dirty="0">
                <a:latin typeface="Microsoft Sans Serif"/>
                <a:cs typeface="Microsoft Sans Serif"/>
              </a:rPr>
              <a:t>n</a:t>
            </a:r>
            <a:r>
              <a:rPr sz="2400" spc="-5" dirty="0">
                <a:latin typeface="Microsoft Sans Serif"/>
                <a:cs typeface="Microsoft Sans Serif"/>
              </a:rPr>
              <a:t>g</a:t>
            </a:r>
            <a:r>
              <a:rPr sz="2400" spc="-10" dirty="0">
                <a:latin typeface="Microsoft Sans Serif"/>
                <a:cs typeface="Microsoft Sans Serif"/>
              </a:rPr>
              <a:t>u</a:t>
            </a:r>
            <a:r>
              <a:rPr sz="2400" spc="-20" dirty="0">
                <a:latin typeface="Microsoft Sans Serif"/>
                <a:cs typeface="Microsoft Sans Serif"/>
              </a:rPr>
              <a:t>l</a:t>
            </a:r>
            <a:r>
              <a:rPr sz="2400" spc="-5" dirty="0">
                <a:latin typeface="Microsoft Sans Serif"/>
                <a:cs typeface="Microsoft Sans Serif"/>
              </a:rPr>
              <a:t>ar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</a:t>
            </a:r>
            <a:r>
              <a:rPr sz="2400" spc="-10" dirty="0">
                <a:latin typeface="Microsoft Sans Serif"/>
                <a:cs typeface="Microsoft Sans Serif"/>
              </a:rPr>
              <a:t>p</a:t>
            </a:r>
            <a:r>
              <a:rPr sz="2400" spc="-5" dirty="0">
                <a:latin typeface="Microsoft Sans Serif"/>
                <a:cs typeface="Microsoft Sans Serif"/>
              </a:rPr>
              <a:t>ps </a:t>
            </a:r>
            <a:r>
              <a:rPr sz="2400" spc="-20" dirty="0">
                <a:latin typeface="Microsoft Sans Serif"/>
                <a:cs typeface="Microsoft Sans Serif"/>
              </a:rPr>
              <a:t>l</a:t>
            </a:r>
            <a:r>
              <a:rPr sz="2400" spc="-5" dirty="0">
                <a:latin typeface="Microsoft Sans Serif"/>
                <a:cs typeface="Microsoft Sans Serif"/>
              </a:rPr>
              <a:t>o</a:t>
            </a:r>
            <a:r>
              <a:rPr sz="2400" spc="-10" dirty="0">
                <a:latin typeface="Microsoft Sans Serif"/>
                <a:cs typeface="Microsoft Sans Serif"/>
              </a:rPr>
              <a:t>a</a:t>
            </a:r>
            <a:r>
              <a:rPr sz="2400" spc="-5" dirty="0">
                <a:latin typeface="Microsoft Sans Serif"/>
                <a:cs typeface="Microsoft Sans Serif"/>
              </a:rPr>
              <a:t>d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q</a:t>
            </a:r>
            <a:r>
              <a:rPr sz="2400" spc="-10" dirty="0">
                <a:latin typeface="Microsoft Sans Serif"/>
                <a:cs typeface="Microsoft Sans Serif"/>
              </a:rPr>
              <a:t>u</a:t>
            </a:r>
            <a:r>
              <a:rPr sz="2400" spc="-20" dirty="0">
                <a:latin typeface="Microsoft Sans Serif"/>
                <a:cs typeface="Microsoft Sans Serif"/>
              </a:rPr>
              <a:t>i</a:t>
            </a:r>
            <a:r>
              <a:rPr sz="2400" dirty="0">
                <a:latin typeface="Microsoft Sans Serif"/>
                <a:cs typeface="Microsoft Sans Serif"/>
              </a:rPr>
              <a:t>ck</a:t>
            </a:r>
            <a:r>
              <a:rPr sz="2400" spc="-25" dirty="0">
                <a:latin typeface="Microsoft Sans Serif"/>
                <a:cs typeface="Microsoft Sans Serif"/>
              </a:rPr>
              <a:t>l</a:t>
            </a:r>
            <a:r>
              <a:rPr sz="2400" dirty="0">
                <a:latin typeface="Microsoft Sans Serif"/>
                <a:cs typeface="Microsoft Sans Serif"/>
              </a:rPr>
              <a:t>y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w</a:t>
            </a:r>
            <a:r>
              <a:rPr sz="2400" spc="-30" dirty="0">
                <a:latin typeface="Microsoft Sans Serif"/>
                <a:cs typeface="Microsoft Sans Serif"/>
              </a:rPr>
              <a:t>i</a:t>
            </a:r>
            <a:r>
              <a:rPr sz="2400" dirty="0">
                <a:latin typeface="Microsoft Sans Serif"/>
                <a:cs typeface="Microsoft Sans Serif"/>
              </a:rPr>
              <a:t>th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 </a:t>
            </a:r>
            <a:r>
              <a:rPr sz="2400" spc="-15" dirty="0">
                <a:latin typeface="Microsoft Sans Serif"/>
                <a:cs typeface="Microsoft Sans Serif"/>
              </a:rPr>
              <a:t>n</a:t>
            </a:r>
            <a:r>
              <a:rPr sz="2400" spc="-5" dirty="0">
                <a:latin typeface="Microsoft Sans Serif"/>
                <a:cs typeface="Microsoft Sans Serif"/>
              </a:rPr>
              <a:t>e</a:t>
            </a:r>
            <a:r>
              <a:rPr sz="2400" spc="-10" dirty="0">
                <a:latin typeface="Microsoft Sans Serif"/>
                <a:cs typeface="Microsoft Sans Serif"/>
              </a:rPr>
              <a:t>w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C</a:t>
            </a:r>
            <a:r>
              <a:rPr sz="2400" spc="-10" dirty="0">
                <a:latin typeface="Microsoft Sans Serif"/>
                <a:cs typeface="Microsoft Sans Serif"/>
              </a:rPr>
              <a:t>o</a:t>
            </a:r>
            <a:r>
              <a:rPr sz="2400" dirty="0">
                <a:latin typeface="Microsoft Sans Serif"/>
                <a:cs typeface="Microsoft Sans Serif"/>
              </a:rPr>
              <a:t>mpo</a:t>
            </a:r>
            <a:r>
              <a:rPr sz="2400" spc="-10" dirty="0">
                <a:latin typeface="Microsoft Sans Serif"/>
                <a:cs typeface="Microsoft Sans Serif"/>
              </a:rPr>
              <a:t>n</a:t>
            </a:r>
            <a:r>
              <a:rPr sz="2400" spc="-5" dirty="0">
                <a:latin typeface="Microsoft Sans Serif"/>
                <a:cs typeface="Microsoft Sans Serif"/>
              </a:rPr>
              <a:t>e</a:t>
            </a:r>
            <a:r>
              <a:rPr sz="2400" spc="-10" dirty="0">
                <a:latin typeface="Microsoft Sans Serif"/>
                <a:cs typeface="Microsoft Sans Serif"/>
              </a:rPr>
              <a:t>n</a:t>
            </a:r>
            <a:r>
              <a:rPr sz="2400" dirty="0">
                <a:latin typeface="Microsoft Sans Serif"/>
                <a:cs typeface="Microsoft Sans Serif"/>
              </a:rPr>
              <a:t>t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R</a:t>
            </a:r>
            <a:r>
              <a:rPr sz="2400" spc="-10" dirty="0">
                <a:latin typeface="Microsoft Sans Serif"/>
                <a:cs typeface="Microsoft Sans Serif"/>
              </a:rPr>
              <a:t>o</a:t>
            </a:r>
            <a:r>
              <a:rPr sz="2400" spc="-5" dirty="0">
                <a:latin typeface="Microsoft Sans Serif"/>
                <a:cs typeface="Microsoft Sans Serif"/>
              </a:rPr>
              <a:t>uter.</a:t>
            </a:r>
            <a:endParaRPr sz="2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37387"/>
            <a:ext cx="3256788" cy="11216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56131" y="682406"/>
            <a:ext cx="2664460" cy="508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4740"/>
              </a:lnSpc>
            </a:pPr>
            <a:r>
              <a:rPr sz="4000" spc="-30" dirty="0">
                <a:solidFill>
                  <a:srgbClr val="696363"/>
                </a:solidFill>
                <a:latin typeface="Microsoft Sans Serif"/>
                <a:cs typeface="Microsoft Sans Serif"/>
              </a:rPr>
              <a:t>P</a:t>
            </a:r>
            <a:r>
              <a:rPr sz="4000" spc="0" dirty="0">
                <a:solidFill>
                  <a:srgbClr val="696363"/>
                </a:solidFill>
                <a:latin typeface="Microsoft Sans Serif"/>
                <a:cs typeface="Microsoft Sans Serif"/>
              </a:rPr>
              <a:t>r</a:t>
            </a:r>
            <a:r>
              <a:rPr sz="4000" spc="-30" dirty="0">
                <a:solidFill>
                  <a:srgbClr val="696363"/>
                </a:solidFill>
                <a:latin typeface="Microsoft Sans Serif"/>
                <a:cs typeface="Microsoft Sans Serif"/>
              </a:rPr>
              <a:t>o</a:t>
            </a:r>
            <a:r>
              <a:rPr sz="4000" spc="-10" dirty="0">
                <a:solidFill>
                  <a:srgbClr val="696363"/>
                </a:solidFill>
                <a:latin typeface="Microsoft Sans Serif"/>
                <a:cs typeface="Microsoft Sans Serif"/>
              </a:rPr>
              <a:t>d</a:t>
            </a:r>
            <a:r>
              <a:rPr sz="4000" spc="-30" dirty="0">
                <a:solidFill>
                  <a:srgbClr val="696363"/>
                </a:solidFill>
                <a:latin typeface="Microsoft Sans Serif"/>
                <a:cs typeface="Microsoft Sans Serif"/>
              </a:rPr>
              <a:t>u</a:t>
            </a:r>
            <a:r>
              <a:rPr sz="4000" spc="-5" dirty="0">
                <a:solidFill>
                  <a:srgbClr val="696363"/>
                </a:solidFill>
                <a:latin typeface="Microsoft Sans Serif"/>
                <a:cs typeface="Microsoft Sans Serif"/>
              </a:rPr>
              <a:t>c</a:t>
            </a:r>
            <a:r>
              <a:rPr sz="4000" spc="-15" dirty="0">
                <a:solidFill>
                  <a:srgbClr val="696363"/>
                </a:solidFill>
                <a:latin typeface="Microsoft Sans Serif"/>
                <a:cs typeface="Microsoft Sans Serif"/>
              </a:rPr>
              <a:t>tiv</a:t>
            </a:r>
            <a:r>
              <a:rPr sz="4000" spc="-20" dirty="0">
                <a:solidFill>
                  <a:srgbClr val="696363"/>
                </a:solidFill>
                <a:latin typeface="Microsoft Sans Serif"/>
                <a:cs typeface="Microsoft Sans Serif"/>
              </a:rPr>
              <a:t>ity</a:t>
            </a:r>
            <a:endParaRPr sz="40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8172" y="1605556"/>
            <a:ext cx="10342880" cy="4892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9730" indent="-367030">
              <a:lnSpc>
                <a:spcPct val="100000"/>
              </a:lnSpc>
              <a:buFont typeface="Wingdings"/>
              <a:buChar char=""/>
              <a:tabLst>
                <a:tab pos="380365" algn="l"/>
              </a:tabLst>
            </a:pPr>
            <a:r>
              <a:rPr sz="2400" dirty="0">
                <a:latin typeface="Microsoft Sans Serif"/>
                <a:cs typeface="Microsoft Sans Serif"/>
              </a:rPr>
              <a:t>Qu</a:t>
            </a:r>
            <a:r>
              <a:rPr sz="2400" spc="-20" dirty="0">
                <a:latin typeface="Microsoft Sans Serif"/>
                <a:cs typeface="Microsoft Sans Serif"/>
              </a:rPr>
              <a:t>i</a:t>
            </a:r>
            <a:r>
              <a:rPr sz="2400" dirty="0">
                <a:latin typeface="Microsoft Sans Serif"/>
                <a:cs typeface="Microsoft Sans Serif"/>
              </a:rPr>
              <a:t>ck</a:t>
            </a:r>
            <a:r>
              <a:rPr sz="2400" spc="-20" dirty="0">
                <a:latin typeface="Microsoft Sans Serif"/>
                <a:cs typeface="Microsoft Sans Serif"/>
              </a:rPr>
              <a:t>l</a:t>
            </a:r>
            <a:r>
              <a:rPr sz="2400" spc="-15" dirty="0">
                <a:latin typeface="Microsoft Sans Serif"/>
                <a:cs typeface="Microsoft Sans Serif"/>
              </a:rPr>
              <a:t>y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5" dirty="0">
                <a:latin typeface="Microsoft Sans Serif"/>
                <a:cs typeface="Microsoft Sans Serif"/>
              </a:rPr>
              <a:t>create UI v</a:t>
            </a:r>
            <a:r>
              <a:rPr sz="2400" spc="-35" dirty="0">
                <a:latin typeface="Microsoft Sans Serif"/>
                <a:cs typeface="Microsoft Sans Serif"/>
              </a:rPr>
              <a:t>i</a:t>
            </a:r>
            <a:r>
              <a:rPr sz="2400" spc="-5" dirty="0">
                <a:latin typeface="Microsoft Sans Serif"/>
                <a:cs typeface="Microsoft Sans Serif"/>
              </a:rPr>
              <a:t>e</a:t>
            </a:r>
            <a:r>
              <a:rPr sz="2400" spc="-10" dirty="0">
                <a:latin typeface="Microsoft Sans Serif"/>
                <a:cs typeface="Microsoft Sans Serif"/>
              </a:rPr>
              <a:t>w</a:t>
            </a:r>
            <a:r>
              <a:rPr sz="2400" spc="-15" dirty="0">
                <a:latin typeface="Microsoft Sans Serif"/>
                <a:cs typeface="Microsoft Sans Serif"/>
              </a:rPr>
              <a:t>s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w</a:t>
            </a:r>
            <a:r>
              <a:rPr sz="2400" spc="-25" dirty="0">
                <a:latin typeface="Microsoft Sans Serif"/>
                <a:cs typeface="Microsoft Sans Serif"/>
              </a:rPr>
              <a:t>i</a:t>
            </a:r>
            <a:r>
              <a:rPr sz="2400" spc="-10" dirty="0">
                <a:latin typeface="Microsoft Sans Serif"/>
                <a:cs typeface="Microsoft Sans Serif"/>
              </a:rPr>
              <a:t>th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</a:t>
            </a:r>
            <a:r>
              <a:rPr sz="2400" spc="-20" dirty="0">
                <a:latin typeface="Microsoft Sans Serif"/>
                <a:cs typeface="Microsoft Sans Serif"/>
              </a:rPr>
              <a:t>i</a:t>
            </a:r>
            <a:r>
              <a:rPr sz="2400" dirty="0">
                <a:latin typeface="Microsoft Sans Serif"/>
                <a:cs typeface="Microsoft Sans Serif"/>
              </a:rPr>
              <a:t>mp</a:t>
            </a:r>
            <a:r>
              <a:rPr sz="2400" spc="-20" dirty="0">
                <a:latin typeface="Microsoft Sans Serif"/>
                <a:cs typeface="Microsoft Sans Serif"/>
              </a:rPr>
              <a:t>le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an</a:t>
            </a:r>
            <a:r>
              <a:rPr sz="2400" spc="-10" dirty="0">
                <a:latin typeface="Microsoft Sans Serif"/>
                <a:cs typeface="Microsoft Sans Serif"/>
              </a:rPr>
              <a:t>d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po</a:t>
            </a:r>
            <a:r>
              <a:rPr sz="2400" spc="-10" dirty="0">
                <a:latin typeface="Microsoft Sans Serif"/>
                <a:cs typeface="Microsoft Sans Serif"/>
              </a:rPr>
              <a:t>w</a:t>
            </a:r>
            <a:r>
              <a:rPr sz="2400" spc="-5" dirty="0">
                <a:latin typeface="Microsoft Sans Serif"/>
                <a:cs typeface="Microsoft Sans Serif"/>
              </a:rPr>
              <a:t>erfu</a:t>
            </a:r>
            <a:r>
              <a:rPr sz="2400" spc="-15" dirty="0">
                <a:latin typeface="Microsoft Sans Serif"/>
                <a:cs typeface="Microsoft Sans Serif"/>
              </a:rPr>
              <a:t>l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5" dirty="0">
                <a:latin typeface="Microsoft Sans Serif"/>
                <a:cs typeface="Microsoft Sans Serif"/>
              </a:rPr>
              <a:t>tem</a:t>
            </a:r>
            <a:r>
              <a:rPr sz="2400" spc="-5" dirty="0">
                <a:latin typeface="Microsoft Sans Serif"/>
                <a:cs typeface="Microsoft Sans Serif"/>
              </a:rPr>
              <a:t>p</a:t>
            </a:r>
            <a:r>
              <a:rPr sz="2400" spc="-25" dirty="0">
                <a:latin typeface="Microsoft Sans Serif"/>
                <a:cs typeface="Microsoft Sans Serif"/>
              </a:rPr>
              <a:t>l</a:t>
            </a:r>
            <a:r>
              <a:rPr sz="2400" spc="-20" dirty="0">
                <a:latin typeface="Microsoft Sans Serif"/>
                <a:cs typeface="Microsoft Sans Serif"/>
              </a:rPr>
              <a:t>ate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-15" dirty="0">
                <a:latin typeface="Microsoft Sans Serif"/>
                <a:cs typeface="Microsoft Sans Serif"/>
              </a:rPr>
              <a:t>syntax.</a:t>
            </a:r>
            <a:endParaRPr sz="2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buFont typeface="Wingdings"/>
              <a:buChar char=""/>
            </a:pPr>
            <a:endParaRPr sz="2400">
              <a:latin typeface="Times New Roman"/>
              <a:cs typeface="Times New Roman"/>
            </a:endParaRPr>
          </a:p>
          <a:p>
            <a:pPr marL="379730" indent="-367030">
              <a:lnSpc>
                <a:spcPct val="100000"/>
              </a:lnSpc>
              <a:spcBef>
                <a:spcPts val="1560"/>
              </a:spcBef>
              <a:buFont typeface="Wingdings"/>
              <a:buChar char=""/>
              <a:tabLst>
                <a:tab pos="380365" algn="l"/>
              </a:tabLst>
            </a:pPr>
            <a:r>
              <a:rPr sz="2400" spc="-5" dirty="0">
                <a:latin typeface="Microsoft Sans Serif"/>
                <a:cs typeface="Microsoft Sans Serif"/>
              </a:rPr>
              <a:t>C</a:t>
            </a:r>
            <a:r>
              <a:rPr sz="2400" spc="-10" dirty="0">
                <a:latin typeface="Microsoft Sans Serif"/>
                <a:cs typeface="Microsoft Sans Serif"/>
              </a:rPr>
              <a:t>o</a:t>
            </a:r>
            <a:r>
              <a:rPr sz="2400" dirty="0">
                <a:latin typeface="Microsoft Sans Serif"/>
                <a:cs typeface="Microsoft Sans Serif"/>
              </a:rPr>
              <a:t>m</a:t>
            </a:r>
            <a:r>
              <a:rPr sz="2400" spc="5" dirty="0">
                <a:latin typeface="Microsoft Sans Serif"/>
                <a:cs typeface="Microsoft Sans Serif"/>
              </a:rPr>
              <a:t>m</a:t>
            </a:r>
            <a:r>
              <a:rPr sz="2400" spc="-5" dirty="0">
                <a:latin typeface="Microsoft Sans Serif"/>
                <a:cs typeface="Microsoft Sans Serif"/>
              </a:rPr>
              <a:t>an</a:t>
            </a:r>
            <a:r>
              <a:rPr sz="2400" spc="-10" dirty="0">
                <a:latin typeface="Microsoft Sans Serif"/>
                <a:cs typeface="Microsoft Sans Serif"/>
              </a:rPr>
              <a:t>d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line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too</a:t>
            </a:r>
            <a:r>
              <a:rPr sz="2400" spc="-25" dirty="0">
                <a:latin typeface="Microsoft Sans Serif"/>
                <a:cs typeface="Microsoft Sans Serif"/>
              </a:rPr>
              <a:t>l</a:t>
            </a:r>
            <a:r>
              <a:rPr sz="2400" spc="-10" dirty="0">
                <a:latin typeface="Microsoft Sans Serif"/>
                <a:cs typeface="Microsoft Sans Serif"/>
              </a:rPr>
              <a:t>s: </a:t>
            </a:r>
            <a:endParaRPr sz="2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buFont typeface="Wingdings"/>
              <a:buChar char=""/>
            </a:pPr>
            <a:endParaRPr sz="2400">
              <a:latin typeface="Times New Roman"/>
              <a:cs typeface="Times New Roman"/>
            </a:endParaRPr>
          </a:p>
          <a:p>
            <a:pPr marL="836930" lvl="1" indent="-367030">
              <a:lnSpc>
                <a:spcPct val="100000"/>
              </a:lnSpc>
              <a:spcBef>
                <a:spcPts val="1560"/>
              </a:spcBef>
              <a:buFont typeface="Wingdings"/>
              <a:buChar char=""/>
              <a:tabLst>
                <a:tab pos="837565" algn="l"/>
              </a:tabLst>
            </a:pPr>
            <a:r>
              <a:rPr sz="2400" dirty="0">
                <a:latin typeface="Microsoft Sans Serif"/>
                <a:cs typeface="Microsoft Sans Serif"/>
              </a:rPr>
              <a:t>Start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b</a:t>
            </a:r>
            <a:r>
              <a:rPr sz="2400" spc="-10" dirty="0">
                <a:latin typeface="Microsoft Sans Serif"/>
                <a:cs typeface="Microsoft Sans Serif"/>
              </a:rPr>
              <a:t>u</a:t>
            </a:r>
            <a:r>
              <a:rPr sz="2400" spc="-20" dirty="0">
                <a:latin typeface="Microsoft Sans Serif"/>
                <a:cs typeface="Microsoft Sans Serif"/>
              </a:rPr>
              <a:t>il</a:t>
            </a:r>
            <a:r>
              <a:rPr sz="2400" dirty="0">
                <a:latin typeface="Microsoft Sans Serif"/>
                <a:cs typeface="Microsoft Sans Serif"/>
              </a:rPr>
              <a:t>d</a:t>
            </a:r>
            <a:r>
              <a:rPr sz="2400" spc="-10" dirty="0">
                <a:latin typeface="Microsoft Sans Serif"/>
                <a:cs typeface="Microsoft Sans Serif"/>
              </a:rPr>
              <a:t>i</a:t>
            </a:r>
            <a:r>
              <a:rPr sz="2400" dirty="0">
                <a:latin typeface="Microsoft Sans Serif"/>
                <a:cs typeface="Microsoft Sans Serif"/>
              </a:rPr>
              <a:t>n</a:t>
            </a:r>
            <a:r>
              <a:rPr sz="2400" spc="-5" dirty="0">
                <a:latin typeface="Microsoft Sans Serif"/>
                <a:cs typeface="Microsoft Sans Serif"/>
              </a:rPr>
              <a:t>g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fast</a:t>
            </a:r>
            <a:endParaRPr sz="240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buFont typeface="Wingdings"/>
              <a:buChar char=""/>
            </a:pPr>
            <a:endParaRPr sz="2400">
              <a:latin typeface="Times New Roman"/>
              <a:cs typeface="Times New Roman"/>
            </a:endParaRPr>
          </a:p>
          <a:p>
            <a:pPr marL="836930" lvl="1" indent="-367030">
              <a:lnSpc>
                <a:spcPct val="100000"/>
              </a:lnSpc>
              <a:spcBef>
                <a:spcPts val="1560"/>
              </a:spcBef>
              <a:buFont typeface="Wingdings"/>
              <a:buChar char=""/>
              <a:tabLst>
                <a:tab pos="837565" algn="l"/>
              </a:tabLst>
            </a:pPr>
            <a:r>
              <a:rPr sz="2400" spc="-25" dirty="0">
                <a:latin typeface="Microsoft Sans Serif"/>
                <a:cs typeface="Microsoft Sans Serif"/>
              </a:rPr>
              <a:t>A</a:t>
            </a:r>
            <a:r>
              <a:rPr sz="2400" spc="-5" dirty="0">
                <a:latin typeface="Microsoft Sans Serif"/>
                <a:cs typeface="Microsoft Sans Serif"/>
              </a:rPr>
              <a:t>dd co</a:t>
            </a:r>
            <a:r>
              <a:rPr sz="2400" spc="5" dirty="0">
                <a:latin typeface="Microsoft Sans Serif"/>
                <a:cs typeface="Microsoft Sans Serif"/>
              </a:rPr>
              <a:t>m</a:t>
            </a:r>
            <a:r>
              <a:rPr sz="2400" spc="-5" dirty="0">
                <a:latin typeface="Microsoft Sans Serif"/>
                <a:cs typeface="Microsoft Sans Serif"/>
              </a:rPr>
              <a:t>po</a:t>
            </a:r>
            <a:r>
              <a:rPr sz="2400" spc="-10" dirty="0">
                <a:latin typeface="Microsoft Sans Serif"/>
                <a:cs typeface="Microsoft Sans Serif"/>
              </a:rPr>
              <a:t>n</a:t>
            </a:r>
            <a:r>
              <a:rPr sz="2400" spc="-20" dirty="0">
                <a:latin typeface="Microsoft Sans Serif"/>
                <a:cs typeface="Microsoft Sans Serif"/>
              </a:rPr>
              <a:t>ents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an</a:t>
            </a:r>
            <a:r>
              <a:rPr sz="2400" spc="-10" dirty="0">
                <a:latin typeface="Microsoft Sans Serif"/>
                <a:cs typeface="Microsoft Sans Serif"/>
              </a:rPr>
              <a:t>d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test</a:t>
            </a:r>
            <a:r>
              <a:rPr sz="2400" dirty="0">
                <a:latin typeface="Microsoft Sans Serif"/>
                <a:cs typeface="Microsoft Sans Serif"/>
              </a:rPr>
              <a:t>s</a:t>
            </a:r>
            <a:endParaRPr sz="240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buFont typeface="Wingdings"/>
              <a:buChar char=""/>
            </a:pPr>
            <a:endParaRPr sz="2400">
              <a:latin typeface="Times New Roman"/>
              <a:cs typeface="Times New Roman"/>
            </a:endParaRPr>
          </a:p>
          <a:p>
            <a:pPr marL="836930" lvl="1" indent="-367030">
              <a:lnSpc>
                <a:spcPct val="100000"/>
              </a:lnSpc>
              <a:spcBef>
                <a:spcPts val="1560"/>
              </a:spcBef>
              <a:buFont typeface="Wingdings"/>
              <a:buChar char=""/>
              <a:tabLst>
                <a:tab pos="837565" algn="l"/>
              </a:tabLst>
            </a:pPr>
            <a:r>
              <a:rPr sz="2400" spc="-20" dirty="0">
                <a:latin typeface="Microsoft Sans Serif"/>
                <a:cs typeface="Microsoft Sans Serif"/>
              </a:rPr>
              <a:t>T</a:t>
            </a:r>
            <a:r>
              <a:rPr sz="2400" spc="-5" dirty="0">
                <a:latin typeface="Microsoft Sans Serif"/>
                <a:cs typeface="Microsoft Sans Serif"/>
              </a:rPr>
              <a:t>he</a:t>
            </a:r>
            <a:r>
              <a:rPr sz="2400" spc="-10" dirty="0">
                <a:latin typeface="Microsoft Sans Serif"/>
                <a:cs typeface="Microsoft Sans Serif"/>
              </a:rPr>
              <a:t>n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i</a:t>
            </a:r>
            <a:r>
              <a:rPr sz="2400" spc="-5" dirty="0">
                <a:latin typeface="Microsoft Sans Serif"/>
                <a:cs typeface="Microsoft Sans Serif"/>
              </a:rPr>
              <a:t>nstant</a:t>
            </a:r>
            <a:r>
              <a:rPr sz="2400" spc="-15" dirty="0">
                <a:latin typeface="Microsoft Sans Serif"/>
                <a:cs typeface="Microsoft Sans Serif"/>
              </a:rPr>
              <a:t>ly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de</a:t>
            </a:r>
            <a:r>
              <a:rPr sz="2400" spc="-10" dirty="0">
                <a:latin typeface="Microsoft Sans Serif"/>
                <a:cs typeface="Microsoft Sans Serif"/>
              </a:rPr>
              <a:t>p</a:t>
            </a:r>
            <a:r>
              <a:rPr sz="2400" spc="-20" dirty="0">
                <a:latin typeface="Microsoft Sans Serif"/>
                <a:cs typeface="Microsoft Sans Serif"/>
              </a:rPr>
              <a:t>loy.</a:t>
            </a:r>
            <a:endParaRPr sz="240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buFont typeface="Wingdings"/>
              <a:buChar char=""/>
            </a:pPr>
            <a:endParaRPr sz="2400">
              <a:latin typeface="Times New Roman"/>
              <a:cs typeface="Times New Roman"/>
            </a:endParaRPr>
          </a:p>
          <a:p>
            <a:pPr marL="379730" indent="-367030">
              <a:lnSpc>
                <a:spcPct val="100000"/>
              </a:lnSpc>
              <a:spcBef>
                <a:spcPts val="1560"/>
              </a:spcBef>
              <a:buFont typeface="Wingdings"/>
              <a:buChar char=""/>
              <a:tabLst>
                <a:tab pos="380365" algn="l"/>
              </a:tabLst>
            </a:pPr>
            <a:r>
              <a:rPr sz="2400" spc="-15" dirty="0">
                <a:latin typeface="Microsoft Sans Serif"/>
                <a:cs typeface="Microsoft Sans Serif"/>
              </a:rPr>
              <a:t>Get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i</a:t>
            </a:r>
            <a:r>
              <a:rPr sz="2400" spc="-5" dirty="0">
                <a:latin typeface="Microsoft Sans Serif"/>
                <a:cs typeface="Microsoft Sans Serif"/>
              </a:rPr>
              <a:t>ntel</a:t>
            </a:r>
            <a:r>
              <a:rPr sz="2400" spc="-15" dirty="0">
                <a:latin typeface="Microsoft Sans Serif"/>
                <a:cs typeface="Microsoft Sans Serif"/>
              </a:rPr>
              <a:t>ligent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code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comp</a:t>
            </a:r>
            <a:r>
              <a:rPr sz="2400" spc="-20" dirty="0">
                <a:latin typeface="Microsoft Sans Serif"/>
                <a:cs typeface="Microsoft Sans Serif"/>
              </a:rPr>
              <a:t>l</a:t>
            </a:r>
            <a:r>
              <a:rPr sz="2400" spc="-5" dirty="0">
                <a:latin typeface="Microsoft Sans Serif"/>
                <a:cs typeface="Microsoft Sans Serif"/>
              </a:rPr>
              <a:t>et</a:t>
            </a:r>
            <a:r>
              <a:rPr sz="2400" spc="-20" dirty="0">
                <a:latin typeface="Microsoft Sans Serif"/>
                <a:cs typeface="Microsoft Sans Serif"/>
              </a:rPr>
              <a:t>ion,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instant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er</a:t>
            </a:r>
            <a:r>
              <a:rPr sz="2400" spc="5" dirty="0">
                <a:latin typeface="Microsoft Sans Serif"/>
                <a:cs typeface="Microsoft Sans Serif"/>
              </a:rPr>
              <a:t>r</a:t>
            </a:r>
            <a:r>
              <a:rPr sz="2400" spc="-15" dirty="0">
                <a:latin typeface="Microsoft Sans Serif"/>
                <a:cs typeface="Microsoft Sans Serif"/>
              </a:rPr>
              <a:t>ors </a:t>
            </a:r>
            <a:r>
              <a:rPr sz="2400" spc="-30" dirty="0">
                <a:latin typeface="Microsoft Sans Serif"/>
                <a:cs typeface="Microsoft Sans Serif"/>
              </a:rPr>
              <a:t>i</a:t>
            </a:r>
            <a:r>
              <a:rPr sz="2400" spc="-20" dirty="0">
                <a:latin typeface="Microsoft Sans Serif"/>
                <a:cs typeface="Microsoft Sans Serif"/>
              </a:rPr>
              <a:t>n</a:t>
            </a:r>
            <a:r>
              <a:rPr sz="2400" spc="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po</a:t>
            </a:r>
            <a:r>
              <a:rPr sz="2400" spc="-10" dirty="0">
                <a:latin typeface="Microsoft Sans Serif"/>
                <a:cs typeface="Microsoft Sans Serif"/>
              </a:rPr>
              <a:t>p</a:t>
            </a:r>
            <a:r>
              <a:rPr sz="2400" spc="-5" dirty="0">
                <a:latin typeface="Microsoft Sans Serif"/>
                <a:cs typeface="Microsoft Sans Serif"/>
              </a:rPr>
              <a:t>u</a:t>
            </a:r>
            <a:r>
              <a:rPr sz="2400" spc="-25" dirty="0">
                <a:latin typeface="Microsoft Sans Serif"/>
                <a:cs typeface="Microsoft Sans Serif"/>
              </a:rPr>
              <a:t>l</a:t>
            </a:r>
            <a:r>
              <a:rPr sz="2400" spc="-20" dirty="0">
                <a:latin typeface="Microsoft Sans Serif"/>
                <a:cs typeface="Microsoft Sans Serif"/>
              </a:rPr>
              <a:t>ar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ed</a:t>
            </a:r>
            <a:r>
              <a:rPr sz="2400" spc="-25" dirty="0">
                <a:latin typeface="Microsoft Sans Serif"/>
                <a:cs typeface="Microsoft Sans Serif"/>
              </a:rPr>
              <a:t>i</a:t>
            </a:r>
            <a:r>
              <a:rPr sz="2400" spc="-10" dirty="0">
                <a:latin typeface="Microsoft Sans Serif"/>
                <a:cs typeface="Microsoft Sans Serif"/>
              </a:rPr>
              <a:t>tors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an</a:t>
            </a:r>
            <a:r>
              <a:rPr sz="2400" spc="-10" dirty="0">
                <a:latin typeface="Microsoft Sans Serif"/>
                <a:cs typeface="Microsoft Sans Serif"/>
              </a:rPr>
              <a:t>d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-15" dirty="0">
                <a:latin typeface="Microsoft Sans Serif"/>
                <a:cs typeface="Microsoft Sans Serif"/>
              </a:rPr>
              <a:t>IDEs.</a:t>
            </a:r>
            <a:endParaRPr sz="2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204" y="626363"/>
            <a:ext cx="5949695" cy="11216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0662" y="859312"/>
            <a:ext cx="5304790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25" dirty="0">
                <a:solidFill>
                  <a:srgbClr val="696363"/>
                </a:solidFill>
                <a:latin typeface="Microsoft Sans Serif"/>
                <a:cs typeface="Microsoft Sans Serif"/>
              </a:rPr>
              <a:t>F</a:t>
            </a:r>
            <a:r>
              <a:rPr sz="4000" spc="-10" dirty="0">
                <a:solidFill>
                  <a:srgbClr val="696363"/>
                </a:solidFill>
                <a:latin typeface="Microsoft Sans Serif"/>
                <a:cs typeface="Microsoft Sans Serif"/>
              </a:rPr>
              <a:t>u</a:t>
            </a:r>
            <a:r>
              <a:rPr sz="4000" spc="-5" dirty="0">
                <a:solidFill>
                  <a:srgbClr val="696363"/>
                </a:solidFill>
                <a:latin typeface="Microsoft Sans Serif"/>
                <a:cs typeface="Microsoft Sans Serif"/>
              </a:rPr>
              <a:t>ll</a:t>
            </a:r>
            <a:r>
              <a:rPr sz="4000" spc="-50" dirty="0">
                <a:solidFill>
                  <a:srgbClr val="696363"/>
                </a:solidFill>
                <a:latin typeface="Microsoft Sans Serif"/>
                <a:cs typeface="Microsoft Sans Serif"/>
              </a:rPr>
              <a:t> </a:t>
            </a:r>
            <a:r>
              <a:rPr sz="4000" spc="-35" dirty="0">
                <a:solidFill>
                  <a:srgbClr val="696363"/>
                </a:solidFill>
                <a:latin typeface="Microsoft Sans Serif"/>
                <a:cs typeface="Microsoft Sans Serif"/>
              </a:rPr>
              <a:t>D</a:t>
            </a:r>
            <a:r>
              <a:rPr sz="4000" spc="-10" dirty="0">
                <a:solidFill>
                  <a:srgbClr val="696363"/>
                </a:solidFill>
                <a:latin typeface="Microsoft Sans Serif"/>
                <a:cs typeface="Microsoft Sans Serif"/>
              </a:rPr>
              <a:t>ev</a:t>
            </a:r>
            <a:r>
              <a:rPr sz="4000" spc="-25" dirty="0">
                <a:solidFill>
                  <a:srgbClr val="696363"/>
                </a:solidFill>
                <a:latin typeface="Microsoft Sans Serif"/>
                <a:cs typeface="Microsoft Sans Serif"/>
              </a:rPr>
              <a:t>el</a:t>
            </a:r>
            <a:r>
              <a:rPr sz="4000" spc="-10" dirty="0">
                <a:solidFill>
                  <a:srgbClr val="696363"/>
                </a:solidFill>
                <a:latin typeface="Microsoft Sans Serif"/>
                <a:cs typeface="Microsoft Sans Serif"/>
              </a:rPr>
              <a:t>o</a:t>
            </a:r>
            <a:r>
              <a:rPr sz="4000" spc="-35" dirty="0">
                <a:solidFill>
                  <a:srgbClr val="696363"/>
                </a:solidFill>
                <a:latin typeface="Microsoft Sans Serif"/>
                <a:cs typeface="Microsoft Sans Serif"/>
              </a:rPr>
              <a:t>pm</a:t>
            </a:r>
            <a:r>
              <a:rPr sz="4000" spc="-10" dirty="0">
                <a:solidFill>
                  <a:srgbClr val="696363"/>
                </a:solidFill>
                <a:latin typeface="Microsoft Sans Serif"/>
                <a:cs typeface="Microsoft Sans Serif"/>
              </a:rPr>
              <a:t>e</a:t>
            </a:r>
            <a:r>
              <a:rPr sz="4000" spc="-25" dirty="0">
                <a:solidFill>
                  <a:srgbClr val="696363"/>
                </a:solidFill>
                <a:latin typeface="Microsoft Sans Serif"/>
                <a:cs typeface="Microsoft Sans Serif"/>
              </a:rPr>
              <a:t>nt</a:t>
            </a:r>
            <a:r>
              <a:rPr sz="4000" spc="-55" dirty="0">
                <a:solidFill>
                  <a:srgbClr val="696363"/>
                </a:solidFill>
                <a:latin typeface="Microsoft Sans Serif"/>
                <a:cs typeface="Microsoft Sans Serif"/>
              </a:rPr>
              <a:t> </a:t>
            </a:r>
            <a:r>
              <a:rPr sz="4000" spc="-25" dirty="0">
                <a:solidFill>
                  <a:srgbClr val="696363"/>
                </a:solidFill>
                <a:latin typeface="Microsoft Sans Serif"/>
                <a:cs typeface="Microsoft Sans Serif"/>
              </a:rPr>
              <a:t>S</a:t>
            </a:r>
            <a:r>
              <a:rPr sz="4000" spc="-5" dirty="0">
                <a:solidFill>
                  <a:srgbClr val="696363"/>
                </a:solidFill>
                <a:latin typeface="Microsoft Sans Serif"/>
                <a:cs typeface="Microsoft Sans Serif"/>
              </a:rPr>
              <a:t>t</a:t>
            </a:r>
            <a:r>
              <a:rPr sz="4000" spc="-30" dirty="0">
                <a:solidFill>
                  <a:srgbClr val="696363"/>
                </a:solidFill>
                <a:latin typeface="Microsoft Sans Serif"/>
                <a:cs typeface="Microsoft Sans Serif"/>
              </a:rPr>
              <a:t>o</a:t>
            </a:r>
            <a:r>
              <a:rPr sz="4000" spc="0" dirty="0">
                <a:solidFill>
                  <a:srgbClr val="696363"/>
                </a:solidFill>
                <a:latin typeface="Microsoft Sans Serif"/>
                <a:cs typeface="Microsoft Sans Serif"/>
              </a:rPr>
              <a:t>r</a:t>
            </a:r>
            <a:r>
              <a:rPr sz="4000" spc="-20" dirty="0">
                <a:solidFill>
                  <a:srgbClr val="696363"/>
                </a:solidFill>
                <a:latin typeface="Microsoft Sans Serif"/>
                <a:cs typeface="Microsoft Sans Serif"/>
              </a:rPr>
              <a:t>y</a:t>
            </a:r>
            <a:endParaRPr sz="40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90220" indent="-286385">
              <a:lnSpc>
                <a:spcPct val="100000"/>
              </a:lnSpc>
              <a:buFont typeface="Wingdings"/>
              <a:buChar char=""/>
              <a:tabLst>
                <a:tab pos="571500" algn="l"/>
              </a:tabLst>
            </a:pPr>
            <a:r>
              <a:rPr dirty="0"/>
              <a:t>K</a:t>
            </a:r>
            <a:r>
              <a:rPr spc="-10" dirty="0"/>
              <a:t>a</a:t>
            </a:r>
            <a:r>
              <a:rPr dirty="0"/>
              <a:t>r</a:t>
            </a:r>
            <a:r>
              <a:rPr spc="5" dirty="0"/>
              <a:t>m</a:t>
            </a:r>
            <a:r>
              <a:rPr spc="-20" dirty="0"/>
              <a:t>a</a:t>
            </a:r>
            <a:r>
              <a:rPr spc="-5" dirty="0"/>
              <a:t> </a:t>
            </a:r>
            <a:r>
              <a:rPr spc="-10" dirty="0"/>
              <a:t>for</a:t>
            </a:r>
            <a:r>
              <a:rPr spc="-25" dirty="0"/>
              <a:t> </a:t>
            </a:r>
            <a:r>
              <a:rPr spc="-5" dirty="0"/>
              <a:t>un</a:t>
            </a:r>
            <a:r>
              <a:rPr spc="-25" dirty="0"/>
              <a:t>i</a:t>
            </a:r>
            <a:r>
              <a:rPr spc="-10" dirty="0"/>
              <a:t>t</a:t>
            </a:r>
            <a:r>
              <a:rPr spc="5" dirty="0"/>
              <a:t> </a:t>
            </a:r>
            <a:r>
              <a:rPr spc="-10" dirty="0"/>
              <a:t>tests.</a:t>
            </a:r>
          </a:p>
          <a:p>
            <a:pPr marL="191135">
              <a:lnSpc>
                <a:spcPct val="100000"/>
              </a:lnSpc>
              <a:buFont typeface="Wingdings"/>
              <a:buChar char=""/>
            </a:pPr>
            <a:endParaRPr spc="-10" dirty="0"/>
          </a:p>
          <a:p>
            <a:pPr marL="191135">
              <a:lnSpc>
                <a:spcPct val="100000"/>
              </a:lnSpc>
              <a:spcBef>
                <a:spcPts val="10"/>
              </a:spcBef>
              <a:buFont typeface="Wingdings"/>
              <a:buChar char=""/>
            </a:pPr>
            <a:endParaRPr sz="2600">
              <a:latin typeface="Times New Roman"/>
              <a:cs typeface="Times New Roman"/>
            </a:endParaRPr>
          </a:p>
          <a:p>
            <a:pPr marL="570865" indent="-367030">
              <a:lnSpc>
                <a:spcPct val="100000"/>
              </a:lnSpc>
              <a:buFont typeface="Wingdings"/>
              <a:buChar char=""/>
              <a:tabLst>
                <a:tab pos="571500" algn="l"/>
              </a:tabLst>
            </a:pPr>
            <a:r>
              <a:rPr dirty="0"/>
              <a:t>Protractor</a:t>
            </a:r>
            <a:r>
              <a:rPr spc="-15" dirty="0"/>
              <a:t> </a:t>
            </a:r>
            <a:r>
              <a:rPr dirty="0"/>
              <a:t>makes our</a:t>
            </a:r>
            <a:r>
              <a:rPr spc="5" dirty="0"/>
              <a:t> </a:t>
            </a:r>
            <a:r>
              <a:rPr dirty="0"/>
              <a:t>sce</a:t>
            </a:r>
            <a:r>
              <a:rPr spc="-15" dirty="0"/>
              <a:t>n</a:t>
            </a:r>
            <a:r>
              <a:rPr spc="-5" dirty="0"/>
              <a:t>ar</a:t>
            </a:r>
            <a:r>
              <a:rPr spc="-20" dirty="0"/>
              <a:t>i</a:t>
            </a:r>
            <a:r>
              <a:rPr spc="-5" dirty="0"/>
              <a:t>o</a:t>
            </a:r>
            <a:r>
              <a:rPr spc="25" dirty="0"/>
              <a:t> </a:t>
            </a:r>
            <a:r>
              <a:rPr dirty="0"/>
              <a:t>tests</a:t>
            </a:r>
            <a:r>
              <a:rPr spc="-15" dirty="0"/>
              <a:t> </a:t>
            </a:r>
            <a:r>
              <a:rPr dirty="0"/>
              <a:t>run </a:t>
            </a:r>
            <a:r>
              <a:rPr spc="5" dirty="0"/>
              <a:t>f</a:t>
            </a:r>
            <a:r>
              <a:rPr spc="-5" dirty="0"/>
              <a:t>aster</a:t>
            </a:r>
            <a:r>
              <a:rPr spc="-15" dirty="0"/>
              <a:t> </a:t>
            </a:r>
            <a:r>
              <a:rPr spc="-5" dirty="0"/>
              <a:t>a</a:t>
            </a:r>
            <a:r>
              <a:rPr spc="-10" dirty="0"/>
              <a:t>n</a:t>
            </a:r>
            <a:r>
              <a:rPr spc="-5" dirty="0"/>
              <a:t>d</a:t>
            </a:r>
            <a:r>
              <a:rPr spc="15" dirty="0"/>
              <a:t> </a:t>
            </a:r>
            <a:r>
              <a:rPr spc="-20" dirty="0"/>
              <a:t>i</a:t>
            </a:r>
            <a:r>
              <a:rPr spc="-5" dirty="0"/>
              <a:t>n</a:t>
            </a:r>
            <a:r>
              <a:rPr spc="15" dirty="0"/>
              <a:t> </a:t>
            </a:r>
            <a:r>
              <a:rPr spc="-5" dirty="0"/>
              <a:t>a s</a:t>
            </a:r>
            <a:r>
              <a:rPr spc="5" dirty="0"/>
              <a:t>t</a:t>
            </a:r>
            <a:r>
              <a:rPr spc="-5" dirty="0"/>
              <a:t>a</a:t>
            </a:r>
            <a:r>
              <a:rPr spc="-10" dirty="0"/>
              <a:t>b</a:t>
            </a:r>
            <a:r>
              <a:rPr spc="-20" dirty="0"/>
              <a:t>l</a:t>
            </a:r>
            <a:r>
              <a:rPr spc="-5" dirty="0"/>
              <a:t>e</a:t>
            </a:r>
            <a:r>
              <a:rPr spc="15" dirty="0"/>
              <a:t> </a:t>
            </a:r>
            <a:r>
              <a:rPr dirty="0"/>
              <a:t>man</a:t>
            </a:r>
            <a:r>
              <a:rPr spc="-10" dirty="0"/>
              <a:t>n</a:t>
            </a:r>
            <a:r>
              <a:rPr spc="-5" dirty="0"/>
              <a:t>er.</a:t>
            </a:r>
          </a:p>
          <a:p>
            <a:pPr marL="490220" marR="5080" indent="-286385">
              <a:lnSpc>
                <a:spcPct val="300100"/>
              </a:lnSpc>
              <a:buFont typeface="Wingdings"/>
              <a:buChar char=""/>
              <a:tabLst>
                <a:tab pos="571500" algn="l"/>
              </a:tabLst>
            </a:pPr>
            <a:r>
              <a:rPr spc="-5" dirty="0"/>
              <a:t>Create h</a:t>
            </a:r>
            <a:r>
              <a:rPr spc="-15" dirty="0"/>
              <a:t>i</a:t>
            </a:r>
            <a:r>
              <a:rPr spc="-5" dirty="0"/>
              <a:t>g</a:t>
            </a:r>
            <a:r>
              <a:rPr spc="-10" dirty="0"/>
              <a:t>h</a:t>
            </a:r>
            <a:r>
              <a:rPr dirty="0"/>
              <a:t>-</a:t>
            </a:r>
            <a:r>
              <a:rPr spc="-5" dirty="0"/>
              <a:t>per</a:t>
            </a:r>
            <a:r>
              <a:rPr spc="5" dirty="0"/>
              <a:t>f</a:t>
            </a:r>
            <a:r>
              <a:rPr spc="-5" dirty="0"/>
              <a:t>or</a:t>
            </a:r>
            <a:r>
              <a:rPr spc="10" dirty="0"/>
              <a:t>m</a:t>
            </a:r>
            <a:r>
              <a:rPr spc="-20" dirty="0"/>
              <a:t>ance,</a:t>
            </a:r>
            <a:r>
              <a:rPr spc="25" dirty="0"/>
              <a:t> </a:t>
            </a:r>
            <a:r>
              <a:rPr dirty="0"/>
              <a:t>co</a:t>
            </a:r>
            <a:r>
              <a:rPr spc="5" dirty="0"/>
              <a:t>m</a:t>
            </a:r>
            <a:r>
              <a:rPr spc="-5" dirty="0"/>
              <a:t>p</a:t>
            </a:r>
            <a:r>
              <a:rPr spc="-20" dirty="0"/>
              <a:t>lex</a:t>
            </a:r>
            <a:r>
              <a:rPr spc="25" dirty="0"/>
              <a:t> </a:t>
            </a:r>
            <a:r>
              <a:rPr dirty="0"/>
              <a:t>chor</a:t>
            </a:r>
            <a:r>
              <a:rPr spc="-5" dirty="0"/>
              <a:t>eographies</a:t>
            </a:r>
            <a:r>
              <a:rPr spc="55" dirty="0"/>
              <a:t> </a:t>
            </a:r>
            <a:r>
              <a:rPr spc="-5" dirty="0"/>
              <a:t>and</a:t>
            </a:r>
            <a:r>
              <a:rPr spc="5" dirty="0"/>
              <a:t> </a:t>
            </a:r>
            <a:r>
              <a:rPr spc="-5" dirty="0"/>
              <a:t>an</a:t>
            </a:r>
            <a:r>
              <a:rPr spc="-20" dirty="0"/>
              <a:t>i</a:t>
            </a:r>
            <a:r>
              <a:rPr dirty="0"/>
              <a:t>m</a:t>
            </a:r>
            <a:r>
              <a:rPr spc="-5" dirty="0"/>
              <a:t>at</a:t>
            </a:r>
            <a:r>
              <a:rPr spc="-15" dirty="0"/>
              <a:t>i</a:t>
            </a:r>
            <a:r>
              <a:rPr spc="-20" dirty="0"/>
              <a:t>on</a:t>
            </a:r>
            <a:r>
              <a:rPr spc="45" dirty="0"/>
              <a:t> </a:t>
            </a:r>
            <a:r>
              <a:rPr spc="-10" dirty="0"/>
              <a:t>t</a:t>
            </a:r>
            <a:r>
              <a:rPr spc="-25" dirty="0"/>
              <a:t>i</a:t>
            </a:r>
            <a:r>
              <a:rPr dirty="0"/>
              <a:t>m</a:t>
            </a:r>
            <a:r>
              <a:rPr spc="-5" dirty="0"/>
              <a:t>e</a:t>
            </a:r>
            <a:r>
              <a:rPr spc="-20" dirty="0"/>
              <a:t>l</a:t>
            </a:r>
            <a:r>
              <a:rPr spc="-15" dirty="0"/>
              <a:t>ines </a:t>
            </a:r>
            <a:r>
              <a:rPr spc="-5" dirty="0"/>
              <a:t>w</a:t>
            </a:r>
            <a:r>
              <a:rPr spc="-25" dirty="0"/>
              <a:t>i</a:t>
            </a:r>
            <a:r>
              <a:rPr spc="-10" dirty="0"/>
              <a:t>th</a:t>
            </a:r>
            <a:r>
              <a:rPr spc="5" dirty="0"/>
              <a:t> </a:t>
            </a:r>
            <a:r>
              <a:rPr spc="-15" dirty="0"/>
              <a:t>very</a:t>
            </a:r>
            <a:r>
              <a:rPr dirty="0"/>
              <a:t> </a:t>
            </a:r>
            <a:r>
              <a:rPr spc="-20" dirty="0"/>
              <a:t>li</a:t>
            </a:r>
            <a:r>
              <a:rPr spc="-10" dirty="0"/>
              <a:t>t</a:t>
            </a:r>
            <a:r>
              <a:rPr spc="-5" dirty="0"/>
              <a:t>t</a:t>
            </a:r>
            <a:r>
              <a:rPr spc="-20" dirty="0"/>
              <a:t>le</a:t>
            </a:r>
            <a:r>
              <a:rPr spc="25" dirty="0"/>
              <a:t> </a:t>
            </a:r>
            <a:r>
              <a:rPr dirty="0"/>
              <a:t>code</a:t>
            </a:r>
            <a:r>
              <a:rPr spc="10" dirty="0"/>
              <a:t> </a:t>
            </a:r>
            <a:r>
              <a:rPr spc="-10" dirty="0"/>
              <a:t>thr</a:t>
            </a:r>
            <a:r>
              <a:rPr spc="-5" dirty="0"/>
              <a:t>ou</a:t>
            </a:r>
            <a:r>
              <a:rPr spc="-10" dirty="0"/>
              <a:t>g</a:t>
            </a:r>
            <a:r>
              <a:rPr spc="-20" dirty="0"/>
              <a:t>h</a:t>
            </a:r>
            <a:r>
              <a:rPr spc="5" dirty="0"/>
              <a:t> </a:t>
            </a:r>
            <a:r>
              <a:rPr dirty="0"/>
              <a:t>A</a:t>
            </a:r>
            <a:r>
              <a:rPr spc="-10" dirty="0"/>
              <a:t>n</a:t>
            </a:r>
            <a:r>
              <a:rPr spc="-5" dirty="0"/>
              <a:t>gu</a:t>
            </a:r>
            <a:r>
              <a:rPr spc="-25" dirty="0"/>
              <a:t>l</a:t>
            </a:r>
            <a:r>
              <a:rPr spc="-5" dirty="0"/>
              <a:t>ar'</a:t>
            </a:r>
            <a:r>
              <a:rPr dirty="0"/>
              <a:t>s</a:t>
            </a:r>
            <a:r>
              <a:rPr spc="85" dirty="0">
                <a:latin typeface="Times New Roman"/>
                <a:cs typeface="Times New Roman"/>
              </a:rPr>
              <a:t> </a:t>
            </a:r>
            <a:r>
              <a:rPr spc="-20" dirty="0"/>
              <a:t>i</a:t>
            </a:r>
            <a:r>
              <a:rPr spc="-5" dirty="0"/>
              <a:t>ntu</a:t>
            </a:r>
            <a:r>
              <a:rPr spc="-20" dirty="0"/>
              <a:t>i</a:t>
            </a:r>
            <a:r>
              <a:rPr spc="-10" dirty="0"/>
              <a:t>t</a:t>
            </a:r>
            <a:r>
              <a:rPr spc="-25" dirty="0"/>
              <a:t>i</a:t>
            </a:r>
            <a:r>
              <a:rPr spc="5" dirty="0"/>
              <a:t>v</a:t>
            </a:r>
            <a:r>
              <a:rPr spc="-20" dirty="0"/>
              <a:t>e</a:t>
            </a:r>
            <a:r>
              <a:rPr spc="40" dirty="0"/>
              <a:t> </a:t>
            </a:r>
            <a:r>
              <a:rPr spc="-20" dirty="0"/>
              <a:t>A</a:t>
            </a:r>
            <a:r>
              <a:rPr spc="-30" dirty="0"/>
              <a:t>P</a:t>
            </a:r>
            <a:r>
              <a:rPr spc="-10" dirty="0"/>
              <a:t>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91668"/>
            <a:ext cx="7900417" cy="11216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8740" y="625505"/>
            <a:ext cx="7475855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35" dirty="0">
                <a:solidFill>
                  <a:srgbClr val="696363"/>
                </a:solidFill>
                <a:latin typeface="Microsoft Sans Serif"/>
                <a:cs typeface="Microsoft Sans Serif"/>
              </a:rPr>
              <a:t>D</a:t>
            </a:r>
            <a:r>
              <a:rPr sz="4000" spc="-15" dirty="0">
                <a:solidFill>
                  <a:srgbClr val="696363"/>
                </a:solidFill>
                <a:latin typeface="Microsoft Sans Serif"/>
                <a:cs typeface="Microsoft Sans Serif"/>
              </a:rPr>
              <a:t>e</a:t>
            </a:r>
            <a:r>
              <a:rPr sz="4000" spc="-5" dirty="0">
                <a:solidFill>
                  <a:srgbClr val="696363"/>
                </a:solidFill>
                <a:latin typeface="Microsoft Sans Serif"/>
                <a:cs typeface="Microsoft Sans Serif"/>
              </a:rPr>
              <a:t>v</a:t>
            </a:r>
            <a:r>
              <a:rPr sz="4000" spc="-25" dirty="0">
                <a:solidFill>
                  <a:srgbClr val="696363"/>
                </a:solidFill>
                <a:latin typeface="Microsoft Sans Serif"/>
                <a:cs typeface="Microsoft Sans Serif"/>
              </a:rPr>
              <a:t>el</a:t>
            </a:r>
            <a:r>
              <a:rPr sz="4000" spc="-10" dirty="0">
                <a:solidFill>
                  <a:srgbClr val="696363"/>
                </a:solidFill>
                <a:latin typeface="Microsoft Sans Serif"/>
                <a:cs typeface="Microsoft Sans Serif"/>
              </a:rPr>
              <a:t>o</a:t>
            </a:r>
            <a:r>
              <a:rPr sz="4000" spc="-35" dirty="0">
                <a:solidFill>
                  <a:srgbClr val="696363"/>
                </a:solidFill>
                <a:latin typeface="Microsoft Sans Serif"/>
                <a:cs typeface="Microsoft Sans Serif"/>
              </a:rPr>
              <a:t>pm</a:t>
            </a:r>
            <a:r>
              <a:rPr sz="4000" spc="-15" dirty="0">
                <a:solidFill>
                  <a:srgbClr val="696363"/>
                </a:solidFill>
                <a:latin typeface="Microsoft Sans Serif"/>
                <a:cs typeface="Microsoft Sans Serif"/>
              </a:rPr>
              <a:t>e</a:t>
            </a:r>
            <a:r>
              <a:rPr sz="4000" spc="-25" dirty="0">
                <a:solidFill>
                  <a:srgbClr val="696363"/>
                </a:solidFill>
                <a:latin typeface="Microsoft Sans Serif"/>
                <a:cs typeface="Microsoft Sans Serif"/>
              </a:rPr>
              <a:t>nt</a:t>
            </a:r>
            <a:r>
              <a:rPr sz="4000" spc="-55" dirty="0">
                <a:solidFill>
                  <a:srgbClr val="696363"/>
                </a:solidFill>
                <a:latin typeface="Microsoft Sans Serif"/>
                <a:cs typeface="Microsoft Sans Serif"/>
              </a:rPr>
              <a:t> </a:t>
            </a:r>
            <a:r>
              <a:rPr sz="4000" spc="-30" dirty="0">
                <a:solidFill>
                  <a:srgbClr val="696363"/>
                </a:solidFill>
                <a:latin typeface="Microsoft Sans Serif"/>
                <a:cs typeface="Microsoft Sans Serif"/>
              </a:rPr>
              <a:t>E</a:t>
            </a:r>
            <a:r>
              <a:rPr sz="4000" spc="-10" dirty="0">
                <a:solidFill>
                  <a:srgbClr val="696363"/>
                </a:solidFill>
                <a:latin typeface="Microsoft Sans Serif"/>
                <a:cs typeface="Microsoft Sans Serif"/>
              </a:rPr>
              <a:t>nvir</a:t>
            </a:r>
            <a:r>
              <a:rPr sz="4000" spc="-30" dirty="0">
                <a:solidFill>
                  <a:srgbClr val="696363"/>
                </a:solidFill>
                <a:latin typeface="Microsoft Sans Serif"/>
                <a:cs typeface="Microsoft Sans Serif"/>
              </a:rPr>
              <a:t>on</a:t>
            </a:r>
            <a:r>
              <a:rPr sz="4000" spc="-25" dirty="0">
                <a:solidFill>
                  <a:srgbClr val="696363"/>
                </a:solidFill>
                <a:latin typeface="Microsoft Sans Serif"/>
                <a:cs typeface="Microsoft Sans Serif"/>
              </a:rPr>
              <a:t>ment</a:t>
            </a:r>
            <a:r>
              <a:rPr sz="4000" spc="-45" dirty="0">
                <a:solidFill>
                  <a:srgbClr val="696363"/>
                </a:solidFill>
                <a:latin typeface="Microsoft Sans Serif"/>
                <a:cs typeface="Microsoft Sans Serif"/>
              </a:rPr>
              <a:t> </a:t>
            </a:r>
            <a:r>
              <a:rPr sz="4000" spc="-30" dirty="0">
                <a:solidFill>
                  <a:srgbClr val="696363"/>
                </a:solidFill>
                <a:latin typeface="Microsoft Sans Serif"/>
                <a:cs typeface="Microsoft Sans Serif"/>
              </a:rPr>
              <a:t>S</a:t>
            </a:r>
            <a:r>
              <a:rPr sz="4000" spc="-10" dirty="0">
                <a:solidFill>
                  <a:srgbClr val="696363"/>
                </a:solidFill>
                <a:latin typeface="Microsoft Sans Serif"/>
                <a:cs typeface="Microsoft Sans Serif"/>
              </a:rPr>
              <a:t>e</a:t>
            </a:r>
            <a:r>
              <a:rPr sz="4000" spc="-5" dirty="0">
                <a:solidFill>
                  <a:srgbClr val="696363"/>
                </a:solidFill>
                <a:latin typeface="Microsoft Sans Serif"/>
                <a:cs typeface="Microsoft Sans Serif"/>
              </a:rPr>
              <a:t>t</a:t>
            </a:r>
            <a:r>
              <a:rPr sz="4000" spc="-30" dirty="0">
                <a:solidFill>
                  <a:srgbClr val="696363"/>
                </a:solidFill>
                <a:latin typeface="Microsoft Sans Serif"/>
                <a:cs typeface="Microsoft Sans Serif"/>
              </a:rPr>
              <a:t>up</a:t>
            </a:r>
            <a:endParaRPr sz="40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5487" y="5106923"/>
            <a:ext cx="11619230" cy="0"/>
          </a:xfrm>
          <a:custGeom>
            <a:avLst/>
            <a:gdLst/>
            <a:ahLst/>
            <a:cxnLst/>
            <a:rect l="l" t="t" r="r" b="b"/>
            <a:pathLst>
              <a:path w="11619230">
                <a:moveTo>
                  <a:pt x="0" y="0"/>
                </a:moveTo>
                <a:lnTo>
                  <a:pt x="11618975" y="0"/>
                </a:lnTo>
              </a:path>
            </a:pathLst>
          </a:custGeom>
          <a:ln w="12191">
            <a:solidFill>
              <a:srgbClr val="7A211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68223" y="2270760"/>
            <a:ext cx="11619230" cy="0"/>
          </a:xfrm>
          <a:custGeom>
            <a:avLst/>
            <a:gdLst/>
            <a:ahLst/>
            <a:cxnLst/>
            <a:rect l="l" t="t" r="r" b="b"/>
            <a:pathLst>
              <a:path w="11619230">
                <a:moveTo>
                  <a:pt x="0" y="0"/>
                </a:moveTo>
                <a:lnTo>
                  <a:pt x="11618975" y="0"/>
                </a:lnTo>
              </a:path>
            </a:pathLst>
          </a:custGeom>
          <a:ln w="12191">
            <a:solidFill>
              <a:srgbClr val="7A211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398268" y="1903371"/>
            <a:ext cx="425958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ht</a:t>
            </a:r>
            <a:r>
              <a:rPr sz="24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4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ps:</a:t>
            </a:r>
            <a:r>
              <a:rPr sz="24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/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/node</a:t>
            </a:r>
            <a:r>
              <a:rPr sz="24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j</a:t>
            </a:r>
            <a:r>
              <a:rPr sz="24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s.or</a:t>
            </a:r>
            <a:r>
              <a:rPr sz="24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g/en/dow</a:t>
            </a:r>
            <a:r>
              <a:rPr sz="24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4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4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oa</a:t>
            </a:r>
            <a:r>
              <a:rPr sz="24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d/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68223" y="1339596"/>
            <a:ext cx="3020695" cy="929640"/>
          </a:xfrm>
          <a:custGeom>
            <a:avLst/>
            <a:gdLst/>
            <a:ahLst/>
            <a:cxnLst/>
            <a:rect l="l" t="t" r="r" b="b"/>
            <a:pathLst>
              <a:path w="3020695" h="929639">
                <a:moveTo>
                  <a:pt x="2865638" y="0"/>
                </a:moveTo>
                <a:lnTo>
                  <a:pt x="154960" y="0"/>
                </a:lnTo>
                <a:lnTo>
                  <a:pt x="151191" y="44"/>
                </a:lnTo>
                <a:lnTo>
                  <a:pt x="108625" y="7042"/>
                </a:lnTo>
                <a:lnTo>
                  <a:pt x="70817" y="24802"/>
                </a:lnTo>
                <a:lnTo>
                  <a:pt x="39444" y="51648"/>
                </a:lnTo>
                <a:lnTo>
                  <a:pt x="16184" y="85907"/>
                </a:lnTo>
                <a:lnTo>
                  <a:pt x="2713" y="125904"/>
                </a:lnTo>
                <a:lnTo>
                  <a:pt x="0" y="154929"/>
                </a:lnTo>
                <a:lnTo>
                  <a:pt x="0" y="929639"/>
                </a:lnTo>
                <a:lnTo>
                  <a:pt x="3020567" y="929639"/>
                </a:lnTo>
                <a:lnTo>
                  <a:pt x="3020523" y="151185"/>
                </a:lnTo>
                <a:lnTo>
                  <a:pt x="3013531" y="108614"/>
                </a:lnTo>
                <a:lnTo>
                  <a:pt x="2995773" y="70806"/>
                </a:lnTo>
                <a:lnTo>
                  <a:pt x="2968927" y="39436"/>
                </a:lnTo>
                <a:lnTo>
                  <a:pt x="2934666" y="16180"/>
                </a:lnTo>
                <a:lnTo>
                  <a:pt x="2894666" y="2712"/>
                </a:lnTo>
                <a:lnTo>
                  <a:pt x="2865638" y="0"/>
                </a:lnTo>
                <a:close/>
              </a:path>
            </a:pathLst>
          </a:custGeom>
          <a:solidFill>
            <a:srgbClr val="9A2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68223" y="1339596"/>
            <a:ext cx="3020695" cy="929640"/>
          </a:xfrm>
          <a:custGeom>
            <a:avLst/>
            <a:gdLst/>
            <a:ahLst/>
            <a:cxnLst/>
            <a:rect l="l" t="t" r="r" b="b"/>
            <a:pathLst>
              <a:path w="3020695" h="929639">
                <a:moveTo>
                  <a:pt x="154960" y="0"/>
                </a:moveTo>
                <a:lnTo>
                  <a:pt x="2865638" y="0"/>
                </a:lnTo>
                <a:lnTo>
                  <a:pt x="2880346" y="688"/>
                </a:lnTo>
                <a:lnTo>
                  <a:pt x="2921887" y="10520"/>
                </a:lnTo>
                <a:lnTo>
                  <a:pt x="2958248" y="30700"/>
                </a:lnTo>
                <a:lnTo>
                  <a:pt x="2987752" y="59551"/>
                </a:lnTo>
                <a:lnTo>
                  <a:pt x="3008725" y="95399"/>
                </a:lnTo>
                <a:lnTo>
                  <a:pt x="3019492" y="136569"/>
                </a:lnTo>
                <a:lnTo>
                  <a:pt x="3020567" y="929639"/>
                </a:lnTo>
                <a:lnTo>
                  <a:pt x="0" y="929639"/>
                </a:lnTo>
                <a:lnTo>
                  <a:pt x="0" y="154929"/>
                </a:lnTo>
                <a:lnTo>
                  <a:pt x="688" y="140222"/>
                </a:lnTo>
                <a:lnTo>
                  <a:pt x="10523" y="98685"/>
                </a:lnTo>
                <a:lnTo>
                  <a:pt x="30707" y="62327"/>
                </a:lnTo>
                <a:lnTo>
                  <a:pt x="59562" y="32824"/>
                </a:lnTo>
                <a:lnTo>
                  <a:pt x="95411" y="11849"/>
                </a:lnTo>
                <a:lnTo>
                  <a:pt x="136577" y="1078"/>
                </a:lnTo>
                <a:lnTo>
                  <a:pt x="154960" y="0"/>
                </a:lnTo>
                <a:close/>
              </a:path>
            </a:pathLst>
          </a:custGeom>
          <a:ln w="12191">
            <a:solidFill>
              <a:srgbClr val="9A2C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58947" y="1632920"/>
            <a:ext cx="1235710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N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od</a:t>
            </a:r>
            <a:r>
              <a:rPr sz="2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e.js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0934" y="2445408"/>
            <a:ext cx="10873740" cy="1616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5080" indent="-228600">
              <a:lnSpc>
                <a:spcPct val="141300"/>
              </a:lnSpc>
              <a:buFont typeface="Microsoft Sans Serif"/>
              <a:buChar char="•"/>
              <a:tabLst>
                <a:tab pos="241935" algn="l"/>
              </a:tabLst>
            </a:pPr>
            <a:r>
              <a:rPr sz="2400" spc="-5" dirty="0">
                <a:latin typeface="Microsoft Sans Serif"/>
                <a:cs typeface="Microsoft Sans Serif"/>
              </a:rPr>
              <a:t>N</a:t>
            </a:r>
            <a:r>
              <a:rPr sz="2400" spc="10" dirty="0">
                <a:latin typeface="Microsoft Sans Serif"/>
                <a:cs typeface="Microsoft Sans Serif"/>
              </a:rPr>
              <a:t>o</a:t>
            </a:r>
            <a:r>
              <a:rPr sz="2400" spc="5" dirty="0">
                <a:latin typeface="Microsoft Sans Serif"/>
                <a:cs typeface="Microsoft Sans Serif"/>
              </a:rPr>
              <a:t>de</a:t>
            </a:r>
            <a:r>
              <a:rPr sz="2400" spc="-10" dirty="0">
                <a:latin typeface="Microsoft Sans Serif"/>
                <a:cs typeface="Microsoft Sans Serif"/>
              </a:rPr>
              <a:t>.js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i</a:t>
            </a:r>
            <a:r>
              <a:rPr sz="2400" spc="-15" dirty="0">
                <a:latin typeface="Microsoft Sans Serif"/>
                <a:cs typeface="Microsoft Sans Serif"/>
              </a:rPr>
              <a:t>s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</a:t>
            </a:r>
            <a:r>
              <a:rPr sz="2400" dirty="0">
                <a:latin typeface="Microsoft Sans Serif"/>
                <a:cs typeface="Microsoft Sans Serif"/>
              </a:rPr>
              <a:t>n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u="heavy" spc="-5" dirty="0">
                <a:solidFill>
                  <a:srgbClr val="CC9800"/>
                </a:solidFill>
                <a:latin typeface="Microsoft Sans Serif"/>
                <a:cs typeface="Microsoft Sans Serif"/>
              </a:rPr>
              <a:t>open</a:t>
            </a:r>
            <a:r>
              <a:rPr sz="2400" u="heavy" dirty="0">
                <a:solidFill>
                  <a:srgbClr val="CC9800"/>
                </a:solidFill>
                <a:latin typeface="Microsoft Sans Serif"/>
                <a:cs typeface="Microsoft Sans Serif"/>
              </a:rPr>
              <a:t>-sourc</a:t>
            </a:r>
            <a:r>
              <a:rPr sz="2400" u="heavy" spc="-5" dirty="0">
                <a:solidFill>
                  <a:srgbClr val="CC9800"/>
                </a:solidFill>
                <a:latin typeface="Microsoft Sans Serif"/>
                <a:cs typeface="Microsoft Sans Serif"/>
              </a:rPr>
              <a:t>e</a:t>
            </a:r>
            <a:r>
              <a:rPr sz="2400" spc="-10" dirty="0">
                <a:latin typeface="Microsoft Sans Serif"/>
                <a:cs typeface="Microsoft Sans Serif"/>
              </a:rPr>
              <a:t>,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u="heavy" dirty="0">
                <a:solidFill>
                  <a:srgbClr val="CC9800"/>
                </a:solidFill>
                <a:latin typeface="Microsoft Sans Serif"/>
                <a:cs typeface="Microsoft Sans Serif"/>
              </a:rPr>
              <a:t>cross-</a:t>
            </a:r>
            <a:r>
              <a:rPr sz="2400" u="heavy" spc="-5" dirty="0">
                <a:solidFill>
                  <a:srgbClr val="CC9800"/>
                </a:solidFill>
                <a:latin typeface="Microsoft Sans Serif"/>
                <a:cs typeface="Microsoft Sans Serif"/>
              </a:rPr>
              <a:t>p</a:t>
            </a:r>
            <a:r>
              <a:rPr sz="2400" u="heavy" spc="-20" dirty="0">
                <a:solidFill>
                  <a:srgbClr val="CC9800"/>
                </a:solidFill>
                <a:latin typeface="Microsoft Sans Serif"/>
                <a:cs typeface="Microsoft Sans Serif"/>
              </a:rPr>
              <a:t>l</a:t>
            </a:r>
            <a:r>
              <a:rPr sz="2400" u="heavy" spc="-15" dirty="0">
                <a:solidFill>
                  <a:srgbClr val="CC9800"/>
                </a:solidFill>
                <a:latin typeface="Microsoft Sans Serif"/>
                <a:cs typeface="Microsoft Sans Serif"/>
              </a:rPr>
              <a:t>at</a:t>
            </a:r>
            <a:r>
              <a:rPr sz="2400" u="heavy" spc="-5" dirty="0">
                <a:solidFill>
                  <a:srgbClr val="CC9800"/>
                </a:solidFill>
                <a:latin typeface="Microsoft Sans Serif"/>
                <a:cs typeface="Microsoft Sans Serif"/>
              </a:rPr>
              <a:t>for</a:t>
            </a:r>
            <a:r>
              <a:rPr sz="2400" u="heavy" dirty="0">
                <a:solidFill>
                  <a:srgbClr val="CC9800"/>
                </a:solidFill>
                <a:latin typeface="Microsoft Sans Serif"/>
                <a:cs typeface="Microsoft Sans Serif"/>
              </a:rPr>
              <a:t>m</a:t>
            </a:r>
            <a:r>
              <a:rPr sz="2400" spc="40" dirty="0">
                <a:solidFill>
                  <a:srgbClr val="CC9800"/>
                </a:solidFill>
                <a:latin typeface="Times New Roman"/>
                <a:cs typeface="Times New Roman"/>
              </a:rPr>
              <a:t> </a:t>
            </a:r>
            <a:r>
              <a:rPr sz="2400" u="heavy" dirty="0">
                <a:solidFill>
                  <a:srgbClr val="CC9800"/>
                </a:solidFill>
                <a:latin typeface="Microsoft Sans Serif"/>
                <a:cs typeface="Microsoft Sans Serif"/>
              </a:rPr>
              <a:t>Java</a:t>
            </a:r>
            <a:r>
              <a:rPr sz="2400" u="heavy" spc="-15" dirty="0">
                <a:solidFill>
                  <a:srgbClr val="CC9800"/>
                </a:solidFill>
                <a:latin typeface="Microsoft Sans Serif"/>
                <a:cs typeface="Microsoft Sans Serif"/>
              </a:rPr>
              <a:t>S</a:t>
            </a:r>
            <a:r>
              <a:rPr sz="2400" u="heavy" dirty="0">
                <a:solidFill>
                  <a:srgbClr val="CC9800"/>
                </a:solidFill>
                <a:latin typeface="Microsoft Sans Serif"/>
                <a:cs typeface="Microsoft Sans Serif"/>
              </a:rPr>
              <a:t>cr</a:t>
            </a:r>
            <a:r>
              <a:rPr sz="2400" u="heavy" spc="-15" dirty="0">
                <a:solidFill>
                  <a:srgbClr val="CC9800"/>
                </a:solidFill>
                <a:latin typeface="Microsoft Sans Serif"/>
                <a:cs typeface="Microsoft Sans Serif"/>
              </a:rPr>
              <a:t>i</a:t>
            </a:r>
            <a:r>
              <a:rPr sz="2400" u="heavy" spc="-20" dirty="0">
                <a:solidFill>
                  <a:srgbClr val="CC9800"/>
                </a:solidFill>
                <a:latin typeface="Microsoft Sans Serif"/>
                <a:cs typeface="Microsoft Sans Serif"/>
              </a:rPr>
              <a:t>p</a:t>
            </a:r>
            <a:r>
              <a:rPr sz="2400" u="heavy" spc="-10" dirty="0">
                <a:solidFill>
                  <a:srgbClr val="CC9800"/>
                </a:solidFill>
                <a:latin typeface="Microsoft Sans Serif"/>
                <a:cs typeface="Microsoft Sans Serif"/>
              </a:rPr>
              <a:t>t</a:t>
            </a:r>
            <a:r>
              <a:rPr sz="2400" spc="65" dirty="0">
                <a:solidFill>
                  <a:srgbClr val="CC9800"/>
                </a:solidFill>
                <a:latin typeface="Times New Roman"/>
                <a:cs typeface="Times New Roman"/>
              </a:rPr>
              <a:t> </a:t>
            </a:r>
            <a:r>
              <a:rPr sz="2400" u="heavy" dirty="0">
                <a:solidFill>
                  <a:srgbClr val="CC9800"/>
                </a:solidFill>
                <a:latin typeface="Microsoft Sans Serif"/>
                <a:cs typeface="Microsoft Sans Serif"/>
              </a:rPr>
              <a:t>run-</a:t>
            </a:r>
            <a:r>
              <a:rPr sz="2400" u="heavy" spc="-10" dirty="0">
                <a:solidFill>
                  <a:srgbClr val="CC9800"/>
                </a:solidFill>
                <a:latin typeface="Microsoft Sans Serif"/>
                <a:cs typeface="Microsoft Sans Serif"/>
              </a:rPr>
              <a:t>t</a:t>
            </a:r>
            <a:r>
              <a:rPr sz="2400" u="heavy" spc="-25" dirty="0">
                <a:solidFill>
                  <a:srgbClr val="CC9800"/>
                </a:solidFill>
                <a:latin typeface="Microsoft Sans Serif"/>
                <a:cs typeface="Microsoft Sans Serif"/>
              </a:rPr>
              <a:t>i</a:t>
            </a:r>
            <a:r>
              <a:rPr sz="2400" u="heavy" spc="-20" dirty="0">
                <a:solidFill>
                  <a:srgbClr val="CC9800"/>
                </a:solidFill>
                <a:latin typeface="Microsoft Sans Serif"/>
                <a:cs typeface="Microsoft Sans Serif"/>
              </a:rPr>
              <a:t>me</a:t>
            </a:r>
            <a:r>
              <a:rPr sz="2400" u="heavy" dirty="0">
                <a:solidFill>
                  <a:srgbClr val="CC9800"/>
                </a:solidFill>
                <a:latin typeface="Microsoft Sans Serif"/>
                <a:cs typeface="Microsoft Sans Serif"/>
              </a:rPr>
              <a:t> </a:t>
            </a:r>
            <a:r>
              <a:rPr sz="2400" u="heavy" spc="-5" dirty="0">
                <a:solidFill>
                  <a:srgbClr val="CC9800"/>
                </a:solidFill>
                <a:latin typeface="Microsoft Sans Serif"/>
                <a:cs typeface="Microsoft Sans Serif"/>
              </a:rPr>
              <a:t>env</a:t>
            </a:r>
            <a:r>
              <a:rPr sz="2400" u="heavy" spc="-25" dirty="0">
                <a:solidFill>
                  <a:srgbClr val="CC9800"/>
                </a:solidFill>
                <a:latin typeface="Microsoft Sans Serif"/>
                <a:cs typeface="Microsoft Sans Serif"/>
              </a:rPr>
              <a:t>i</a:t>
            </a:r>
            <a:r>
              <a:rPr sz="2400" u="heavy" dirty="0">
                <a:solidFill>
                  <a:srgbClr val="CC9800"/>
                </a:solidFill>
                <a:latin typeface="Microsoft Sans Serif"/>
                <a:cs typeface="Microsoft Sans Serif"/>
              </a:rPr>
              <a:t>ronment</a:t>
            </a:r>
            <a:r>
              <a:rPr sz="2400" spc="65" dirty="0">
                <a:solidFill>
                  <a:srgbClr val="CC98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for </a:t>
            </a:r>
            <a:r>
              <a:rPr sz="2400" spc="-5" dirty="0">
                <a:latin typeface="Microsoft Sans Serif"/>
                <a:cs typeface="Microsoft Sans Serif"/>
              </a:rPr>
              <a:t>execut</a:t>
            </a:r>
            <a:r>
              <a:rPr sz="2400" spc="-25" dirty="0">
                <a:latin typeface="Microsoft Sans Serif"/>
                <a:cs typeface="Microsoft Sans Serif"/>
              </a:rPr>
              <a:t>i</a:t>
            </a:r>
            <a:r>
              <a:rPr sz="2400" spc="-20" dirty="0">
                <a:latin typeface="Microsoft Sans Serif"/>
                <a:cs typeface="Microsoft Sans Serif"/>
              </a:rPr>
              <a:t>ng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Java</a:t>
            </a:r>
            <a:r>
              <a:rPr sz="2400" spc="-15" dirty="0">
                <a:latin typeface="Microsoft Sans Serif"/>
                <a:cs typeface="Microsoft Sans Serif"/>
              </a:rPr>
              <a:t>S</a:t>
            </a:r>
            <a:r>
              <a:rPr sz="2400" dirty="0">
                <a:latin typeface="Microsoft Sans Serif"/>
                <a:cs typeface="Microsoft Sans Serif"/>
              </a:rPr>
              <a:t>cr</a:t>
            </a:r>
            <a:r>
              <a:rPr sz="2400" spc="-15" dirty="0">
                <a:latin typeface="Microsoft Sans Serif"/>
                <a:cs typeface="Microsoft Sans Serif"/>
              </a:rPr>
              <a:t>ipt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code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u="heavy" dirty="0">
                <a:solidFill>
                  <a:srgbClr val="CC9800"/>
                </a:solidFill>
                <a:latin typeface="Microsoft Sans Serif"/>
                <a:cs typeface="Microsoft Sans Serif"/>
              </a:rPr>
              <a:t>server</a:t>
            </a:r>
            <a:r>
              <a:rPr sz="2400" u="heavy" spc="5" dirty="0">
                <a:solidFill>
                  <a:srgbClr val="CC9800"/>
                </a:solidFill>
                <a:latin typeface="Microsoft Sans Serif"/>
                <a:cs typeface="Microsoft Sans Serif"/>
              </a:rPr>
              <a:t>-</a:t>
            </a:r>
            <a:r>
              <a:rPr sz="2400" u="heavy" dirty="0">
                <a:solidFill>
                  <a:srgbClr val="CC9800"/>
                </a:solidFill>
                <a:latin typeface="Microsoft Sans Serif"/>
                <a:cs typeface="Microsoft Sans Serif"/>
              </a:rPr>
              <a:t>s</a:t>
            </a:r>
            <a:r>
              <a:rPr sz="2400" u="heavy" spc="-20" dirty="0">
                <a:solidFill>
                  <a:srgbClr val="CC9800"/>
                </a:solidFill>
                <a:latin typeface="Microsoft Sans Serif"/>
                <a:cs typeface="Microsoft Sans Serif"/>
              </a:rPr>
              <a:t>i</a:t>
            </a:r>
            <a:r>
              <a:rPr sz="2400" u="heavy" spc="-5" dirty="0">
                <a:solidFill>
                  <a:srgbClr val="CC9800"/>
                </a:solidFill>
                <a:latin typeface="Microsoft Sans Serif"/>
                <a:cs typeface="Microsoft Sans Serif"/>
              </a:rPr>
              <a:t>d</a:t>
            </a:r>
            <a:r>
              <a:rPr sz="2400" u="heavy" spc="-10" dirty="0">
                <a:solidFill>
                  <a:srgbClr val="CC9800"/>
                </a:solidFill>
                <a:latin typeface="Microsoft Sans Serif"/>
                <a:cs typeface="Microsoft Sans Serif"/>
              </a:rPr>
              <a:t>e</a:t>
            </a:r>
            <a:r>
              <a:rPr sz="2400" spc="-5" dirty="0">
                <a:latin typeface="Microsoft Sans Serif"/>
                <a:cs typeface="Microsoft Sans Serif"/>
              </a:rPr>
              <a:t>. </a:t>
            </a:r>
            <a:endParaRPr sz="2400" dirty="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1605"/>
              </a:spcBef>
              <a:buFont typeface="Microsoft Sans Serif"/>
              <a:buChar char="•"/>
              <a:tabLst>
                <a:tab pos="241935" algn="l"/>
              </a:tabLst>
            </a:pPr>
            <a:r>
              <a:rPr sz="2400" spc="-5" dirty="0">
                <a:latin typeface="Microsoft Sans Serif"/>
                <a:cs typeface="Microsoft Sans Serif"/>
              </a:rPr>
              <a:t>D</a:t>
            </a:r>
            <a:r>
              <a:rPr sz="2400" spc="-10" dirty="0">
                <a:latin typeface="Microsoft Sans Serif"/>
                <a:cs typeface="Microsoft Sans Serif"/>
              </a:rPr>
              <a:t>o</a:t>
            </a:r>
            <a:r>
              <a:rPr sz="2400" spc="-5" dirty="0">
                <a:latin typeface="Microsoft Sans Serif"/>
                <a:cs typeface="Microsoft Sans Serif"/>
              </a:rPr>
              <a:t>w</a:t>
            </a:r>
            <a:r>
              <a:rPr sz="2400" spc="-10" dirty="0">
                <a:latin typeface="Microsoft Sans Serif"/>
                <a:cs typeface="Microsoft Sans Serif"/>
              </a:rPr>
              <a:t>n</a:t>
            </a:r>
            <a:r>
              <a:rPr sz="2400" spc="-20" dirty="0">
                <a:latin typeface="Microsoft Sans Serif"/>
                <a:cs typeface="Microsoft Sans Serif"/>
              </a:rPr>
              <a:t>l</a:t>
            </a:r>
            <a:r>
              <a:rPr sz="2400" spc="-5" dirty="0">
                <a:latin typeface="Microsoft Sans Serif"/>
                <a:cs typeface="Microsoft Sans Serif"/>
              </a:rPr>
              <a:t>o</a:t>
            </a:r>
            <a:r>
              <a:rPr sz="2400" spc="-10" dirty="0">
                <a:latin typeface="Microsoft Sans Serif"/>
                <a:cs typeface="Microsoft Sans Serif"/>
              </a:rPr>
              <a:t>a</a:t>
            </a:r>
            <a:r>
              <a:rPr sz="2400" spc="-5" dirty="0">
                <a:latin typeface="Microsoft Sans Serif"/>
                <a:cs typeface="Microsoft Sans Serif"/>
              </a:rPr>
              <a:t>d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l</a:t>
            </a:r>
            <a:r>
              <a:rPr sz="2400" spc="-5" dirty="0">
                <a:latin typeface="Microsoft Sans Serif"/>
                <a:cs typeface="Microsoft Sans Serif"/>
              </a:rPr>
              <a:t>atest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vers</a:t>
            </a:r>
            <a:r>
              <a:rPr sz="2400" spc="-25" dirty="0">
                <a:latin typeface="Microsoft Sans Serif"/>
                <a:cs typeface="Microsoft Sans Serif"/>
              </a:rPr>
              <a:t>i</a:t>
            </a:r>
            <a:r>
              <a:rPr sz="2400" spc="-5" dirty="0">
                <a:latin typeface="Microsoft Sans Serif"/>
                <a:cs typeface="Microsoft Sans Serif"/>
              </a:rPr>
              <a:t>o</a:t>
            </a:r>
            <a:r>
              <a:rPr sz="2400" spc="-10" dirty="0">
                <a:latin typeface="Microsoft Sans Serif"/>
                <a:cs typeface="Microsoft Sans Serif"/>
              </a:rPr>
              <a:t>n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i</a:t>
            </a:r>
            <a:r>
              <a:rPr sz="2400" dirty="0">
                <a:latin typeface="Microsoft Sans Serif"/>
                <a:cs typeface="Microsoft Sans Serif"/>
              </a:rPr>
              <a:t>.e.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n</a:t>
            </a:r>
            <a:r>
              <a:rPr sz="2400" spc="-10" dirty="0">
                <a:latin typeface="Microsoft Sans Serif"/>
                <a:cs typeface="Microsoft Sans Serif"/>
              </a:rPr>
              <a:t>o</a:t>
            </a:r>
            <a:r>
              <a:rPr sz="2400" spc="-5" dirty="0">
                <a:latin typeface="Microsoft Sans Serif"/>
                <a:cs typeface="Microsoft Sans Serif"/>
              </a:rPr>
              <a:t>d</a:t>
            </a:r>
            <a:r>
              <a:rPr sz="2400" spc="-10" dirty="0">
                <a:latin typeface="Microsoft Sans Serif"/>
                <a:cs typeface="Microsoft Sans Serif"/>
              </a:rPr>
              <a:t>e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v</a:t>
            </a:r>
            <a:r>
              <a:rPr lang="en-IN" sz="2400" dirty="0">
                <a:latin typeface="Microsoft Sans Serif"/>
                <a:cs typeface="Microsoft Sans Serif"/>
              </a:rPr>
              <a:t>22.18.0</a:t>
            </a:r>
            <a:r>
              <a:rPr sz="2400" dirty="0">
                <a:latin typeface="Microsoft Sans Serif"/>
                <a:cs typeface="Microsoft Sans Serif"/>
              </a:rPr>
              <a:t> 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339847" y="4722520"/>
            <a:ext cx="248412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454150" algn="l"/>
              </a:tabLst>
            </a:pP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Sy</a:t>
            </a:r>
            <a:r>
              <a:rPr sz="24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4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tax</a:t>
            </a:r>
            <a:r>
              <a:rPr sz="24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:</a:t>
            </a:r>
            <a:r>
              <a:rPr sz="24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-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	</a:t>
            </a:r>
            <a:r>
              <a:rPr sz="24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node</a:t>
            </a:r>
            <a:r>
              <a:rPr sz="24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-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v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12420" y="4177284"/>
            <a:ext cx="3853179" cy="929640"/>
          </a:xfrm>
          <a:custGeom>
            <a:avLst/>
            <a:gdLst/>
            <a:ahLst/>
            <a:cxnLst/>
            <a:rect l="l" t="t" r="r" b="b"/>
            <a:pathLst>
              <a:path w="3853179" h="929639">
                <a:moveTo>
                  <a:pt x="3697742" y="0"/>
                </a:moveTo>
                <a:lnTo>
                  <a:pt x="154960" y="0"/>
                </a:lnTo>
                <a:lnTo>
                  <a:pt x="151186" y="45"/>
                </a:lnTo>
                <a:lnTo>
                  <a:pt x="108621" y="7043"/>
                </a:lnTo>
                <a:lnTo>
                  <a:pt x="70815" y="24804"/>
                </a:lnTo>
                <a:lnTo>
                  <a:pt x="39443" y="51651"/>
                </a:lnTo>
                <a:lnTo>
                  <a:pt x="16184" y="85911"/>
                </a:lnTo>
                <a:lnTo>
                  <a:pt x="2713" y="125909"/>
                </a:lnTo>
                <a:lnTo>
                  <a:pt x="0" y="154935"/>
                </a:lnTo>
                <a:lnTo>
                  <a:pt x="0" y="929639"/>
                </a:lnTo>
                <a:lnTo>
                  <a:pt x="3852671" y="929639"/>
                </a:lnTo>
                <a:lnTo>
                  <a:pt x="3852627" y="151186"/>
                </a:lnTo>
                <a:lnTo>
                  <a:pt x="3845633" y="108613"/>
                </a:lnTo>
                <a:lnTo>
                  <a:pt x="3827876" y="70805"/>
                </a:lnTo>
                <a:lnTo>
                  <a:pt x="3801029" y="39435"/>
                </a:lnTo>
                <a:lnTo>
                  <a:pt x="3766769" y="16179"/>
                </a:lnTo>
                <a:lnTo>
                  <a:pt x="3726769" y="2712"/>
                </a:lnTo>
                <a:lnTo>
                  <a:pt x="3697742" y="0"/>
                </a:lnTo>
                <a:close/>
              </a:path>
            </a:pathLst>
          </a:custGeom>
          <a:solidFill>
            <a:srgbClr val="9A2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12420" y="4177284"/>
            <a:ext cx="3853179" cy="929640"/>
          </a:xfrm>
          <a:custGeom>
            <a:avLst/>
            <a:gdLst/>
            <a:ahLst/>
            <a:cxnLst/>
            <a:rect l="l" t="t" r="r" b="b"/>
            <a:pathLst>
              <a:path w="3853179" h="929639">
                <a:moveTo>
                  <a:pt x="154960" y="0"/>
                </a:moveTo>
                <a:lnTo>
                  <a:pt x="3697742" y="0"/>
                </a:lnTo>
                <a:lnTo>
                  <a:pt x="3712450" y="688"/>
                </a:lnTo>
                <a:lnTo>
                  <a:pt x="3753990" y="10520"/>
                </a:lnTo>
                <a:lnTo>
                  <a:pt x="3790350" y="30699"/>
                </a:lnTo>
                <a:lnTo>
                  <a:pt x="3819854" y="59550"/>
                </a:lnTo>
                <a:lnTo>
                  <a:pt x="3840827" y="95398"/>
                </a:lnTo>
                <a:lnTo>
                  <a:pt x="3851595" y="136569"/>
                </a:lnTo>
                <a:lnTo>
                  <a:pt x="3852671" y="929639"/>
                </a:lnTo>
                <a:lnTo>
                  <a:pt x="0" y="929639"/>
                </a:lnTo>
                <a:lnTo>
                  <a:pt x="0" y="154935"/>
                </a:lnTo>
                <a:lnTo>
                  <a:pt x="688" y="140227"/>
                </a:lnTo>
                <a:lnTo>
                  <a:pt x="10523" y="98688"/>
                </a:lnTo>
                <a:lnTo>
                  <a:pt x="30706" y="62330"/>
                </a:lnTo>
                <a:lnTo>
                  <a:pt x="59560" y="32826"/>
                </a:lnTo>
                <a:lnTo>
                  <a:pt x="95408" y="11850"/>
                </a:lnTo>
                <a:lnTo>
                  <a:pt x="136573" y="1078"/>
                </a:lnTo>
                <a:lnTo>
                  <a:pt x="154960" y="0"/>
                </a:lnTo>
                <a:close/>
              </a:path>
            </a:pathLst>
          </a:custGeom>
          <a:ln w="12191">
            <a:solidFill>
              <a:srgbClr val="9A2C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74670" y="4471245"/>
            <a:ext cx="3521710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C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he</a:t>
            </a:r>
            <a:r>
              <a:rPr sz="2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c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k</a:t>
            </a:r>
            <a:r>
              <a:rPr sz="2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nod</a:t>
            </a:r>
            <a:r>
              <a:rPr sz="2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e.j</a:t>
            </a:r>
            <a:r>
              <a:rPr sz="2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s</a:t>
            </a:r>
            <a:r>
              <a:rPr sz="2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ve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rs</a:t>
            </a:r>
            <a:r>
              <a:rPr sz="2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ion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1244" y="5283606"/>
            <a:ext cx="5095875" cy="847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5080" indent="-228600">
              <a:lnSpc>
                <a:spcPct val="141300"/>
              </a:lnSpc>
              <a:buFont typeface="Microsoft Sans Serif"/>
              <a:buChar char="•"/>
              <a:tabLst>
                <a:tab pos="241300" algn="l"/>
              </a:tabLst>
            </a:pPr>
            <a:r>
              <a:rPr sz="2400" dirty="0">
                <a:latin typeface="Microsoft Sans Serif"/>
                <a:cs typeface="Microsoft Sans Serif"/>
              </a:rPr>
              <a:t>Th</a:t>
            </a:r>
            <a:r>
              <a:rPr sz="2400" spc="-25" dirty="0">
                <a:latin typeface="Microsoft Sans Serif"/>
                <a:cs typeface="Microsoft Sans Serif"/>
              </a:rPr>
              <a:t>i</a:t>
            </a:r>
            <a:r>
              <a:rPr sz="2400" spc="-15" dirty="0">
                <a:latin typeface="Microsoft Sans Serif"/>
                <a:cs typeface="Microsoft Sans Serif"/>
              </a:rPr>
              <a:t>s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comm</a:t>
            </a:r>
            <a:r>
              <a:rPr sz="2400" spc="-5" dirty="0">
                <a:latin typeface="Microsoft Sans Serif"/>
                <a:cs typeface="Microsoft Sans Serif"/>
              </a:rPr>
              <a:t>an</a:t>
            </a:r>
            <a:r>
              <a:rPr sz="2400" spc="-10" dirty="0">
                <a:latin typeface="Microsoft Sans Serif"/>
                <a:cs typeface="Microsoft Sans Serif"/>
              </a:rPr>
              <a:t>d </a:t>
            </a:r>
            <a:r>
              <a:rPr sz="2400" spc="-35" dirty="0">
                <a:latin typeface="Microsoft Sans Serif"/>
                <a:cs typeface="Microsoft Sans Serif"/>
              </a:rPr>
              <a:t>i</a:t>
            </a:r>
            <a:r>
              <a:rPr sz="2400" spc="-15" dirty="0">
                <a:latin typeface="Microsoft Sans Serif"/>
                <a:cs typeface="Microsoft Sans Serif"/>
              </a:rPr>
              <a:t>s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used </a:t>
            </a:r>
            <a:r>
              <a:rPr sz="2400" spc="-5" dirty="0">
                <a:latin typeface="Microsoft Sans Serif"/>
                <a:cs typeface="Microsoft Sans Serif"/>
              </a:rPr>
              <a:t>for check</a:t>
            </a:r>
            <a:r>
              <a:rPr sz="2400" spc="-25" dirty="0">
                <a:latin typeface="Microsoft Sans Serif"/>
                <a:cs typeface="Microsoft Sans Serif"/>
              </a:rPr>
              <a:t>i</a:t>
            </a:r>
            <a:r>
              <a:rPr sz="2400" spc="-20" dirty="0">
                <a:latin typeface="Microsoft Sans Serif"/>
                <a:cs typeface="Microsoft Sans Serif"/>
              </a:rPr>
              <a:t>ng </a:t>
            </a:r>
            <a:r>
              <a:rPr sz="2400" dirty="0">
                <a:latin typeface="Microsoft Sans Serif"/>
                <a:cs typeface="Microsoft Sans Serif"/>
              </a:rPr>
              <a:t>curr</a:t>
            </a:r>
            <a:r>
              <a:rPr sz="2400" spc="-15" dirty="0">
                <a:latin typeface="Microsoft Sans Serif"/>
                <a:cs typeface="Microsoft Sans Serif"/>
              </a:rPr>
              <a:t>ent </a:t>
            </a:r>
            <a:r>
              <a:rPr sz="2400" spc="-30" dirty="0">
                <a:latin typeface="Microsoft Sans Serif"/>
                <a:cs typeface="Microsoft Sans Serif"/>
              </a:rPr>
              <a:t>i</a:t>
            </a:r>
            <a:r>
              <a:rPr sz="2400" spc="-5" dirty="0">
                <a:latin typeface="Microsoft Sans Serif"/>
                <a:cs typeface="Microsoft Sans Serif"/>
              </a:rPr>
              <a:t>nsta</a:t>
            </a:r>
            <a:r>
              <a:rPr sz="2400" spc="-20" dirty="0">
                <a:latin typeface="Microsoft Sans Serif"/>
                <a:cs typeface="Microsoft Sans Serif"/>
              </a:rPr>
              <a:t>lled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vers</a:t>
            </a:r>
            <a:r>
              <a:rPr sz="2400" spc="-20" dirty="0">
                <a:latin typeface="Microsoft Sans Serif"/>
                <a:cs typeface="Microsoft Sans Serif"/>
              </a:rPr>
              <a:t>ion</a:t>
            </a:r>
            <a:r>
              <a:rPr sz="2400" spc="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 of n</a:t>
            </a:r>
            <a:r>
              <a:rPr sz="2400" spc="-30" dirty="0">
                <a:latin typeface="Microsoft Sans Serif"/>
                <a:cs typeface="Microsoft Sans Serif"/>
              </a:rPr>
              <a:t>o</a:t>
            </a:r>
            <a:r>
              <a:rPr sz="2400" spc="-5" dirty="0">
                <a:latin typeface="Microsoft Sans Serif"/>
                <a:cs typeface="Microsoft Sans Serif"/>
              </a:rPr>
              <a:t>de.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169907" y="3060192"/>
            <a:ext cx="2095500" cy="128473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417FA02-5385-B8AE-2612-9D462EAEE2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5102" y="5390355"/>
            <a:ext cx="5359601" cy="119079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22855" y="1331623"/>
            <a:ext cx="2399030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454150" algn="l"/>
              </a:tabLst>
            </a:pP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y</a:t>
            </a:r>
            <a:r>
              <a:rPr sz="24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ntax </a:t>
            </a:r>
            <a:r>
              <a:rPr sz="24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:</a:t>
            </a:r>
            <a:r>
              <a:rPr sz="24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-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	</a:t>
            </a:r>
            <a:r>
              <a:rPr sz="24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np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2400" spc="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-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v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86511" y="914400"/>
            <a:ext cx="3390900" cy="919480"/>
          </a:xfrm>
          <a:custGeom>
            <a:avLst/>
            <a:gdLst/>
            <a:ahLst/>
            <a:cxnLst/>
            <a:rect l="l" t="t" r="r" b="b"/>
            <a:pathLst>
              <a:path w="3390900" h="919480">
                <a:moveTo>
                  <a:pt x="3237737" y="0"/>
                </a:moveTo>
                <a:lnTo>
                  <a:pt x="152342" y="2"/>
                </a:lnTo>
                <a:lnTo>
                  <a:pt x="109545" y="6305"/>
                </a:lnTo>
                <a:lnTo>
                  <a:pt x="71471" y="23588"/>
                </a:lnTo>
                <a:lnTo>
                  <a:pt x="39836" y="50134"/>
                </a:lnTo>
                <a:lnTo>
                  <a:pt x="16355" y="84228"/>
                </a:lnTo>
                <a:lnTo>
                  <a:pt x="2743" y="124153"/>
                </a:lnTo>
                <a:lnTo>
                  <a:pt x="0" y="153161"/>
                </a:lnTo>
                <a:lnTo>
                  <a:pt x="0" y="918971"/>
                </a:lnTo>
                <a:lnTo>
                  <a:pt x="3390899" y="918971"/>
                </a:lnTo>
                <a:lnTo>
                  <a:pt x="3390897" y="152338"/>
                </a:lnTo>
                <a:lnTo>
                  <a:pt x="3384599" y="109547"/>
                </a:lnTo>
                <a:lnTo>
                  <a:pt x="3367318" y="71475"/>
                </a:lnTo>
                <a:lnTo>
                  <a:pt x="3340771" y="39840"/>
                </a:lnTo>
                <a:lnTo>
                  <a:pt x="3306676" y="16357"/>
                </a:lnTo>
                <a:lnTo>
                  <a:pt x="3266748" y="2744"/>
                </a:lnTo>
                <a:lnTo>
                  <a:pt x="3237737" y="0"/>
                </a:lnTo>
                <a:close/>
              </a:path>
            </a:pathLst>
          </a:custGeom>
          <a:solidFill>
            <a:srgbClr val="9A2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86511" y="914400"/>
            <a:ext cx="3390900" cy="919480"/>
          </a:xfrm>
          <a:custGeom>
            <a:avLst/>
            <a:gdLst/>
            <a:ahLst/>
            <a:cxnLst/>
            <a:rect l="l" t="t" r="r" b="b"/>
            <a:pathLst>
              <a:path w="3390900" h="919480">
                <a:moveTo>
                  <a:pt x="153186" y="0"/>
                </a:moveTo>
                <a:lnTo>
                  <a:pt x="3237737" y="0"/>
                </a:lnTo>
                <a:lnTo>
                  <a:pt x="3252440" y="696"/>
                </a:lnTo>
                <a:lnTo>
                  <a:pt x="3293930" y="10638"/>
                </a:lnTo>
                <a:lnTo>
                  <a:pt x="3330160" y="31021"/>
                </a:lnTo>
                <a:lnTo>
                  <a:pt x="3359414" y="60130"/>
                </a:lnTo>
                <a:lnTo>
                  <a:pt x="3379974" y="96247"/>
                </a:lnTo>
                <a:lnTo>
                  <a:pt x="3390124" y="137656"/>
                </a:lnTo>
                <a:lnTo>
                  <a:pt x="3390899" y="918971"/>
                </a:lnTo>
                <a:lnTo>
                  <a:pt x="0" y="918971"/>
                </a:lnTo>
                <a:lnTo>
                  <a:pt x="0" y="153161"/>
                </a:lnTo>
                <a:lnTo>
                  <a:pt x="696" y="138461"/>
                </a:lnTo>
                <a:lnTo>
                  <a:pt x="10636" y="96973"/>
                </a:lnTo>
                <a:lnTo>
                  <a:pt x="31018" y="60745"/>
                </a:lnTo>
                <a:lnTo>
                  <a:pt x="60126" y="31492"/>
                </a:lnTo>
                <a:lnTo>
                  <a:pt x="96244" y="10930"/>
                </a:lnTo>
                <a:lnTo>
                  <a:pt x="137657" y="777"/>
                </a:lnTo>
                <a:lnTo>
                  <a:pt x="153186" y="0"/>
                </a:lnTo>
                <a:close/>
              </a:path>
            </a:pathLst>
          </a:custGeom>
          <a:ln w="12191">
            <a:solidFill>
              <a:srgbClr val="9A2C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43583" y="1207469"/>
            <a:ext cx="3168015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C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he</a:t>
            </a:r>
            <a:r>
              <a:rPr sz="2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c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k</a:t>
            </a:r>
            <a:r>
              <a:rPr sz="2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np</a:t>
            </a:r>
            <a:r>
              <a:rPr sz="2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m</a:t>
            </a:r>
            <a:r>
              <a:rPr sz="28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ve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rsi</a:t>
            </a:r>
            <a:r>
              <a:rPr sz="2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o</a:t>
            </a:r>
            <a:r>
              <a:rPr sz="2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n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73023" y="1821180"/>
            <a:ext cx="11619230" cy="0"/>
          </a:xfrm>
          <a:custGeom>
            <a:avLst/>
            <a:gdLst/>
            <a:ahLst/>
            <a:cxnLst/>
            <a:rect l="l" t="t" r="r" b="b"/>
            <a:pathLst>
              <a:path w="11619230">
                <a:moveTo>
                  <a:pt x="0" y="0"/>
                </a:moveTo>
                <a:lnTo>
                  <a:pt x="11618975" y="0"/>
                </a:lnTo>
              </a:path>
            </a:pathLst>
          </a:custGeom>
          <a:ln w="12191">
            <a:solidFill>
              <a:srgbClr val="7A211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56031" y="3918204"/>
            <a:ext cx="3020695" cy="919480"/>
          </a:xfrm>
          <a:custGeom>
            <a:avLst/>
            <a:gdLst/>
            <a:ahLst/>
            <a:cxnLst/>
            <a:rect l="l" t="t" r="r" b="b"/>
            <a:pathLst>
              <a:path w="3020695" h="919479">
                <a:moveTo>
                  <a:pt x="2867405" y="0"/>
                </a:moveTo>
                <a:lnTo>
                  <a:pt x="152342" y="2"/>
                </a:lnTo>
                <a:lnTo>
                  <a:pt x="109550" y="6305"/>
                </a:lnTo>
                <a:lnTo>
                  <a:pt x="71477" y="23588"/>
                </a:lnTo>
                <a:lnTo>
                  <a:pt x="39840" y="50134"/>
                </a:lnTo>
                <a:lnTo>
                  <a:pt x="16357" y="84228"/>
                </a:lnTo>
                <a:lnTo>
                  <a:pt x="2744" y="124153"/>
                </a:lnTo>
                <a:lnTo>
                  <a:pt x="0" y="153161"/>
                </a:lnTo>
                <a:lnTo>
                  <a:pt x="0" y="918971"/>
                </a:lnTo>
                <a:lnTo>
                  <a:pt x="3020567" y="918971"/>
                </a:lnTo>
                <a:lnTo>
                  <a:pt x="3020565" y="152338"/>
                </a:lnTo>
                <a:lnTo>
                  <a:pt x="3014267" y="109547"/>
                </a:lnTo>
                <a:lnTo>
                  <a:pt x="2996986" y="71475"/>
                </a:lnTo>
                <a:lnTo>
                  <a:pt x="2970439" y="39840"/>
                </a:lnTo>
                <a:lnTo>
                  <a:pt x="2936344" y="16357"/>
                </a:lnTo>
                <a:lnTo>
                  <a:pt x="2896416" y="2744"/>
                </a:lnTo>
                <a:lnTo>
                  <a:pt x="2867405" y="0"/>
                </a:lnTo>
                <a:close/>
              </a:path>
            </a:pathLst>
          </a:custGeom>
          <a:solidFill>
            <a:srgbClr val="9A2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56031" y="3918204"/>
            <a:ext cx="3020695" cy="919480"/>
          </a:xfrm>
          <a:custGeom>
            <a:avLst/>
            <a:gdLst/>
            <a:ahLst/>
            <a:cxnLst/>
            <a:rect l="l" t="t" r="r" b="b"/>
            <a:pathLst>
              <a:path w="3020695" h="919479">
                <a:moveTo>
                  <a:pt x="153186" y="0"/>
                </a:moveTo>
                <a:lnTo>
                  <a:pt x="2867405" y="0"/>
                </a:lnTo>
                <a:lnTo>
                  <a:pt x="2882108" y="696"/>
                </a:lnTo>
                <a:lnTo>
                  <a:pt x="2923598" y="10638"/>
                </a:lnTo>
                <a:lnTo>
                  <a:pt x="2959828" y="31021"/>
                </a:lnTo>
                <a:lnTo>
                  <a:pt x="2989082" y="60130"/>
                </a:lnTo>
                <a:lnTo>
                  <a:pt x="3009642" y="96247"/>
                </a:lnTo>
                <a:lnTo>
                  <a:pt x="3019792" y="137656"/>
                </a:lnTo>
                <a:lnTo>
                  <a:pt x="3020567" y="918971"/>
                </a:lnTo>
                <a:lnTo>
                  <a:pt x="0" y="918971"/>
                </a:lnTo>
                <a:lnTo>
                  <a:pt x="0" y="153161"/>
                </a:lnTo>
                <a:lnTo>
                  <a:pt x="696" y="138461"/>
                </a:lnTo>
                <a:lnTo>
                  <a:pt x="10638" y="96973"/>
                </a:lnTo>
                <a:lnTo>
                  <a:pt x="31022" y="60745"/>
                </a:lnTo>
                <a:lnTo>
                  <a:pt x="60131" y="31492"/>
                </a:lnTo>
                <a:lnTo>
                  <a:pt x="96250" y="10930"/>
                </a:lnTo>
                <a:lnTo>
                  <a:pt x="137659" y="777"/>
                </a:lnTo>
                <a:lnTo>
                  <a:pt x="153186" y="0"/>
                </a:lnTo>
                <a:close/>
              </a:path>
            </a:pathLst>
          </a:custGeom>
          <a:ln w="12191">
            <a:solidFill>
              <a:srgbClr val="9A2C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42543" y="4824984"/>
            <a:ext cx="11619230" cy="0"/>
          </a:xfrm>
          <a:custGeom>
            <a:avLst/>
            <a:gdLst/>
            <a:ahLst/>
            <a:cxnLst/>
            <a:rect l="l" t="t" r="r" b="b"/>
            <a:pathLst>
              <a:path w="11619230">
                <a:moveTo>
                  <a:pt x="0" y="0"/>
                </a:moveTo>
                <a:lnTo>
                  <a:pt x="11618975" y="0"/>
                </a:lnTo>
              </a:path>
            </a:pathLst>
          </a:custGeom>
          <a:ln w="12191">
            <a:solidFill>
              <a:srgbClr val="7A211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10078" y="2017417"/>
            <a:ext cx="9684385" cy="35782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0190" marR="3710304" indent="-228600" algn="just">
              <a:lnSpc>
                <a:spcPct val="150000"/>
              </a:lnSpc>
              <a:buFont typeface="Microsoft Sans Serif"/>
              <a:buChar char="•"/>
              <a:tabLst>
                <a:tab pos="250825" algn="l"/>
              </a:tabLst>
            </a:pPr>
            <a:r>
              <a:rPr sz="2400" dirty="0">
                <a:latin typeface="Microsoft Sans Serif"/>
                <a:cs typeface="Microsoft Sans Serif"/>
              </a:rPr>
              <a:t>Th</a:t>
            </a:r>
            <a:r>
              <a:rPr sz="2400" spc="-25" dirty="0">
                <a:latin typeface="Microsoft Sans Serif"/>
                <a:cs typeface="Microsoft Sans Serif"/>
              </a:rPr>
              <a:t>i</a:t>
            </a:r>
            <a:r>
              <a:rPr sz="2400" spc="-15" dirty="0">
                <a:latin typeface="Microsoft Sans Serif"/>
                <a:cs typeface="Microsoft Sans Serif"/>
              </a:rPr>
              <a:t>s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comm</a:t>
            </a:r>
            <a:r>
              <a:rPr sz="2400" spc="-5" dirty="0">
                <a:latin typeface="Microsoft Sans Serif"/>
                <a:cs typeface="Microsoft Sans Serif"/>
              </a:rPr>
              <a:t>an</a:t>
            </a:r>
            <a:r>
              <a:rPr sz="2400" spc="-10" dirty="0">
                <a:latin typeface="Microsoft Sans Serif"/>
                <a:cs typeface="Microsoft Sans Serif"/>
              </a:rPr>
              <a:t>d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i</a:t>
            </a:r>
            <a:r>
              <a:rPr sz="2400" spc="-15" dirty="0">
                <a:latin typeface="Microsoft Sans Serif"/>
                <a:cs typeface="Microsoft Sans Serif"/>
              </a:rPr>
              <a:t>s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used </a:t>
            </a:r>
            <a:r>
              <a:rPr sz="2400" spc="-5" dirty="0">
                <a:latin typeface="Microsoft Sans Serif"/>
                <a:cs typeface="Microsoft Sans Serif"/>
              </a:rPr>
              <a:t>for check</a:t>
            </a:r>
            <a:r>
              <a:rPr sz="2400" spc="-25" dirty="0">
                <a:latin typeface="Microsoft Sans Serif"/>
                <a:cs typeface="Microsoft Sans Serif"/>
              </a:rPr>
              <a:t>i</a:t>
            </a:r>
            <a:r>
              <a:rPr sz="2400" spc="-20" dirty="0">
                <a:latin typeface="Microsoft Sans Serif"/>
                <a:cs typeface="Microsoft Sans Serif"/>
              </a:rPr>
              <a:t>ng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       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  </a:t>
            </a:r>
            <a:r>
              <a:rPr sz="2400" dirty="0">
                <a:latin typeface="Microsoft Sans Serif"/>
                <a:cs typeface="Microsoft Sans Serif"/>
              </a:rPr>
              <a:t>curr</a:t>
            </a:r>
            <a:r>
              <a:rPr sz="2400" spc="-15" dirty="0">
                <a:latin typeface="Microsoft Sans Serif"/>
                <a:cs typeface="Microsoft Sans Serif"/>
              </a:rPr>
              <a:t>ent </a:t>
            </a:r>
            <a:r>
              <a:rPr sz="2400" spc="-30" dirty="0">
                <a:latin typeface="Microsoft Sans Serif"/>
                <a:cs typeface="Microsoft Sans Serif"/>
              </a:rPr>
              <a:t>i</a:t>
            </a:r>
            <a:r>
              <a:rPr sz="2400" spc="-5" dirty="0">
                <a:latin typeface="Microsoft Sans Serif"/>
                <a:cs typeface="Microsoft Sans Serif"/>
              </a:rPr>
              <a:t>nsta</a:t>
            </a:r>
            <a:r>
              <a:rPr sz="2400" spc="-10" dirty="0">
                <a:latin typeface="Microsoft Sans Serif"/>
                <a:cs typeface="Microsoft Sans Serif"/>
              </a:rPr>
              <a:t>l</a:t>
            </a:r>
            <a:r>
              <a:rPr sz="2400" spc="-20" dirty="0">
                <a:latin typeface="Microsoft Sans Serif"/>
                <a:cs typeface="Microsoft Sans Serif"/>
              </a:rPr>
              <a:t>l</a:t>
            </a:r>
            <a:r>
              <a:rPr sz="2400" spc="5" dirty="0">
                <a:latin typeface="Microsoft Sans Serif"/>
                <a:cs typeface="Microsoft Sans Serif"/>
              </a:rPr>
              <a:t>e</a:t>
            </a:r>
            <a:r>
              <a:rPr sz="2400" spc="-20" dirty="0">
                <a:latin typeface="Microsoft Sans Serif"/>
                <a:cs typeface="Microsoft Sans Serif"/>
              </a:rPr>
              <a:t>d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vers</a:t>
            </a:r>
            <a:r>
              <a:rPr sz="2400" spc="-20" dirty="0">
                <a:latin typeface="Microsoft Sans Serif"/>
                <a:cs typeface="Microsoft Sans Serif"/>
              </a:rPr>
              <a:t>ion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of N</a:t>
            </a:r>
            <a:r>
              <a:rPr sz="2400" spc="-25" dirty="0">
                <a:latin typeface="Microsoft Sans Serif"/>
                <a:cs typeface="Microsoft Sans Serif"/>
              </a:rPr>
              <a:t>o</a:t>
            </a:r>
            <a:r>
              <a:rPr sz="2400" spc="-20" dirty="0">
                <a:latin typeface="Microsoft Sans Serif"/>
                <a:cs typeface="Microsoft Sans Serif"/>
              </a:rPr>
              <a:t>de</a:t>
            </a:r>
            <a:r>
              <a:rPr sz="2400" spc="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</a:t>
            </a:r>
            <a:r>
              <a:rPr sz="2400" spc="-10" dirty="0">
                <a:latin typeface="Microsoft Sans Serif"/>
                <a:cs typeface="Microsoft Sans Serif"/>
              </a:rPr>
              <a:t>a</a:t>
            </a:r>
            <a:r>
              <a:rPr sz="2400" dirty="0">
                <a:latin typeface="Microsoft Sans Serif"/>
                <a:cs typeface="Microsoft Sans Serif"/>
              </a:rPr>
              <a:t>ckage Manager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5" dirty="0">
                <a:latin typeface="Microsoft Sans Serif"/>
                <a:cs typeface="Microsoft Sans Serif"/>
              </a:rPr>
              <a:t>(</a:t>
            </a:r>
            <a:r>
              <a:rPr sz="2400" spc="-5" dirty="0">
                <a:latin typeface="Microsoft Sans Serif"/>
                <a:cs typeface="Microsoft Sans Serif"/>
              </a:rPr>
              <a:t>np</a:t>
            </a:r>
            <a:r>
              <a:rPr sz="2400" dirty="0">
                <a:latin typeface="Microsoft Sans Serif"/>
                <a:cs typeface="Microsoft Sans Serif"/>
              </a:rPr>
              <a:t>m</a:t>
            </a:r>
            <a:r>
              <a:rPr sz="2400" spc="-10" dirty="0">
                <a:latin typeface="Microsoft Sans Serif"/>
                <a:cs typeface="Microsoft Sans Serif"/>
              </a:rPr>
              <a:t>).</a:t>
            </a:r>
            <a:endParaRPr sz="24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buFont typeface="Microsoft Sans Serif"/>
              <a:buChar char="•"/>
            </a:pP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1"/>
              </a:spcBef>
              <a:buFont typeface="Microsoft Sans Serif"/>
              <a:buChar char="•"/>
            </a:pPr>
            <a:endParaRPr sz="2500" dirty="0">
              <a:latin typeface="Times New Roman"/>
              <a:cs typeface="Times New Roman"/>
            </a:endParaRPr>
          </a:p>
          <a:p>
            <a:pPr marL="593725">
              <a:lnSpc>
                <a:spcPct val="100000"/>
              </a:lnSpc>
            </a:pPr>
            <a:r>
              <a:rPr sz="2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T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e</a:t>
            </a:r>
            <a:r>
              <a:rPr sz="2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x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t</a:t>
            </a:r>
            <a:r>
              <a:rPr sz="28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E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d</a:t>
            </a:r>
            <a:r>
              <a:rPr sz="2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i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t</a:t>
            </a:r>
            <a:r>
              <a:rPr sz="2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or</a:t>
            </a:r>
            <a:endParaRPr sz="28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28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78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2400" dirty="0">
                <a:latin typeface="Microsoft Sans Serif"/>
                <a:cs typeface="Microsoft Sans Serif"/>
              </a:rPr>
              <a:t>V</a:t>
            </a:r>
            <a:r>
              <a:rPr sz="2400" spc="-30" dirty="0">
                <a:latin typeface="Microsoft Sans Serif"/>
                <a:cs typeface="Microsoft Sans Serif"/>
              </a:rPr>
              <a:t>i</a:t>
            </a:r>
            <a:r>
              <a:rPr sz="2400" dirty="0">
                <a:latin typeface="Microsoft Sans Serif"/>
                <a:cs typeface="Microsoft Sans Serif"/>
              </a:rPr>
              <a:t>su</a:t>
            </a:r>
            <a:r>
              <a:rPr sz="2400" spc="-15" dirty="0">
                <a:latin typeface="Microsoft Sans Serif"/>
                <a:cs typeface="Microsoft Sans Serif"/>
              </a:rPr>
              <a:t>a</a:t>
            </a:r>
            <a:r>
              <a:rPr sz="2400" spc="-20" dirty="0">
                <a:latin typeface="Microsoft Sans Serif"/>
                <a:cs typeface="Microsoft Sans Serif"/>
              </a:rPr>
              <a:t>l</a:t>
            </a:r>
            <a:r>
              <a:rPr sz="2400" spc="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Stu</a:t>
            </a:r>
            <a:r>
              <a:rPr sz="2400" spc="-10" dirty="0">
                <a:latin typeface="Microsoft Sans Serif"/>
                <a:cs typeface="Microsoft Sans Serif"/>
              </a:rPr>
              <a:t>d</a:t>
            </a:r>
            <a:r>
              <a:rPr sz="2400" spc="-20" dirty="0">
                <a:latin typeface="Microsoft Sans Serif"/>
                <a:cs typeface="Microsoft Sans Serif"/>
              </a:rPr>
              <a:t>i</a:t>
            </a:r>
            <a:r>
              <a:rPr sz="2400" spc="-5" dirty="0">
                <a:latin typeface="Microsoft Sans Serif"/>
                <a:cs typeface="Microsoft Sans Serif"/>
              </a:rPr>
              <a:t>o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C</a:t>
            </a:r>
            <a:r>
              <a:rPr sz="2400" spc="-10" dirty="0">
                <a:latin typeface="Microsoft Sans Serif"/>
                <a:cs typeface="Microsoft Sans Serif"/>
              </a:rPr>
              <a:t>o</a:t>
            </a:r>
            <a:r>
              <a:rPr sz="2400" spc="-5" dirty="0">
                <a:latin typeface="Microsoft Sans Serif"/>
                <a:cs typeface="Microsoft Sans Serif"/>
              </a:rPr>
              <a:t>d</a:t>
            </a:r>
            <a:r>
              <a:rPr sz="2400" spc="-10" dirty="0">
                <a:latin typeface="Microsoft Sans Serif"/>
                <a:cs typeface="Microsoft Sans Serif"/>
              </a:rPr>
              <a:t>e</a:t>
            </a:r>
            <a:r>
              <a:rPr sz="2400" dirty="0">
                <a:latin typeface="Microsoft Sans Serif"/>
                <a:cs typeface="Microsoft Sans Serif"/>
              </a:rPr>
              <a:t>,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WebStrome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,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</a:t>
            </a:r>
            <a:r>
              <a:rPr sz="2400" spc="-10" dirty="0">
                <a:latin typeface="Microsoft Sans Serif"/>
                <a:cs typeface="Microsoft Sans Serif"/>
              </a:rPr>
              <a:t>u</a:t>
            </a:r>
            <a:r>
              <a:rPr sz="2400" spc="-5" dirty="0">
                <a:latin typeface="Microsoft Sans Serif"/>
                <a:cs typeface="Microsoft Sans Serif"/>
              </a:rPr>
              <a:t>b</a:t>
            </a:r>
            <a:r>
              <a:rPr sz="2400" spc="-25" dirty="0">
                <a:latin typeface="Microsoft Sans Serif"/>
                <a:cs typeface="Microsoft Sans Serif"/>
              </a:rPr>
              <a:t>l</a:t>
            </a:r>
            <a:r>
              <a:rPr sz="2400" spc="-20" dirty="0">
                <a:latin typeface="Microsoft Sans Serif"/>
                <a:cs typeface="Microsoft Sans Serif"/>
              </a:rPr>
              <a:t>i</a:t>
            </a:r>
            <a:r>
              <a:rPr sz="2400" dirty="0">
                <a:latin typeface="Microsoft Sans Serif"/>
                <a:cs typeface="Microsoft Sans Serif"/>
              </a:rPr>
              <a:t>me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or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</a:t>
            </a:r>
            <a:r>
              <a:rPr sz="2400" spc="-10" dirty="0">
                <a:latin typeface="Microsoft Sans Serif"/>
                <a:cs typeface="Microsoft Sans Serif"/>
              </a:rPr>
              <a:t>n</a:t>
            </a:r>
            <a:r>
              <a:rPr sz="2400" dirty="0">
                <a:latin typeface="Microsoft Sans Serif"/>
                <a:cs typeface="Microsoft Sans Serif"/>
              </a:rPr>
              <a:t>y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other text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e</a:t>
            </a:r>
            <a:r>
              <a:rPr sz="2400" spc="-10" dirty="0">
                <a:latin typeface="Microsoft Sans Serif"/>
                <a:cs typeface="Microsoft Sans Serif"/>
              </a:rPr>
              <a:t>d</a:t>
            </a:r>
            <a:r>
              <a:rPr sz="2400" spc="-20" dirty="0">
                <a:latin typeface="Microsoft Sans Serif"/>
                <a:cs typeface="Microsoft Sans Serif"/>
              </a:rPr>
              <a:t>i</a:t>
            </a:r>
            <a:r>
              <a:rPr sz="2400" dirty="0">
                <a:latin typeface="Microsoft Sans Serif"/>
                <a:cs typeface="Microsoft Sans Serif"/>
              </a:rPr>
              <a:t>tor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IDE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4A673E0-F976-887E-B901-93AEA294EE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4109" y="3325449"/>
            <a:ext cx="6154009" cy="96215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11480"/>
            <a:ext cx="3496055" cy="11216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8740" y="644047"/>
            <a:ext cx="3074670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30" dirty="0">
                <a:solidFill>
                  <a:srgbClr val="696363"/>
                </a:solidFill>
                <a:latin typeface="Microsoft Sans Serif"/>
                <a:cs typeface="Microsoft Sans Serif"/>
              </a:rPr>
              <a:t>P</a:t>
            </a:r>
            <a:r>
              <a:rPr sz="4000" spc="0" dirty="0">
                <a:solidFill>
                  <a:srgbClr val="696363"/>
                </a:solidFill>
                <a:latin typeface="Microsoft Sans Serif"/>
                <a:cs typeface="Microsoft Sans Serif"/>
              </a:rPr>
              <a:t>r</a:t>
            </a:r>
            <a:r>
              <a:rPr sz="4000" spc="-30" dirty="0">
                <a:solidFill>
                  <a:srgbClr val="696363"/>
                </a:solidFill>
                <a:latin typeface="Microsoft Sans Serif"/>
                <a:cs typeface="Microsoft Sans Serif"/>
              </a:rPr>
              <a:t>o</a:t>
            </a:r>
            <a:r>
              <a:rPr sz="4000" spc="0" dirty="0">
                <a:solidFill>
                  <a:srgbClr val="696363"/>
                </a:solidFill>
                <a:latin typeface="Microsoft Sans Serif"/>
                <a:cs typeface="Microsoft Sans Serif"/>
              </a:rPr>
              <a:t>j</a:t>
            </a:r>
            <a:r>
              <a:rPr sz="4000" spc="-30" dirty="0">
                <a:solidFill>
                  <a:srgbClr val="696363"/>
                </a:solidFill>
                <a:latin typeface="Microsoft Sans Serif"/>
                <a:cs typeface="Microsoft Sans Serif"/>
              </a:rPr>
              <a:t>e</a:t>
            </a:r>
            <a:r>
              <a:rPr sz="4000" spc="-10" dirty="0">
                <a:solidFill>
                  <a:srgbClr val="696363"/>
                </a:solidFill>
                <a:latin typeface="Microsoft Sans Serif"/>
                <a:cs typeface="Microsoft Sans Serif"/>
              </a:rPr>
              <a:t>c</a:t>
            </a:r>
            <a:r>
              <a:rPr sz="4000" spc="-15" dirty="0">
                <a:solidFill>
                  <a:srgbClr val="696363"/>
                </a:solidFill>
                <a:latin typeface="Microsoft Sans Serif"/>
                <a:cs typeface="Microsoft Sans Serif"/>
              </a:rPr>
              <a:t>t</a:t>
            </a:r>
            <a:r>
              <a:rPr sz="4000" spc="-50" dirty="0">
                <a:solidFill>
                  <a:srgbClr val="696363"/>
                </a:solidFill>
                <a:latin typeface="Microsoft Sans Serif"/>
                <a:cs typeface="Microsoft Sans Serif"/>
              </a:rPr>
              <a:t> </a:t>
            </a:r>
            <a:r>
              <a:rPr sz="4000" spc="-30" dirty="0">
                <a:solidFill>
                  <a:srgbClr val="696363"/>
                </a:solidFill>
                <a:latin typeface="Microsoft Sans Serif"/>
                <a:cs typeface="Microsoft Sans Serif"/>
              </a:rPr>
              <a:t>S</a:t>
            </a:r>
            <a:r>
              <a:rPr sz="4000" spc="-10" dirty="0">
                <a:solidFill>
                  <a:srgbClr val="696363"/>
                </a:solidFill>
                <a:latin typeface="Microsoft Sans Serif"/>
                <a:cs typeface="Microsoft Sans Serif"/>
              </a:rPr>
              <a:t>e</a:t>
            </a:r>
            <a:r>
              <a:rPr sz="4000" spc="-5" dirty="0">
                <a:solidFill>
                  <a:srgbClr val="696363"/>
                </a:solidFill>
                <a:latin typeface="Microsoft Sans Serif"/>
                <a:cs typeface="Microsoft Sans Serif"/>
              </a:rPr>
              <a:t>t</a:t>
            </a:r>
            <a:r>
              <a:rPr sz="4000" spc="-30" dirty="0">
                <a:solidFill>
                  <a:srgbClr val="696363"/>
                </a:solidFill>
                <a:latin typeface="Microsoft Sans Serif"/>
                <a:cs typeface="Microsoft Sans Serif"/>
              </a:rPr>
              <a:t>up</a:t>
            </a:r>
            <a:endParaRPr sz="40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100" y="1368552"/>
            <a:ext cx="3552443" cy="7467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0583" y="1411224"/>
            <a:ext cx="3427475" cy="62331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0583" y="1411224"/>
            <a:ext cx="3427729" cy="623570"/>
          </a:xfrm>
          <a:custGeom>
            <a:avLst/>
            <a:gdLst/>
            <a:ahLst/>
            <a:cxnLst/>
            <a:rect l="l" t="t" r="r" b="b"/>
            <a:pathLst>
              <a:path w="3427729" h="623569">
                <a:moveTo>
                  <a:pt x="103905" y="0"/>
                </a:moveTo>
                <a:lnTo>
                  <a:pt x="3323600" y="0"/>
                </a:lnTo>
                <a:lnTo>
                  <a:pt x="3338217" y="1019"/>
                </a:lnTo>
                <a:lnTo>
                  <a:pt x="3377756" y="15204"/>
                </a:lnTo>
                <a:lnTo>
                  <a:pt x="3407926" y="43184"/>
                </a:lnTo>
                <a:lnTo>
                  <a:pt x="3425004" y="81237"/>
                </a:lnTo>
                <a:lnTo>
                  <a:pt x="3427475" y="623315"/>
                </a:lnTo>
                <a:lnTo>
                  <a:pt x="0" y="623315"/>
                </a:lnTo>
                <a:lnTo>
                  <a:pt x="0" y="103875"/>
                </a:lnTo>
                <a:lnTo>
                  <a:pt x="1019" y="89260"/>
                </a:lnTo>
                <a:lnTo>
                  <a:pt x="15209" y="49726"/>
                </a:lnTo>
                <a:lnTo>
                  <a:pt x="43195" y="19557"/>
                </a:lnTo>
                <a:lnTo>
                  <a:pt x="81247" y="2475"/>
                </a:lnTo>
                <a:lnTo>
                  <a:pt x="103905" y="0"/>
                </a:lnTo>
                <a:close/>
              </a:path>
            </a:pathLst>
          </a:custGeom>
          <a:ln w="6095">
            <a:solidFill>
              <a:srgbClr val="9A2C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0583" y="2034540"/>
            <a:ext cx="11734800" cy="0"/>
          </a:xfrm>
          <a:custGeom>
            <a:avLst/>
            <a:gdLst/>
            <a:ahLst/>
            <a:cxnLst/>
            <a:rect l="l" t="t" r="r" b="b"/>
            <a:pathLst>
              <a:path w="11734800">
                <a:moveTo>
                  <a:pt x="0" y="0"/>
                </a:moveTo>
                <a:lnTo>
                  <a:pt x="11734799" y="0"/>
                </a:lnTo>
              </a:path>
            </a:pathLst>
          </a:custGeom>
          <a:ln w="12191">
            <a:solidFill>
              <a:srgbClr val="7A211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655571" y="1619018"/>
            <a:ext cx="674179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ngu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la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4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4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4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4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co</a:t>
            </a:r>
            <a:r>
              <a:rPr sz="24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24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4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4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4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ne</a:t>
            </a:r>
            <a:r>
              <a:rPr sz="24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4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4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4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f</a:t>
            </a:r>
            <a:r>
              <a:rPr sz="24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ce</a:t>
            </a:r>
            <a:r>
              <a:rPr sz="24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f</a:t>
            </a:r>
            <a:r>
              <a:rPr sz="24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4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4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ngu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lar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27759" y="2391156"/>
            <a:ext cx="8966200" cy="462280"/>
          </a:xfrm>
          <a:prstGeom prst="rect">
            <a:avLst/>
          </a:prstGeom>
          <a:ln w="12191">
            <a:solidFill>
              <a:srgbClr val="9A2C1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33195" indent="-342900">
              <a:lnSpc>
                <a:spcPct val="100000"/>
              </a:lnSpc>
              <a:buFont typeface="Wingdings"/>
              <a:buChar char=""/>
              <a:tabLst>
                <a:tab pos="1433830" algn="l"/>
              </a:tabLst>
            </a:pPr>
            <a:r>
              <a:rPr sz="2400" spc="10" dirty="0">
                <a:latin typeface="Microsoft Sans Serif"/>
                <a:cs typeface="Microsoft Sans Serif"/>
              </a:rPr>
              <a:t>O</a:t>
            </a:r>
            <a:r>
              <a:rPr sz="2400" dirty="0">
                <a:latin typeface="Microsoft Sans Serif"/>
                <a:cs typeface="Microsoft Sans Serif"/>
              </a:rPr>
              <a:t>pen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node</a:t>
            </a:r>
            <a:r>
              <a:rPr sz="2400" spc="-10" dirty="0">
                <a:latin typeface="Microsoft Sans Serif"/>
                <a:cs typeface="Microsoft Sans Serif"/>
              </a:rPr>
              <a:t> j</a:t>
            </a:r>
            <a:r>
              <a:rPr sz="2400" dirty="0">
                <a:latin typeface="Microsoft Sans Serif"/>
                <a:cs typeface="Microsoft Sans Serif"/>
              </a:rPr>
              <a:t>s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Microsoft Sans Serif"/>
                <a:cs typeface="Microsoft Sans Serif"/>
              </a:rPr>
              <a:t>c</a:t>
            </a:r>
            <a:r>
              <a:rPr sz="2400" dirty="0">
                <a:latin typeface="Microsoft Sans Serif"/>
                <a:cs typeface="Microsoft Sans Serif"/>
              </a:rPr>
              <a:t>omm</a:t>
            </a:r>
            <a:r>
              <a:rPr sz="2400" spc="10" dirty="0">
                <a:latin typeface="Microsoft Sans Serif"/>
                <a:cs typeface="Microsoft Sans Serif"/>
              </a:rPr>
              <a:t>a</a:t>
            </a:r>
            <a:r>
              <a:rPr sz="2400" spc="-5" dirty="0">
                <a:latin typeface="Microsoft Sans Serif"/>
                <a:cs typeface="Microsoft Sans Serif"/>
              </a:rPr>
              <a:t>nd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</a:t>
            </a:r>
            <a:r>
              <a:rPr sz="2400" spc="10" dirty="0">
                <a:latin typeface="Microsoft Sans Serif"/>
                <a:cs typeface="Microsoft Sans Serif"/>
              </a:rPr>
              <a:t>r</a:t>
            </a:r>
            <a:r>
              <a:rPr sz="2400" dirty="0">
                <a:latin typeface="Microsoft Sans Serif"/>
                <a:cs typeface="Microsoft Sans Serif"/>
              </a:rPr>
              <a:t>ompt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</a:t>
            </a:r>
            <a:r>
              <a:rPr sz="2400" dirty="0">
                <a:latin typeface="Microsoft Sans Serif"/>
                <a:cs typeface="Microsoft Sans Serif"/>
              </a:rPr>
              <a:t>n a</a:t>
            </a:r>
            <a:r>
              <a:rPr sz="2400" spc="10" dirty="0">
                <a:latin typeface="Microsoft Sans Serif"/>
                <a:cs typeface="Microsoft Sans Serif"/>
              </a:rPr>
              <a:t>dm</a:t>
            </a:r>
            <a:r>
              <a:rPr sz="2400" spc="-10" dirty="0">
                <a:latin typeface="Microsoft Sans Serif"/>
                <a:cs typeface="Microsoft Sans Serif"/>
              </a:rPr>
              <a:t>i</a:t>
            </a:r>
            <a:r>
              <a:rPr sz="2400" dirty="0">
                <a:latin typeface="Microsoft Sans Serif"/>
                <a:cs typeface="Microsoft Sans Serif"/>
              </a:rPr>
              <a:t>n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spc="10" dirty="0">
                <a:latin typeface="Microsoft Sans Serif"/>
                <a:cs typeface="Microsoft Sans Serif"/>
              </a:rPr>
              <a:t>m</a:t>
            </a:r>
            <a:r>
              <a:rPr sz="2400" dirty="0">
                <a:latin typeface="Microsoft Sans Serif"/>
                <a:cs typeface="Microsoft Sans Serif"/>
              </a:rPr>
              <a:t>ode.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94281" y="3307841"/>
            <a:ext cx="8277225" cy="462280"/>
          </a:xfrm>
          <a:prstGeom prst="rect">
            <a:avLst/>
          </a:prstGeom>
          <a:solidFill>
            <a:srgbClr val="9A2C1F"/>
          </a:solidFill>
        </p:spPr>
        <p:txBody>
          <a:bodyPr vert="horz" wrap="square" lIns="0" tIns="0" rIns="0" bIns="0" rtlCol="0">
            <a:spAutoFit/>
          </a:bodyPr>
          <a:lstStyle/>
          <a:p>
            <a:pPr marL="1376680">
              <a:lnSpc>
                <a:spcPct val="100000"/>
              </a:lnSpc>
            </a:pP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S</a:t>
            </a: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yn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tax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: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-</a:t>
            </a:r>
            <a:r>
              <a:rPr sz="24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np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m</a:t>
            </a:r>
            <a:r>
              <a:rPr sz="24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in</a:t>
            </a:r>
            <a:r>
              <a:rPr sz="24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s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t</a:t>
            </a: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l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l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b="1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–</a:t>
            </a: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g</a:t>
            </a:r>
            <a:r>
              <a:rPr sz="2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0" dirty="0">
                <a:solidFill>
                  <a:srgbClr val="FFFFFF"/>
                </a:solidFill>
                <a:latin typeface="Microsoft Sans Serif"/>
                <a:cs typeface="Microsoft Sans Serif"/>
              </a:rPr>
              <a:t>&lt;</a:t>
            </a: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pac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kag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e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n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am</a:t>
            </a:r>
            <a:r>
              <a:rPr sz="24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e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&gt;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790700" y="4546091"/>
            <a:ext cx="5651500" cy="462280"/>
          </a:xfrm>
          <a:custGeom>
            <a:avLst/>
            <a:gdLst/>
            <a:ahLst/>
            <a:cxnLst/>
            <a:rect l="l" t="t" r="r" b="b"/>
            <a:pathLst>
              <a:path w="5651500" h="462279">
                <a:moveTo>
                  <a:pt x="0" y="461771"/>
                </a:moveTo>
                <a:lnTo>
                  <a:pt x="5650991" y="461771"/>
                </a:lnTo>
                <a:lnTo>
                  <a:pt x="5650991" y="0"/>
                </a:lnTo>
                <a:lnTo>
                  <a:pt x="0" y="0"/>
                </a:lnTo>
                <a:lnTo>
                  <a:pt x="0" y="4617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790700" y="4546091"/>
            <a:ext cx="5651500" cy="462280"/>
          </a:xfrm>
          <a:custGeom>
            <a:avLst/>
            <a:gdLst/>
            <a:ahLst/>
            <a:cxnLst/>
            <a:rect l="l" t="t" r="r" b="b"/>
            <a:pathLst>
              <a:path w="5651500" h="462279">
                <a:moveTo>
                  <a:pt x="0" y="461771"/>
                </a:moveTo>
                <a:lnTo>
                  <a:pt x="5650991" y="461771"/>
                </a:lnTo>
                <a:lnTo>
                  <a:pt x="5650991" y="0"/>
                </a:lnTo>
                <a:lnTo>
                  <a:pt x="0" y="0"/>
                </a:lnTo>
                <a:lnTo>
                  <a:pt x="0" y="46177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870076" y="4629301"/>
            <a:ext cx="544449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F:/Angu</a:t>
            </a:r>
            <a:r>
              <a:rPr sz="2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l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ar4&gt;</a:t>
            </a:r>
            <a:r>
              <a:rPr sz="24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np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m</a:t>
            </a:r>
            <a:r>
              <a:rPr sz="24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i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nsta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l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l</a:t>
            </a:r>
            <a:r>
              <a:rPr sz="2400" spc="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–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g @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ng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u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l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ar/cli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442453" y="4740402"/>
            <a:ext cx="711200" cy="76200"/>
          </a:xfrm>
          <a:custGeom>
            <a:avLst/>
            <a:gdLst/>
            <a:ahLst/>
            <a:cxnLst/>
            <a:rect l="l" t="t" r="r" b="b"/>
            <a:pathLst>
              <a:path w="711200" h="76200">
                <a:moveTo>
                  <a:pt x="634624" y="0"/>
                </a:moveTo>
                <a:lnTo>
                  <a:pt x="634624" y="76199"/>
                </a:lnTo>
                <a:lnTo>
                  <a:pt x="691012" y="48005"/>
                </a:lnTo>
                <a:lnTo>
                  <a:pt x="647334" y="48005"/>
                </a:lnTo>
                <a:lnTo>
                  <a:pt x="647334" y="28193"/>
                </a:lnTo>
                <a:lnTo>
                  <a:pt x="691012" y="28193"/>
                </a:lnTo>
                <a:lnTo>
                  <a:pt x="634624" y="0"/>
                </a:lnTo>
                <a:close/>
              </a:path>
              <a:path w="711200" h="76200">
                <a:moveTo>
                  <a:pt x="345429" y="28193"/>
                </a:moveTo>
                <a:lnTo>
                  <a:pt x="0" y="28193"/>
                </a:lnTo>
                <a:lnTo>
                  <a:pt x="0" y="48005"/>
                </a:lnTo>
                <a:lnTo>
                  <a:pt x="355335" y="48005"/>
                </a:lnTo>
                <a:lnTo>
                  <a:pt x="365241" y="38099"/>
                </a:lnTo>
                <a:lnTo>
                  <a:pt x="345429" y="38099"/>
                </a:lnTo>
                <a:lnTo>
                  <a:pt x="345429" y="28193"/>
                </a:lnTo>
                <a:close/>
              </a:path>
              <a:path w="711200" h="76200">
                <a:moveTo>
                  <a:pt x="365241" y="38099"/>
                </a:moveTo>
                <a:lnTo>
                  <a:pt x="355335" y="48005"/>
                </a:lnTo>
                <a:lnTo>
                  <a:pt x="365241" y="48005"/>
                </a:lnTo>
                <a:lnTo>
                  <a:pt x="365241" y="38099"/>
                </a:lnTo>
                <a:close/>
              </a:path>
              <a:path w="711200" h="76200">
                <a:moveTo>
                  <a:pt x="634624" y="28193"/>
                </a:moveTo>
                <a:lnTo>
                  <a:pt x="355335" y="28193"/>
                </a:lnTo>
                <a:lnTo>
                  <a:pt x="345429" y="38099"/>
                </a:lnTo>
                <a:lnTo>
                  <a:pt x="365241" y="38099"/>
                </a:lnTo>
                <a:lnTo>
                  <a:pt x="365241" y="48005"/>
                </a:lnTo>
                <a:lnTo>
                  <a:pt x="634624" y="48005"/>
                </a:lnTo>
                <a:lnTo>
                  <a:pt x="634624" y="28193"/>
                </a:lnTo>
                <a:close/>
              </a:path>
              <a:path w="711200" h="76200">
                <a:moveTo>
                  <a:pt x="691012" y="28193"/>
                </a:moveTo>
                <a:lnTo>
                  <a:pt x="647334" y="28193"/>
                </a:lnTo>
                <a:lnTo>
                  <a:pt x="647334" y="48005"/>
                </a:lnTo>
                <a:lnTo>
                  <a:pt x="691012" y="48005"/>
                </a:lnTo>
                <a:lnTo>
                  <a:pt x="710824" y="38099"/>
                </a:lnTo>
                <a:lnTo>
                  <a:pt x="691012" y="28193"/>
                </a:lnTo>
                <a:close/>
              </a:path>
              <a:path w="711200" h="76200">
                <a:moveTo>
                  <a:pt x="355335" y="28193"/>
                </a:moveTo>
                <a:lnTo>
                  <a:pt x="345429" y="28193"/>
                </a:lnTo>
                <a:lnTo>
                  <a:pt x="345429" y="38099"/>
                </a:lnTo>
                <a:lnTo>
                  <a:pt x="355335" y="28193"/>
                </a:lnTo>
                <a:close/>
              </a:path>
            </a:pathLst>
          </a:custGeom>
          <a:solidFill>
            <a:srgbClr val="9A2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232400" y="4664188"/>
            <a:ext cx="263969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5" dirty="0">
                <a:latin typeface="Microsoft Sans Serif"/>
                <a:cs typeface="Microsoft Sans Serif"/>
              </a:rPr>
              <a:t>Node</a:t>
            </a:r>
            <a:r>
              <a:rPr sz="1800" spc="-10" dirty="0">
                <a:latin typeface="Microsoft Sans Serif"/>
                <a:cs typeface="Microsoft Sans Serif"/>
              </a:rPr>
              <a:t>.js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spc="10" dirty="0">
                <a:latin typeface="Microsoft Sans Serif"/>
                <a:cs typeface="Microsoft Sans Serif"/>
              </a:rPr>
              <a:t>c</a:t>
            </a:r>
            <a:r>
              <a:rPr sz="1800" spc="5" dirty="0">
                <a:latin typeface="Microsoft Sans Serif"/>
                <a:cs typeface="Microsoft Sans Serif"/>
              </a:rPr>
              <a:t>o</a:t>
            </a:r>
            <a:r>
              <a:rPr sz="1800" spc="10" dirty="0">
                <a:latin typeface="Microsoft Sans Serif"/>
                <a:cs typeface="Microsoft Sans Serif"/>
              </a:rPr>
              <a:t>m</a:t>
            </a:r>
            <a:r>
              <a:rPr sz="1800" dirty="0">
                <a:latin typeface="Microsoft Sans Serif"/>
                <a:cs typeface="Microsoft Sans Serif"/>
              </a:rPr>
              <a:t>m</a:t>
            </a:r>
            <a:r>
              <a:rPr sz="1800" spc="5" dirty="0">
                <a:latin typeface="Microsoft Sans Serif"/>
                <a:cs typeface="Microsoft Sans Serif"/>
              </a:rPr>
              <a:t>a</a:t>
            </a:r>
            <a:r>
              <a:rPr sz="1800" spc="-5" dirty="0">
                <a:latin typeface="Microsoft Sans Serif"/>
                <a:cs typeface="Microsoft Sans Serif"/>
              </a:rPr>
              <a:t>n</a:t>
            </a:r>
            <a:r>
              <a:rPr sz="1800" spc="-10" dirty="0">
                <a:latin typeface="Microsoft Sans Serif"/>
                <a:cs typeface="Microsoft Sans Serif"/>
              </a:rPr>
              <a:t>d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spc="5" dirty="0">
                <a:latin typeface="Microsoft Sans Serif"/>
                <a:cs typeface="Microsoft Sans Serif"/>
              </a:rPr>
              <a:t>p</a:t>
            </a:r>
            <a:r>
              <a:rPr sz="1800" spc="10" dirty="0">
                <a:latin typeface="Microsoft Sans Serif"/>
                <a:cs typeface="Microsoft Sans Serif"/>
              </a:rPr>
              <a:t>r</a:t>
            </a:r>
            <a:r>
              <a:rPr sz="1800" spc="5" dirty="0">
                <a:latin typeface="Microsoft Sans Serif"/>
                <a:cs typeface="Microsoft Sans Serif"/>
              </a:rPr>
              <a:t>o</a:t>
            </a:r>
            <a:r>
              <a:rPr sz="1800" spc="10" dirty="0">
                <a:latin typeface="Microsoft Sans Serif"/>
                <a:cs typeface="Microsoft Sans Serif"/>
              </a:rPr>
              <a:t>m</a:t>
            </a:r>
            <a:r>
              <a:rPr sz="1800" spc="-15" dirty="0">
                <a:latin typeface="Microsoft Sans Serif"/>
                <a:cs typeface="Microsoft Sans Serif"/>
              </a:rPr>
              <a:t>pt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828099" y="4962905"/>
            <a:ext cx="1567180" cy="403860"/>
          </a:xfrm>
          <a:custGeom>
            <a:avLst/>
            <a:gdLst/>
            <a:ahLst/>
            <a:cxnLst/>
            <a:rect l="l" t="t" r="r" b="b"/>
            <a:pathLst>
              <a:path w="1567179" h="403860">
                <a:moveTo>
                  <a:pt x="1566610" y="0"/>
                </a:moveTo>
                <a:lnTo>
                  <a:pt x="1565957" y="40452"/>
                </a:lnTo>
                <a:lnTo>
                  <a:pt x="1562721" y="95933"/>
                </a:lnTo>
                <a:lnTo>
                  <a:pt x="1557148" y="142936"/>
                </a:lnTo>
                <a:lnTo>
                  <a:pt x="1546804" y="188061"/>
                </a:lnTo>
                <a:lnTo>
                  <a:pt x="817945" y="208025"/>
                </a:lnTo>
                <a:lnTo>
                  <a:pt x="814523" y="209023"/>
                </a:lnTo>
                <a:lnTo>
                  <a:pt x="796540" y="252315"/>
                </a:lnTo>
                <a:lnTo>
                  <a:pt x="789885" y="293743"/>
                </a:lnTo>
                <a:lnTo>
                  <a:pt x="785345" y="344999"/>
                </a:lnTo>
                <a:lnTo>
                  <a:pt x="783698" y="383384"/>
                </a:lnTo>
                <a:lnTo>
                  <a:pt x="783335" y="403561"/>
                </a:lnTo>
                <a:lnTo>
                  <a:pt x="783138" y="384045"/>
                </a:lnTo>
                <a:lnTo>
                  <a:pt x="780456" y="328186"/>
                </a:lnTo>
                <a:lnTo>
                  <a:pt x="775031" y="279121"/>
                </a:lnTo>
                <a:lnTo>
                  <a:pt x="767359" y="240400"/>
                </a:lnTo>
                <a:lnTo>
                  <a:pt x="34609" y="208025"/>
                </a:lnTo>
                <a:lnTo>
                  <a:pt x="31187" y="207028"/>
                </a:lnTo>
                <a:lnTo>
                  <a:pt x="13204" y="163736"/>
                </a:lnTo>
                <a:lnTo>
                  <a:pt x="6549" y="122308"/>
                </a:lnTo>
                <a:lnTo>
                  <a:pt x="2009" y="71052"/>
                </a:lnTo>
                <a:lnTo>
                  <a:pt x="362" y="32667"/>
                </a:lnTo>
                <a:lnTo>
                  <a:pt x="0" y="12490"/>
                </a:lnTo>
              </a:path>
            </a:pathLst>
          </a:custGeom>
          <a:ln w="19811">
            <a:solidFill>
              <a:srgbClr val="9A2C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438784" y="5462158"/>
            <a:ext cx="257746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5" dirty="0">
                <a:latin typeface="Microsoft Sans Serif"/>
                <a:cs typeface="Microsoft Sans Serif"/>
              </a:rPr>
              <a:t>Cu</a:t>
            </a:r>
            <a:r>
              <a:rPr sz="1800" spc="10" dirty="0">
                <a:latin typeface="Microsoft Sans Serif"/>
                <a:cs typeface="Microsoft Sans Serif"/>
              </a:rPr>
              <a:t>rr</a:t>
            </a:r>
            <a:r>
              <a:rPr sz="1800" spc="-5" dirty="0">
                <a:latin typeface="Microsoft Sans Serif"/>
                <a:cs typeface="Microsoft Sans Serif"/>
              </a:rPr>
              <a:t>e</a:t>
            </a:r>
            <a:r>
              <a:rPr sz="1800" spc="-10" dirty="0">
                <a:latin typeface="Microsoft Sans Serif"/>
                <a:cs typeface="Microsoft Sans Serif"/>
              </a:rPr>
              <a:t>n</a:t>
            </a:r>
            <a:r>
              <a:rPr sz="1800" spc="-5" dirty="0">
                <a:latin typeface="Microsoft Sans Serif"/>
                <a:cs typeface="Microsoft Sans Serif"/>
              </a:rPr>
              <a:t>t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spc="5" dirty="0">
                <a:latin typeface="Microsoft Sans Serif"/>
                <a:cs typeface="Microsoft Sans Serif"/>
              </a:rPr>
              <a:t>wo</a:t>
            </a:r>
            <a:r>
              <a:rPr sz="1800" spc="10" dirty="0">
                <a:latin typeface="Microsoft Sans Serif"/>
                <a:cs typeface="Microsoft Sans Serif"/>
              </a:rPr>
              <a:t>r</a:t>
            </a:r>
            <a:r>
              <a:rPr sz="1800" dirty="0">
                <a:latin typeface="Microsoft Sans Serif"/>
                <a:cs typeface="Microsoft Sans Serif"/>
              </a:rPr>
              <a:t>k</a:t>
            </a:r>
            <a:r>
              <a:rPr sz="1800" spc="5" dirty="0">
                <a:latin typeface="Microsoft Sans Serif"/>
                <a:cs typeface="Microsoft Sans Serif"/>
              </a:rPr>
              <a:t>i</a:t>
            </a:r>
            <a:r>
              <a:rPr sz="1800" spc="-5" dirty="0">
                <a:latin typeface="Microsoft Sans Serif"/>
                <a:cs typeface="Microsoft Sans Serif"/>
              </a:rPr>
              <a:t>n</a:t>
            </a:r>
            <a:r>
              <a:rPr sz="1800" spc="-10" dirty="0">
                <a:latin typeface="Microsoft Sans Serif"/>
                <a:cs typeface="Microsoft Sans Serif"/>
              </a:rPr>
              <a:t>g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spc="5" dirty="0">
                <a:latin typeface="Microsoft Sans Serif"/>
                <a:cs typeface="Microsoft Sans Serif"/>
              </a:rPr>
              <a:t>di</a:t>
            </a:r>
            <a:r>
              <a:rPr sz="1800" spc="10" dirty="0">
                <a:latin typeface="Microsoft Sans Serif"/>
                <a:cs typeface="Microsoft Sans Serif"/>
              </a:rPr>
              <a:t>r</a:t>
            </a:r>
            <a:r>
              <a:rPr sz="1800" spc="5" dirty="0">
                <a:latin typeface="Microsoft Sans Serif"/>
                <a:cs typeface="Microsoft Sans Serif"/>
              </a:rPr>
              <a:t>e</a:t>
            </a:r>
            <a:r>
              <a:rPr sz="1800" spc="-10" dirty="0">
                <a:latin typeface="Microsoft Sans Serif"/>
                <a:cs typeface="Microsoft Sans Serif"/>
              </a:rPr>
              <a:t>ctory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165597" y="4962905"/>
            <a:ext cx="76200" cy="911225"/>
          </a:xfrm>
          <a:custGeom>
            <a:avLst/>
            <a:gdLst/>
            <a:ahLst/>
            <a:cxnLst/>
            <a:rect l="l" t="t" r="r" b="b"/>
            <a:pathLst>
              <a:path w="76200" h="911225">
                <a:moveTo>
                  <a:pt x="28193" y="834819"/>
                </a:moveTo>
                <a:lnTo>
                  <a:pt x="0" y="834819"/>
                </a:lnTo>
                <a:lnTo>
                  <a:pt x="38099" y="911019"/>
                </a:lnTo>
                <a:lnTo>
                  <a:pt x="69847" y="847523"/>
                </a:lnTo>
                <a:lnTo>
                  <a:pt x="28193" y="847523"/>
                </a:lnTo>
                <a:lnTo>
                  <a:pt x="28193" y="834819"/>
                </a:lnTo>
                <a:close/>
              </a:path>
              <a:path w="76200" h="911225">
                <a:moveTo>
                  <a:pt x="48005" y="0"/>
                </a:moveTo>
                <a:lnTo>
                  <a:pt x="28193" y="0"/>
                </a:lnTo>
                <a:lnTo>
                  <a:pt x="28193" y="847523"/>
                </a:lnTo>
                <a:lnTo>
                  <a:pt x="48005" y="847523"/>
                </a:lnTo>
                <a:lnTo>
                  <a:pt x="48005" y="0"/>
                </a:lnTo>
                <a:close/>
              </a:path>
              <a:path w="76200" h="911225">
                <a:moveTo>
                  <a:pt x="76199" y="834819"/>
                </a:moveTo>
                <a:lnTo>
                  <a:pt x="48005" y="834819"/>
                </a:lnTo>
                <a:lnTo>
                  <a:pt x="48005" y="847523"/>
                </a:lnTo>
                <a:lnTo>
                  <a:pt x="69847" y="847523"/>
                </a:lnTo>
                <a:lnTo>
                  <a:pt x="76199" y="834819"/>
                </a:lnTo>
                <a:close/>
              </a:path>
            </a:pathLst>
          </a:custGeom>
          <a:solidFill>
            <a:srgbClr val="9A2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881121" y="5857171"/>
            <a:ext cx="85979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Microsoft Sans Serif"/>
                <a:cs typeface="Microsoft Sans Serif"/>
              </a:rPr>
              <a:t>G</a:t>
            </a:r>
            <a:r>
              <a:rPr sz="1800" spc="5" dirty="0">
                <a:latin typeface="Microsoft Sans Serif"/>
                <a:cs typeface="Microsoft Sans Serif"/>
              </a:rPr>
              <a:t>lob</a:t>
            </a:r>
            <a:r>
              <a:rPr sz="1800" spc="-5" dirty="0">
                <a:latin typeface="Microsoft Sans Serif"/>
                <a:cs typeface="Microsoft Sans Serif"/>
              </a:rPr>
              <a:t>a</a:t>
            </a:r>
            <a:r>
              <a:rPr sz="1800" spc="-10" dirty="0">
                <a:latin typeface="Microsoft Sans Serif"/>
                <a:cs typeface="Microsoft Sans Serif"/>
              </a:rPr>
              <a:t>l</a:t>
            </a:r>
            <a:r>
              <a:rPr sz="1800" spc="5" dirty="0">
                <a:latin typeface="Microsoft Sans Serif"/>
                <a:cs typeface="Microsoft Sans Serif"/>
              </a:rPr>
              <a:t>l</a:t>
            </a:r>
            <a:r>
              <a:rPr sz="1800" dirty="0">
                <a:latin typeface="Microsoft Sans Serif"/>
                <a:cs typeface="Microsoft Sans Serif"/>
              </a:rPr>
              <a:t>y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172200" y="4962905"/>
            <a:ext cx="486409" cy="798195"/>
          </a:xfrm>
          <a:custGeom>
            <a:avLst/>
            <a:gdLst/>
            <a:ahLst/>
            <a:cxnLst/>
            <a:rect l="l" t="t" r="r" b="b"/>
            <a:pathLst>
              <a:path w="486409" h="798195">
                <a:moveTo>
                  <a:pt x="437906" y="721434"/>
                </a:moveTo>
                <a:lnTo>
                  <a:pt x="409712" y="721434"/>
                </a:lnTo>
                <a:lnTo>
                  <a:pt x="447812" y="797634"/>
                </a:lnTo>
                <a:lnTo>
                  <a:pt x="479560" y="734138"/>
                </a:lnTo>
                <a:lnTo>
                  <a:pt x="437906" y="734138"/>
                </a:lnTo>
                <a:lnTo>
                  <a:pt x="437906" y="721434"/>
                </a:lnTo>
                <a:close/>
              </a:path>
              <a:path w="486409" h="798195">
                <a:moveTo>
                  <a:pt x="437906" y="398775"/>
                </a:moveTo>
                <a:lnTo>
                  <a:pt x="437906" y="734138"/>
                </a:lnTo>
                <a:lnTo>
                  <a:pt x="457718" y="734138"/>
                </a:lnTo>
                <a:lnTo>
                  <a:pt x="457718" y="408681"/>
                </a:lnTo>
                <a:lnTo>
                  <a:pt x="447812" y="408681"/>
                </a:lnTo>
                <a:lnTo>
                  <a:pt x="437906" y="398775"/>
                </a:lnTo>
                <a:close/>
              </a:path>
              <a:path w="486409" h="798195">
                <a:moveTo>
                  <a:pt x="485912" y="721434"/>
                </a:moveTo>
                <a:lnTo>
                  <a:pt x="457718" y="721434"/>
                </a:lnTo>
                <a:lnTo>
                  <a:pt x="457718" y="734138"/>
                </a:lnTo>
                <a:lnTo>
                  <a:pt x="479560" y="734138"/>
                </a:lnTo>
                <a:lnTo>
                  <a:pt x="485912" y="721434"/>
                </a:lnTo>
                <a:close/>
              </a:path>
              <a:path w="486409" h="798195">
                <a:moveTo>
                  <a:pt x="19811" y="0"/>
                </a:moveTo>
                <a:lnTo>
                  <a:pt x="0" y="0"/>
                </a:lnTo>
                <a:lnTo>
                  <a:pt x="0" y="408681"/>
                </a:lnTo>
                <a:lnTo>
                  <a:pt x="437906" y="408681"/>
                </a:lnTo>
                <a:lnTo>
                  <a:pt x="437906" y="398775"/>
                </a:lnTo>
                <a:lnTo>
                  <a:pt x="19811" y="398775"/>
                </a:lnTo>
                <a:lnTo>
                  <a:pt x="9905" y="388869"/>
                </a:lnTo>
                <a:lnTo>
                  <a:pt x="19811" y="388869"/>
                </a:lnTo>
                <a:lnTo>
                  <a:pt x="19811" y="0"/>
                </a:lnTo>
                <a:close/>
              </a:path>
              <a:path w="486409" h="798195">
                <a:moveTo>
                  <a:pt x="457718" y="388869"/>
                </a:moveTo>
                <a:lnTo>
                  <a:pt x="19811" y="388869"/>
                </a:lnTo>
                <a:lnTo>
                  <a:pt x="19811" y="398775"/>
                </a:lnTo>
                <a:lnTo>
                  <a:pt x="437906" y="398775"/>
                </a:lnTo>
                <a:lnTo>
                  <a:pt x="447812" y="408681"/>
                </a:lnTo>
                <a:lnTo>
                  <a:pt x="457718" y="408681"/>
                </a:lnTo>
                <a:lnTo>
                  <a:pt x="457718" y="388869"/>
                </a:lnTo>
                <a:close/>
              </a:path>
              <a:path w="486409" h="798195">
                <a:moveTo>
                  <a:pt x="19811" y="388869"/>
                </a:moveTo>
                <a:lnTo>
                  <a:pt x="9905" y="388869"/>
                </a:lnTo>
                <a:lnTo>
                  <a:pt x="19811" y="398775"/>
                </a:lnTo>
                <a:lnTo>
                  <a:pt x="19811" y="388869"/>
                </a:lnTo>
                <a:close/>
              </a:path>
            </a:pathLst>
          </a:custGeom>
          <a:solidFill>
            <a:srgbClr val="9A2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866642" y="5708736"/>
            <a:ext cx="158686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0" dirty="0">
                <a:latin typeface="Microsoft Sans Serif"/>
                <a:cs typeface="Microsoft Sans Serif"/>
              </a:rPr>
              <a:t>P</a:t>
            </a:r>
            <a:r>
              <a:rPr sz="1800" spc="5" dirty="0">
                <a:latin typeface="Microsoft Sans Serif"/>
                <a:cs typeface="Microsoft Sans Serif"/>
              </a:rPr>
              <a:t>a</a:t>
            </a:r>
            <a:r>
              <a:rPr sz="1800" spc="10" dirty="0">
                <a:latin typeface="Microsoft Sans Serif"/>
                <a:cs typeface="Microsoft Sans Serif"/>
              </a:rPr>
              <a:t>c</a:t>
            </a:r>
            <a:r>
              <a:rPr sz="1800" dirty="0">
                <a:latin typeface="Microsoft Sans Serif"/>
                <a:cs typeface="Microsoft Sans Serif"/>
              </a:rPr>
              <a:t>k</a:t>
            </a:r>
            <a:r>
              <a:rPr sz="1800" spc="5" dirty="0">
                <a:latin typeface="Microsoft Sans Serif"/>
                <a:cs typeface="Microsoft Sans Serif"/>
              </a:rPr>
              <a:t>a</a:t>
            </a:r>
            <a:r>
              <a:rPr sz="1800" spc="-5" dirty="0">
                <a:latin typeface="Microsoft Sans Serif"/>
                <a:cs typeface="Microsoft Sans Serif"/>
              </a:rPr>
              <a:t>g</a:t>
            </a:r>
            <a:r>
              <a:rPr sz="1800" spc="-10" dirty="0">
                <a:latin typeface="Microsoft Sans Serif"/>
                <a:cs typeface="Microsoft Sans Serif"/>
              </a:rPr>
              <a:t>e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spc="5" dirty="0">
                <a:latin typeface="Microsoft Sans Serif"/>
                <a:cs typeface="Microsoft Sans Serif"/>
              </a:rPr>
              <a:t>Na</a:t>
            </a:r>
            <a:r>
              <a:rPr sz="1800" spc="10" dirty="0">
                <a:latin typeface="Microsoft Sans Serif"/>
                <a:cs typeface="Microsoft Sans Serif"/>
              </a:rPr>
              <a:t>m</a:t>
            </a:r>
            <a:r>
              <a:rPr sz="1800" dirty="0">
                <a:latin typeface="Microsoft Sans Serif"/>
                <a:cs typeface="Microsoft Sans Serif"/>
              </a:rPr>
              <a:t>e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95E3716-991D-425F-23B4-7F031EF82CC1}"/>
              </a:ext>
            </a:extLst>
          </p:cNvPr>
          <p:cNvSpPr txBox="1"/>
          <p:nvPr/>
        </p:nvSpPr>
        <p:spPr>
          <a:xfrm>
            <a:off x="7934133" y="5282321"/>
            <a:ext cx="3901250" cy="646331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&gt; </a:t>
            </a:r>
            <a:r>
              <a:rPr lang="en-US" b="1" dirty="0" err="1"/>
              <a:t>npm</a:t>
            </a:r>
            <a:r>
              <a:rPr lang="en-US" b="1" dirty="0"/>
              <a:t> install –g @angular/cli@latest</a:t>
            </a:r>
            <a:br>
              <a:rPr lang="en-US" b="1" dirty="0"/>
            </a:br>
            <a:r>
              <a:rPr lang="en-US" b="1" dirty="0"/>
              <a:t>&gt; </a:t>
            </a:r>
            <a:r>
              <a:rPr lang="en-US" b="1" dirty="0" err="1"/>
              <a:t>npm</a:t>
            </a:r>
            <a:r>
              <a:rPr lang="en-US" b="1" dirty="0"/>
              <a:t> install –g @angular/cli@19.2.15</a:t>
            </a:r>
            <a:endParaRPr lang="en-IN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E7F91D-DE03-F6C8-0F88-BBDCEEB7EC5D}"/>
              </a:ext>
            </a:extLst>
          </p:cNvPr>
          <p:cNvSpPr txBox="1"/>
          <p:nvPr/>
        </p:nvSpPr>
        <p:spPr>
          <a:xfrm>
            <a:off x="7948881" y="6107668"/>
            <a:ext cx="3901250" cy="369332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&gt; </a:t>
            </a:r>
            <a:r>
              <a:rPr lang="en-US" b="1"/>
              <a:t>ng version</a:t>
            </a:r>
            <a:endParaRPr lang="en-IN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100" y="865632"/>
            <a:ext cx="2240280" cy="7467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0583" y="908304"/>
            <a:ext cx="2115311" cy="6233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0583" y="908304"/>
            <a:ext cx="2115820" cy="623570"/>
          </a:xfrm>
          <a:custGeom>
            <a:avLst/>
            <a:gdLst/>
            <a:ahLst/>
            <a:cxnLst/>
            <a:rect l="l" t="t" r="r" b="b"/>
            <a:pathLst>
              <a:path w="2115820" h="623569">
                <a:moveTo>
                  <a:pt x="103905" y="0"/>
                </a:moveTo>
                <a:lnTo>
                  <a:pt x="2011430" y="0"/>
                </a:lnTo>
                <a:lnTo>
                  <a:pt x="2026048" y="1019"/>
                </a:lnTo>
                <a:lnTo>
                  <a:pt x="2065589" y="15203"/>
                </a:lnTo>
                <a:lnTo>
                  <a:pt x="2095760" y="43182"/>
                </a:lnTo>
                <a:lnTo>
                  <a:pt x="2112839" y="81233"/>
                </a:lnTo>
                <a:lnTo>
                  <a:pt x="2115311" y="623315"/>
                </a:lnTo>
                <a:lnTo>
                  <a:pt x="0" y="623315"/>
                </a:lnTo>
                <a:lnTo>
                  <a:pt x="0" y="103875"/>
                </a:lnTo>
                <a:lnTo>
                  <a:pt x="1019" y="89260"/>
                </a:lnTo>
                <a:lnTo>
                  <a:pt x="15209" y="49726"/>
                </a:lnTo>
                <a:lnTo>
                  <a:pt x="43195" y="19557"/>
                </a:lnTo>
                <a:lnTo>
                  <a:pt x="81247" y="2475"/>
                </a:lnTo>
                <a:lnTo>
                  <a:pt x="103905" y="0"/>
                </a:lnTo>
                <a:close/>
              </a:path>
            </a:pathLst>
          </a:custGeom>
          <a:ln w="6095">
            <a:solidFill>
              <a:srgbClr val="9A2C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0583" y="1531620"/>
            <a:ext cx="11734800" cy="0"/>
          </a:xfrm>
          <a:custGeom>
            <a:avLst/>
            <a:gdLst/>
            <a:ahLst/>
            <a:cxnLst/>
            <a:rect l="l" t="t" r="r" b="b"/>
            <a:pathLst>
              <a:path w="11734800">
                <a:moveTo>
                  <a:pt x="0" y="0"/>
                </a:moveTo>
                <a:lnTo>
                  <a:pt x="11734799" y="0"/>
                </a:lnTo>
              </a:path>
            </a:pathLst>
          </a:custGeom>
          <a:ln w="12191">
            <a:solidFill>
              <a:srgbClr val="7A211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414398" y="1099080"/>
            <a:ext cx="467995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4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4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ea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tin</a:t>
            </a:r>
            <a:r>
              <a:rPr sz="24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24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p</a:t>
            </a:r>
            <a:r>
              <a:rPr sz="24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4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je</a:t>
            </a:r>
            <a:r>
              <a:rPr sz="24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4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4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us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in</a:t>
            </a:r>
            <a:r>
              <a:rPr sz="24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24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ngu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la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4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4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4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83458" y="1893570"/>
            <a:ext cx="5842000" cy="524510"/>
          </a:xfrm>
          <a:prstGeom prst="rect">
            <a:avLst/>
          </a:prstGeom>
          <a:solidFill>
            <a:srgbClr val="9A2C1F"/>
          </a:solidFill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ct val="100000"/>
              </a:lnSpc>
            </a:pPr>
            <a:r>
              <a:rPr sz="2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S</a:t>
            </a:r>
            <a:r>
              <a:rPr sz="2800" spc="0" dirty="0">
                <a:solidFill>
                  <a:srgbClr val="FFFFFF"/>
                </a:solidFill>
                <a:latin typeface="Microsoft Sans Serif"/>
                <a:cs typeface="Microsoft Sans Serif"/>
              </a:rPr>
              <a:t>y</a:t>
            </a:r>
            <a:r>
              <a:rPr sz="2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nt</a:t>
            </a:r>
            <a:r>
              <a:rPr sz="2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x</a:t>
            </a:r>
            <a:r>
              <a:rPr sz="2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:</a:t>
            </a:r>
            <a:r>
              <a:rPr sz="2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-</a:t>
            </a:r>
            <a:r>
              <a:rPr sz="28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ng</a:t>
            </a:r>
            <a:r>
              <a:rPr sz="2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ne</a:t>
            </a:r>
            <a:r>
              <a:rPr sz="2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w</a:t>
            </a:r>
            <a:r>
              <a:rPr sz="28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&lt;</a:t>
            </a:r>
            <a:r>
              <a:rPr sz="2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proj</a:t>
            </a:r>
            <a:r>
              <a:rPr sz="2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ect_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na</a:t>
            </a:r>
            <a:r>
              <a:rPr sz="2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m</a:t>
            </a:r>
            <a:r>
              <a:rPr sz="28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e</a:t>
            </a:r>
            <a:r>
              <a:rPr sz="2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&gt;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42543" y="2935224"/>
            <a:ext cx="5649595" cy="462280"/>
          </a:xfrm>
          <a:custGeom>
            <a:avLst/>
            <a:gdLst/>
            <a:ahLst/>
            <a:cxnLst/>
            <a:rect l="l" t="t" r="r" b="b"/>
            <a:pathLst>
              <a:path w="5649595" h="462279">
                <a:moveTo>
                  <a:pt x="0" y="461771"/>
                </a:moveTo>
                <a:lnTo>
                  <a:pt x="5649467" y="461771"/>
                </a:lnTo>
                <a:lnTo>
                  <a:pt x="5649467" y="0"/>
                </a:lnTo>
                <a:lnTo>
                  <a:pt x="0" y="0"/>
                </a:lnTo>
                <a:lnTo>
                  <a:pt x="0" y="4617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42543" y="2935224"/>
            <a:ext cx="5649595" cy="462280"/>
          </a:xfrm>
          <a:custGeom>
            <a:avLst/>
            <a:gdLst/>
            <a:ahLst/>
            <a:cxnLst/>
            <a:rect l="l" t="t" r="r" b="b"/>
            <a:pathLst>
              <a:path w="5649595" h="462279">
                <a:moveTo>
                  <a:pt x="0" y="461771"/>
                </a:moveTo>
                <a:lnTo>
                  <a:pt x="5649467" y="461771"/>
                </a:lnTo>
                <a:lnTo>
                  <a:pt x="5649467" y="0"/>
                </a:lnTo>
                <a:lnTo>
                  <a:pt x="0" y="0"/>
                </a:lnTo>
                <a:lnTo>
                  <a:pt x="0" y="46177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20677" y="3017416"/>
            <a:ext cx="527875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F:/Angu</a:t>
            </a:r>
            <a:r>
              <a:rPr sz="2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l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ar4&gt;</a:t>
            </a: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ng new</a:t>
            </a:r>
            <a:r>
              <a:rPr sz="2400" spc="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MyF</a:t>
            </a:r>
            <a:r>
              <a:rPr sz="24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i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rs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tD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moApp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192773" y="3128010"/>
            <a:ext cx="711200" cy="76200"/>
          </a:xfrm>
          <a:custGeom>
            <a:avLst/>
            <a:gdLst/>
            <a:ahLst/>
            <a:cxnLst/>
            <a:rect l="l" t="t" r="r" b="b"/>
            <a:pathLst>
              <a:path w="711200" h="76200">
                <a:moveTo>
                  <a:pt x="634624" y="0"/>
                </a:moveTo>
                <a:lnTo>
                  <a:pt x="634624" y="76199"/>
                </a:lnTo>
                <a:lnTo>
                  <a:pt x="691012" y="48005"/>
                </a:lnTo>
                <a:lnTo>
                  <a:pt x="647334" y="48005"/>
                </a:lnTo>
                <a:lnTo>
                  <a:pt x="647334" y="28193"/>
                </a:lnTo>
                <a:lnTo>
                  <a:pt x="691012" y="28193"/>
                </a:lnTo>
                <a:lnTo>
                  <a:pt x="634624" y="0"/>
                </a:lnTo>
                <a:close/>
              </a:path>
              <a:path w="711200" h="76200">
                <a:moveTo>
                  <a:pt x="345429" y="28193"/>
                </a:moveTo>
                <a:lnTo>
                  <a:pt x="0" y="28193"/>
                </a:lnTo>
                <a:lnTo>
                  <a:pt x="0" y="48005"/>
                </a:lnTo>
                <a:lnTo>
                  <a:pt x="355335" y="48005"/>
                </a:lnTo>
                <a:lnTo>
                  <a:pt x="365241" y="38099"/>
                </a:lnTo>
                <a:lnTo>
                  <a:pt x="345429" y="38099"/>
                </a:lnTo>
                <a:lnTo>
                  <a:pt x="345429" y="28193"/>
                </a:lnTo>
                <a:close/>
              </a:path>
              <a:path w="711200" h="76200">
                <a:moveTo>
                  <a:pt x="365241" y="38099"/>
                </a:moveTo>
                <a:lnTo>
                  <a:pt x="355335" y="48005"/>
                </a:lnTo>
                <a:lnTo>
                  <a:pt x="365241" y="48005"/>
                </a:lnTo>
                <a:lnTo>
                  <a:pt x="365241" y="38099"/>
                </a:lnTo>
                <a:close/>
              </a:path>
              <a:path w="711200" h="76200">
                <a:moveTo>
                  <a:pt x="634624" y="28193"/>
                </a:moveTo>
                <a:lnTo>
                  <a:pt x="355335" y="28193"/>
                </a:lnTo>
                <a:lnTo>
                  <a:pt x="345429" y="38099"/>
                </a:lnTo>
                <a:lnTo>
                  <a:pt x="365241" y="38099"/>
                </a:lnTo>
                <a:lnTo>
                  <a:pt x="365241" y="48005"/>
                </a:lnTo>
                <a:lnTo>
                  <a:pt x="634624" y="48005"/>
                </a:lnTo>
                <a:lnTo>
                  <a:pt x="634624" y="28193"/>
                </a:lnTo>
                <a:close/>
              </a:path>
              <a:path w="711200" h="76200">
                <a:moveTo>
                  <a:pt x="691012" y="28193"/>
                </a:moveTo>
                <a:lnTo>
                  <a:pt x="647334" y="28193"/>
                </a:lnTo>
                <a:lnTo>
                  <a:pt x="647334" y="48005"/>
                </a:lnTo>
                <a:lnTo>
                  <a:pt x="691012" y="48005"/>
                </a:lnTo>
                <a:lnTo>
                  <a:pt x="710824" y="38099"/>
                </a:lnTo>
                <a:lnTo>
                  <a:pt x="691012" y="28193"/>
                </a:lnTo>
                <a:close/>
              </a:path>
              <a:path w="711200" h="76200">
                <a:moveTo>
                  <a:pt x="355335" y="28193"/>
                </a:moveTo>
                <a:lnTo>
                  <a:pt x="345429" y="28193"/>
                </a:lnTo>
                <a:lnTo>
                  <a:pt x="345429" y="38099"/>
                </a:lnTo>
                <a:lnTo>
                  <a:pt x="355335" y="28193"/>
                </a:lnTo>
                <a:close/>
              </a:path>
            </a:pathLst>
          </a:custGeom>
          <a:solidFill>
            <a:srgbClr val="9A2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983100" y="3052684"/>
            <a:ext cx="263969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5" dirty="0">
                <a:latin typeface="Microsoft Sans Serif"/>
                <a:cs typeface="Microsoft Sans Serif"/>
              </a:rPr>
              <a:t>Node</a:t>
            </a:r>
            <a:r>
              <a:rPr sz="1800" spc="-10" dirty="0">
                <a:latin typeface="Microsoft Sans Serif"/>
                <a:cs typeface="Microsoft Sans Serif"/>
              </a:rPr>
              <a:t>.js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spc="10" dirty="0">
                <a:latin typeface="Microsoft Sans Serif"/>
                <a:cs typeface="Microsoft Sans Serif"/>
              </a:rPr>
              <a:t>c</a:t>
            </a:r>
            <a:r>
              <a:rPr sz="1800" spc="5" dirty="0">
                <a:latin typeface="Microsoft Sans Serif"/>
                <a:cs typeface="Microsoft Sans Serif"/>
              </a:rPr>
              <a:t>o</a:t>
            </a:r>
            <a:r>
              <a:rPr sz="1800" spc="10" dirty="0">
                <a:latin typeface="Microsoft Sans Serif"/>
                <a:cs typeface="Microsoft Sans Serif"/>
              </a:rPr>
              <a:t>m</a:t>
            </a:r>
            <a:r>
              <a:rPr sz="1800" dirty="0">
                <a:latin typeface="Microsoft Sans Serif"/>
                <a:cs typeface="Microsoft Sans Serif"/>
              </a:rPr>
              <a:t>m</a:t>
            </a:r>
            <a:r>
              <a:rPr sz="1800" spc="5" dirty="0">
                <a:latin typeface="Microsoft Sans Serif"/>
                <a:cs typeface="Microsoft Sans Serif"/>
              </a:rPr>
              <a:t>a</a:t>
            </a:r>
            <a:r>
              <a:rPr sz="1800" spc="-5" dirty="0">
                <a:latin typeface="Microsoft Sans Serif"/>
                <a:cs typeface="Microsoft Sans Serif"/>
              </a:rPr>
              <a:t>n</a:t>
            </a:r>
            <a:r>
              <a:rPr sz="1800" spc="-10" dirty="0">
                <a:latin typeface="Microsoft Sans Serif"/>
                <a:cs typeface="Microsoft Sans Serif"/>
              </a:rPr>
              <a:t>d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spc="5" dirty="0">
                <a:latin typeface="Microsoft Sans Serif"/>
                <a:cs typeface="Microsoft Sans Serif"/>
              </a:rPr>
              <a:t>p</a:t>
            </a:r>
            <a:r>
              <a:rPr sz="1800" spc="10" dirty="0">
                <a:latin typeface="Microsoft Sans Serif"/>
                <a:cs typeface="Microsoft Sans Serif"/>
              </a:rPr>
              <a:t>r</a:t>
            </a:r>
            <a:r>
              <a:rPr sz="1800" spc="5" dirty="0">
                <a:latin typeface="Microsoft Sans Serif"/>
                <a:cs typeface="Microsoft Sans Serif"/>
              </a:rPr>
              <a:t>o</a:t>
            </a:r>
            <a:r>
              <a:rPr sz="1800" spc="10" dirty="0">
                <a:latin typeface="Microsoft Sans Serif"/>
                <a:cs typeface="Microsoft Sans Serif"/>
              </a:rPr>
              <a:t>m</a:t>
            </a:r>
            <a:r>
              <a:rPr sz="1800" spc="-15" dirty="0">
                <a:latin typeface="Microsoft Sans Serif"/>
                <a:cs typeface="Microsoft Sans Serif"/>
              </a:rPr>
              <a:t>pt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994915" y="3280531"/>
            <a:ext cx="2616835" cy="0"/>
          </a:xfrm>
          <a:custGeom>
            <a:avLst/>
            <a:gdLst/>
            <a:ahLst/>
            <a:cxnLst/>
            <a:rect l="l" t="t" r="r" b="b"/>
            <a:pathLst>
              <a:path w="2616834">
                <a:moveTo>
                  <a:pt x="0" y="0"/>
                </a:moveTo>
                <a:lnTo>
                  <a:pt x="2616707" y="0"/>
                </a:lnTo>
              </a:path>
            </a:pathLst>
          </a:custGeom>
          <a:ln w="119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78432" y="3350514"/>
            <a:ext cx="1568450" cy="403860"/>
          </a:xfrm>
          <a:custGeom>
            <a:avLst/>
            <a:gdLst/>
            <a:ahLst/>
            <a:cxnLst/>
            <a:rect l="l" t="t" r="r" b="b"/>
            <a:pathLst>
              <a:path w="1568450" h="403860">
                <a:moveTo>
                  <a:pt x="1568121" y="0"/>
                </a:moveTo>
                <a:lnTo>
                  <a:pt x="1567467" y="40443"/>
                </a:lnTo>
                <a:lnTo>
                  <a:pt x="1564229" y="95947"/>
                </a:lnTo>
                <a:lnTo>
                  <a:pt x="1558658" y="143029"/>
                </a:lnTo>
                <a:lnTo>
                  <a:pt x="1548330" y="188373"/>
                </a:lnTo>
                <a:lnTo>
                  <a:pt x="818825" y="208787"/>
                </a:lnTo>
                <a:lnTo>
                  <a:pt x="815414" y="209782"/>
                </a:lnTo>
                <a:lnTo>
                  <a:pt x="797435" y="252948"/>
                </a:lnTo>
                <a:lnTo>
                  <a:pt x="790750" y="294269"/>
                </a:lnTo>
                <a:lnTo>
                  <a:pt x="786163" y="345403"/>
                </a:lnTo>
                <a:lnTo>
                  <a:pt x="784480" y="383707"/>
                </a:lnTo>
                <a:lnTo>
                  <a:pt x="784098" y="403845"/>
                </a:lnTo>
                <a:lnTo>
                  <a:pt x="783895" y="384437"/>
                </a:lnTo>
                <a:lnTo>
                  <a:pt x="781177" y="328757"/>
                </a:lnTo>
                <a:lnTo>
                  <a:pt x="775692" y="279729"/>
                </a:lnTo>
                <a:lnTo>
                  <a:pt x="767952" y="240993"/>
                </a:lnTo>
                <a:lnTo>
                  <a:pt x="34727" y="208787"/>
                </a:lnTo>
                <a:lnTo>
                  <a:pt x="31310" y="207793"/>
                </a:lnTo>
                <a:lnTo>
                  <a:pt x="13322" y="164627"/>
                </a:lnTo>
                <a:lnTo>
                  <a:pt x="6641" y="123306"/>
                </a:lnTo>
                <a:lnTo>
                  <a:pt x="2061" y="72172"/>
                </a:lnTo>
                <a:lnTo>
                  <a:pt x="381" y="33868"/>
                </a:lnTo>
                <a:lnTo>
                  <a:pt x="0" y="13730"/>
                </a:lnTo>
              </a:path>
            </a:pathLst>
          </a:custGeom>
          <a:ln w="19811">
            <a:solidFill>
              <a:srgbClr val="9A2C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924044" y="3350514"/>
            <a:ext cx="486409" cy="798195"/>
          </a:xfrm>
          <a:custGeom>
            <a:avLst/>
            <a:gdLst/>
            <a:ahLst/>
            <a:cxnLst/>
            <a:rect l="l" t="t" r="r" b="b"/>
            <a:pathLst>
              <a:path w="486410" h="798195">
                <a:moveTo>
                  <a:pt x="437906" y="721482"/>
                </a:moveTo>
                <a:lnTo>
                  <a:pt x="409712" y="721482"/>
                </a:lnTo>
                <a:lnTo>
                  <a:pt x="447812" y="797682"/>
                </a:lnTo>
                <a:lnTo>
                  <a:pt x="479560" y="734186"/>
                </a:lnTo>
                <a:lnTo>
                  <a:pt x="437906" y="734186"/>
                </a:lnTo>
                <a:lnTo>
                  <a:pt x="437906" y="721482"/>
                </a:lnTo>
                <a:close/>
              </a:path>
              <a:path w="486410" h="798195">
                <a:moveTo>
                  <a:pt x="437906" y="398769"/>
                </a:moveTo>
                <a:lnTo>
                  <a:pt x="437906" y="734186"/>
                </a:lnTo>
                <a:lnTo>
                  <a:pt x="457718" y="734186"/>
                </a:lnTo>
                <a:lnTo>
                  <a:pt x="457718" y="408675"/>
                </a:lnTo>
                <a:lnTo>
                  <a:pt x="447812" y="408675"/>
                </a:lnTo>
                <a:lnTo>
                  <a:pt x="437906" y="398769"/>
                </a:lnTo>
                <a:close/>
              </a:path>
              <a:path w="486410" h="798195">
                <a:moveTo>
                  <a:pt x="485912" y="721482"/>
                </a:moveTo>
                <a:lnTo>
                  <a:pt x="457718" y="721482"/>
                </a:lnTo>
                <a:lnTo>
                  <a:pt x="457718" y="734186"/>
                </a:lnTo>
                <a:lnTo>
                  <a:pt x="479560" y="734186"/>
                </a:lnTo>
                <a:lnTo>
                  <a:pt x="485912" y="721482"/>
                </a:lnTo>
                <a:close/>
              </a:path>
              <a:path w="486410" h="798195">
                <a:moveTo>
                  <a:pt x="19811" y="0"/>
                </a:moveTo>
                <a:lnTo>
                  <a:pt x="0" y="0"/>
                </a:lnTo>
                <a:lnTo>
                  <a:pt x="0" y="408675"/>
                </a:lnTo>
                <a:lnTo>
                  <a:pt x="437906" y="408675"/>
                </a:lnTo>
                <a:lnTo>
                  <a:pt x="437906" y="398769"/>
                </a:lnTo>
                <a:lnTo>
                  <a:pt x="19811" y="398769"/>
                </a:lnTo>
                <a:lnTo>
                  <a:pt x="9905" y="388863"/>
                </a:lnTo>
                <a:lnTo>
                  <a:pt x="19811" y="388863"/>
                </a:lnTo>
                <a:lnTo>
                  <a:pt x="19811" y="0"/>
                </a:lnTo>
                <a:close/>
              </a:path>
              <a:path w="486410" h="798195">
                <a:moveTo>
                  <a:pt x="457718" y="388863"/>
                </a:moveTo>
                <a:lnTo>
                  <a:pt x="19811" y="388863"/>
                </a:lnTo>
                <a:lnTo>
                  <a:pt x="19811" y="398769"/>
                </a:lnTo>
                <a:lnTo>
                  <a:pt x="437906" y="398769"/>
                </a:lnTo>
                <a:lnTo>
                  <a:pt x="447812" y="408675"/>
                </a:lnTo>
                <a:lnTo>
                  <a:pt x="457718" y="408675"/>
                </a:lnTo>
                <a:lnTo>
                  <a:pt x="457718" y="388863"/>
                </a:lnTo>
                <a:close/>
              </a:path>
              <a:path w="486410" h="798195">
                <a:moveTo>
                  <a:pt x="19811" y="388863"/>
                </a:moveTo>
                <a:lnTo>
                  <a:pt x="9905" y="388863"/>
                </a:lnTo>
                <a:lnTo>
                  <a:pt x="19811" y="398769"/>
                </a:lnTo>
                <a:lnTo>
                  <a:pt x="19811" y="388863"/>
                </a:lnTo>
                <a:close/>
              </a:path>
            </a:pathLst>
          </a:custGeom>
          <a:solidFill>
            <a:srgbClr val="9A2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89385" y="3850371"/>
            <a:ext cx="5927725" cy="539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u="sng" spc="5" dirty="0">
                <a:latin typeface="Microsoft Sans Serif"/>
                <a:cs typeface="Microsoft Sans Serif"/>
              </a:rPr>
              <a:t>Cu</a:t>
            </a:r>
            <a:r>
              <a:rPr sz="1800" u="sng" spc="10" dirty="0">
                <a:latin typeface="Microsoft Sans Serif"/>
                <a:cs typeface="Microsoft Sans Serif"/>
              </a:rPr>
              <a:t>rr</a:t>
            </a:r>
            <a:r>
              <a:rPr sz="1800" u="sng" spc="-5" dirty="0">
                <a:latin typeface="Microsoft Sans Serif"/>
                <a:cs typeface="Microsoft Sans Serif"/>
              </a:rPr>
              <a:t>e</a:t>
            </a:r>
            <a:r>
              <a:rPr sz="1800" u="sng" spc="-10" dirty="0">
                <a:latin typeface="Microsoft Sans Serif"/>
                <a:cs typeface="Microsoft Sans Serif"/>
              </a:rPr>
              <a:t>n</a:t>
            </a:r>
            <a:r>
              <a:rPr sz="1800" u="sng" spc="-5" dirty="0">
                <a:latin typeface="Microsoft Sans Serif"/>
                <a:cs typeface="Microsoft Sans Serif"/>
              </a:rPr>
              <a:t>t</a:t>
            </a:r>
            <a:r>
              <a:rPr sz="1800" u="sng" spc="-35" dirty="0">
                <a:latin typeface="Microsoft Sans Serif"/>
                <a:cs typeface="Microsoft Sans Serif"/>
              </a:rPr>
              <a:t> </a:t>
            </a:r>
            <a:r>
              <a:rPr sz="1800" u="sng" spc="5" dirty="0">
                <a:latin typeface="Microsoft Sans Serif"/>
                <a:cs typeface="Microsoft Sans Serif"/>
              </a:rPr>
              <a:t>wo</a:t>
            </a:r>
            <a:r>
              <a:rPr sz="1800" u="sng" spc="10" dirty="0">
                <a:latin typeface="Microsoft Sans Serif"/>
                <a:cs typeface="Microsoft Sans Serif"/>
              </a:rPr>
              <a:t>r</a:t>
            </a:r>
            <a:r>
              <a:rPr sz="1800" u="sng" dirty="0">
                <a:latin typeface="Microsoft Sans Serif"/>
                <a:cs typeface="Microsoft Sans Serif"/>
              </a:rPr>
              <a:t>k</a:t>
            </a:r>
            <a:r>
              <a:rPr sz="1800" u="sng" spc="5" dirty="0">
                <a:latin typeface="Microsoft Sans Serif"/>
                <a:cs typeface="Microsoft Sans Serif"/>
              </a:rPr>
              <a:t>i</a:t>
            </a:r>
            <a:r>
              <a:rPr sz="1800" u="sng" spc="-5" dirty="0">
                <a:latin typeface="Microsoft Sans Serif"/>
                <a:cs typeface="Microsoft Sans Serif"/>
              </a:rPr>
              <a:t>n</a:t>
            </a:r>
            <a:r>
              <a:rPr sz="1800" u="sng" spc="-10" dirty="0">
                <a:latin typeface="Microsoft Sans Serif"/>
                <a:cs typeface="Microsoft Sans Serif"/>
              </a:rPr>
              <a:t>g</a:t>
            </a:r>
            <a:r>
              <a:rPr sz="1800" u="sng" spc="-40" dirty="0">
                <a:latin typeface="Microsoft Sans Serif"/>
                <a:cs typeface="Microsoft Sans Serif"/>
              </a:rPr>
              <a:t> </a:t>
            </a:r>
            <a:r>
              <a:rPr sz="1800" u="sng" spc="5" dirty="0">
                <a:latin typeface="Microsoft Sans Serif"/>
                <a:cs typeface="Microsoft Sans Serif"/>
              </a:rPr>
              <a:t>di</a:t>
            </a:r>
            <a:r>
              <a:rPr sz="1800" u="sng" spc="10" dirty="0">
                <a:latin typeface="Microsoft Sans Serif"/>
                <a:cs typeface="Microsoft Sans Serif"/>
              </a:rPr>
              <a:t>r</a:t>
            </a:r>
            <a:r>
              <a:rPr sz="1800" u="sng" spc="5" dirty="0">
                <a:latin typeface="Microsoft Sans Serif"/>
                <a:cs typeface="Microsoft Sans Serif"/>
              </a:rPr>
              <a:t>e</a:t>
            </a:r>
            <a:r>
              <a:rPr sz="1800" u="sng" spc="-10" dirty="0">
                <a:latin typeface="Microsoft Sans Serif"/>
                <a:cs typeface="Microsoft Sans Serif"/>
              </a:rPr>
              <a:t>ctory</a:t>
            </a:r>
            <a:endParaRPr sz="1800">
              <a:latin typeface="Microsoft Sans Serif"/>
              <a:cs typeface="Microsoft Sans Serif"/>
            </a:endParaRPr>
          </a:p>
          <a:p>
            <a:pPr marR="5080" algn="r">
              <a:lnSpc>
                <a:spcPct val="100000"/>
              </a:lnSpc>
              <a:spcBef>
                <a:spcPts val="85"/>
              </a:spcBef>
            </a:pPr>
            <a:r>
              <a:rPr sz="1800" u="sng" spc="-10" dirty="0">
                <a:latin typeface="Microsoft Sans Serif"/>
                <a:cs typeface="Microsoft Sans Serif"/>
              </a:rPr>
              <a:t>P</a:t>
            </a:r>
            <a:r>
              <a:rPr sz="1800" u="sng" spc="10" dirty="0">
                <a:latin typeface="Microsoft Sans Serif"/>
                <a:cs typeface="Microsoft Sans Serif"/>
              </a:rPr>
              <a:t>r</a:t>
            </a:r>
            <a:r>
              <a:rPr sz="1800" u="sng" spc="5" dirty="0">
                <a:latin typeface="Microsoft Sans Serif"/>
                <a:cs typeface="Microsoft Sans Serif"/>
              </a:rPr>
              <a:t>oj</a:t>
            </a:r>
            <a:r>
              <a:rPr sz="1800" u="sng" spc="-15" dirty="0">
                <a:latin typeface="Microsoft Sans Serif"/>
                <a:cs typeface="Microsoft Sans Serif"/>
              </a:rPr>
              <a:t>ect</a:t>
            </a:r>
            <a:r>
              <a:rPr sz="1800" u="sng" spc="-55" dirty="0">
                <a:latin typeface="Microsoft Sans Serif"/>
                <a:cs typeface="Microsoft Sans Serif"/>
              </a:rPr>
              <a:t> </a:t>
            </a:r>
            <a:r>
              <a:rPr sz="1800" u="sng" spc="5" dirty="0">
                <a:latin typeface="Microsoft Sans Serif"/>
                <a:cs typeface="Microsoft Sans Serif"/>
              </a:rPr>
              <a:t>Na</a:t>
            </a:r>
            <a:r>
              <a:rPr sz="1800" u="sng" spc="10" dirty="0">
                <a:latin typeface="Microsoft Sans Serif"/>
                <a:cs typeface="Microsoft Sans Serif"/>
              </a:rPr>
              <a:t>m</a:t>
            </a:r>
            <a:r>
              <a:rPr sz="1800" u="sng" dirty="0">
                <a:latin typeface="Microsoft Sans Serif"/>
                <a:cs typeface="Microsoft Sans Serif"/>
              </a:rPr>
              <a:t>e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315455" y="3767328"/>
            <a:ext cx="5373624" cy="302818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100" y="518159"/>
            <a:ext cx="2240280" cy="7467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0583" y="560832"/>
            <a:ext cx="2115311" cy="6233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0583" y="560832"/>
            <a:ext cx="2115820" cy="623570"/>
          </a:xfrm>
          <a:custGeom>
            <a:avLst/>
            <a:gdLst/>
            <a:ahLst/>
            <a:cxnLst/>
            <a:rect l="l" t="t" r="r" b="b"/>
            <a:pathLst>
              <a:path w="2115820" h="623569">
                <a:moveTo>
                  <a:pt x="103905" y="0"/>
                </a:moveTo>
                <a:lnTo>
                  <a:pt x="2011430" y="0"/>
                </a:lnTo>
                <a:lnTo>
                  <a:pt x="2026048" y="1019"/>
                </a:lnTo>
                <a:lnTo>
                  <a:pt x="2065589" y="15203"/>
                </a:lnTo>
                <a:lnTo>
                  <a:pt x="2095760" y="43182"/>
                </a:lnTo>
                <a:lnTo>
                  <a:pt x="2112839" y="81233"/>
                </a:lnTo>
                <a:lnTo>
                  <a:pt x="2115311" y="623315"/>
                </a:lnTo>
                <a:lnTo>
                  <a:pt x="0" y="623315"/>
                </a:lnTo>
                <a:lnTo>
                  <a:pt x="0" y="103875"/>
                </a:lnTo>
                <a:lnTo>
                  <a:pt x="1019" y="89260"/>
                </a:lnTo>
                <a:lnTo>
                  <a:pt x="15209" y="49726"/>
                </a:lnTo>
                <a:lnTo>
                  <a:pt x="43195" y="19557"/>
                </a:lnTo>
                <a:lnTo>
                  <a:pt x="81247" y="2475"/>
                </a:lnTo>
                <a:lnTo>
                  <a:pt x="103905" y="0"/>
                </a:lnTo>
                <a:close/>
              </a:path>
            </a:pathLst>
          </a:custGeom>
          <a:ln w="6095">
            <a:solidFill>
              <a:srgbClr val="9A2C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0583" y="1184148"/>
            <a:ext cx="11734800" cy="0"/>
          </a:xfrm>
          <a:custGeom>
            <a:avLst/>
            <a:gdLst/>
            <a:ahLst/>
            <a:cxnLst/>
            <a:rect l="l" t="t" r="r" b="b"/>
            <a:pathLst>
              <a:path w="11734800">
                <a:moveTo>
                  <a:pt x="0" y="0"/>
                </a:moveTo>
                <a:lnTo>
                  <a:pt x="11734799" y="0"/>
                </a:lnTo>
              </a:path>
            </a:pathLst>
          </a:custGeom>
          <a:ln w="12191">
            <a:solidFill>
              <a:srgbClr val="7A211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41" rIns="0" bIns="0" rtlCol="0">
            <a:spAutoFit/>
          </a:bodyPr>
          <a:lstStyle/>
          <a:p>
            <a:pPr marL="2335530">
              <a:lnSpc>
                <a:spcPct val="100000"/>
              </a:lnSpc>
            </a:pPr>
            <a:r>
              <a:rPr spc="-20" dirty="0">
                <a:solidFill>
                  <a:srgbClr val="006FC0"/>
                </a:solidFill>
              </a:rPr>
              <a:t>E</a:t>
            </a:r>
            <a:r>
              <a:rPr spc="5" dirty="0">
                <a:solidFill>
                  <a:srgbClr val="006FC0"/>
                </a:solidFill>
              </a:rPr>
              <a:t>n</a:t>
            </a:r>
            <a:r>
              <a:rPr dirty="0">
                <a:solidFill>
                  <a:srgbClr val="006FC0"/>
                </a:solidFill>
              </a:rPr>
              <a:t>t</a:t>
            </a:r>
            <a:r>
              <a:rPr spc="-20" dirty="0">
                <a:solidFill>
                  <a:srgbClr val="006FC0"/>
                </a:solidFill>
              </a:rPr>
              <a:t>er</a:t>
            </a:r>
            <a:r>
              <a:rPr spc="-45" dirty="0">
                <a:solidFill>
                  <a:srgbClr val="006FC0"/>
                </a:solidFill>
              </a:rPr>
              <a:t> </a:t>
            </a:r>
            <a:r>
              <a:rPr dirty="0">
                <a:solidFill>
                  <a:srgbClr val="006FC0"/>
                </a:solidFill>
              </a:rPr>
              <a:t>in</a:t>
            </a:r>
            <a:r>
              <a:rPr spc="15" dirty="0">
                <a:solidFill>
                  <a:srgbClr val="006FC0"/>
                </a:solidFill>
              </a:rPr>
              <a:t>t</a:t>
            </a:r>
            <a:r>
              <a:rPr spc="5" dirty="0">
                <a:solidFill>
                  <a:srgbClr val="006FC0"/>
                </a:solidFill>
              </a:rPr>
              <a:t>o</a:t>
            </a:r>
            <a:r>
              <a:rPr spc="-40" dirty="0">
                <a:solidFill>
                  <a:srgbClr val="006FC0"/>
                </a:solidFill>
              </a:rPr>
              <a:t> </a:t>
            </a:r>
            <a:r>
              <a:rPr spc="5" dirty="0">
                <a:solidFill>
                  <a:srgbClr val="006FC0"/>
                </a:solidFill>
              </a:rPr>
              <a:t>ne</a:t>
            </a:r>
            <a:r>
              <a:rPr spc="-5" dirty="0">
                <a:solidFill>
                  <a:srgbClr val="006FC0"/>
                </a:solidFill>
              </a:rPr>
              <a:t>wl</a:t>
            </a:r>
            <a:r>
              <a:rPr spc="5" dirty="0">
                <a:solidFill>
                  <a:srgbClr val="006FC0"/>
                </a:solidFill>
              </a:rPr>
              <a:t>y</a:t>
            </a:r>
            <a:r>
              <a:rPr spc="-25" dirty="0">
                <a:solidFill>
                  <a:srgbClr val="006FC0"/>
                </a:solidFill>
              </a:rPr>
              <a:t> </a:t>
            </a:r>
            <a:r>
              <a:rPr spc="5" dirty="0">
                <a:solidFill>
                  <a:srgbClr val="006FC0"/>
                </a:solidFill>
              </a:rPr>
              <a:t>c</a:t>
            </a:r>
            <a:r>
              <a:rPr spc="10" dirty="0">
                <a:solidFill>
                  <a:srgbClr val="006FC0"/>
                </a:solidFill>
              </a:rPr>
              <a:t>r</a:t>
            </a:r>
            <a:r>
              <a:rPr spc="5" dirty="0">
                <a:solidFill>
                  <a:srgbClr val="006FC0"/>
                </a:solidFill>
              </a:rPr>
              <a:t>e</a:t>
            </a:r>
            <a:r>
              <a:rPr spc="-5" dirty="0">
                <a:solidFill>
                  <a:srgbClr val="006FC0"/>
                </a:solidFill>
              </a:rPr>
              <a:t>ate</a:t>
            </a:r>
            <a:r>
              <a:rPr spc="5" dirty="0">
                <a:solidFill>
                  <a:srgbClr val="006FC0"/>
                </a:solidFill>
              </a:rPr>
              <a:t>d</a:t>
            </a:r>
            <a:r>
              <a:rPr spc="-50" dirty="0">
                <a:solidFill>
                  <a:srgbClr val="006FC0"/>
                </a:solidFill>
              </a:rPr>
              <a:t> </a:t>
            </a:r>
            <a:r>
              <a:rPr spc="5" dirty="0">
                <a:solidFill>
                  <a:srgbClr val="006FC0"/>
                </a:solidFill>
              </a:rPr>
              <a:t>p</a:t>
            </a:r>
            <a:r>
              <a:rPr spc="10" dirty="0">
                <a:solidFill>
                  <a:srgbClr val="006FC0"/>
                </a:solidFill>
              </a:rPr>
              <a:t>r</a:t>
            </a:r>
            <a:r>
              <a:rPr spc="5" dirty="0">
                <a:solidFill>
                  <a:srgbClr val="006FC0"/>
                </a:solidFill>
              </a:rPr>
              <a:t>o</a:t>
            </a:r>
            <a:r>
              <a:rPr dirty="0">
                <a:solidFill>
                  <a:srgbClr val="006FC0"/>
                </a:solidFill>
              </a:rPr>
              <a:t>ject</a:t>
            </a:r>
            <a:r>
              <a:rPr spc="-50" dirty="0">
                <a:solidFill>
                  <a:srgbClr val="006FC0"/>
                </a:solidFill>
              </a:rPr>
              <a:t> </a:t>
            </a:r>
            <a:r>
              <a:rPr dirty="0">
                <a:solidFill>
                  <a:srgbClr val="006FC0"/>
                </a:solidFill>
              </a:rPr>
              <a:t>f</a:t>
            </a:r>
            <a:r>
              <a:rPr spc="5" dirty="0">
                <a:solidFill>
                  <a:srgbClr val="006FC0"/>
                </a:solidFill>
              </a:rPr>
              <a:t>o</a:t>
            </a:r>
            <a:r>
              <a:rPr dirty="0">
                <a:solidFill>
                  <a:srgbClr val="006FC0"/>
                </a:solidFill>
              </a:rPr>
              <a:t>ld</a:t>
            </a:r>
            <a:r>
              <a:rPr spc="5" dirty="0">
                <a:solidFill>
                  <a:srgbClr val="006FC0"/>
                </a:solidFill>
              </a:rPr>
              <a:t>e</a:t>
            </a:r>
            <a:r>
              <a:rPr spc="-10" dirty="0">
                <a:solidFill>
                  <a:srgbClr val="006FC0"/>
                </a:solidFill>
              </a:rPr>
              <a:t>r</a:t>
            </a:r>
            <a:r>
              <a:rPr spc="-45" dirty="0">
                <a:solidFill>
                  <a:srgbClr val="006FC0"/>
                </a:solidFill>
              </a:rPr>
              <a:t> </a:t>
            </a:r>
            <a:r>
              <a:rPr spc="-10" dirty="0">
                <a:solidFill>
                  <a:srgbClr val="006FC0"/>
                </a:solidFill>
              </a:rPr>
              <a:t>i</a:t>
            </a:r>
            <a:r>
              <a:rPr spc="-5" dirty="0">
                <a:solidFill>
                  <a:srgbClr val="006FC0"/>
                </a:solidFill>
              </a:rPr>
              <a:t>.</a:t>
            </a:r>
            <a:r>
              <a:rPr spc="5" dirty="0">
                <a:solidFill>
                  <a:srgbClr val="006FC0"/>
                </a:solidFill>
              </a:rPr>
              <a:t>e</a:t>
            </a:r>
            <a:r>
              <a:rPr dirty="0">
                <a:solidFill>
                  <a:srgbClr val="006FC0"/>
                </a:solidFill>
              </a:rPr>
              <a:t>.</a:t>
            </a:r>
            <a:r>
              <a:rPr spc="5" dirty="0">
                <a:solidFill>
                  <a:srgbClr val="006FC0"/>
                </a:solidFill>
              </a:rPr>
              <a:t> </a:t>
            </a:r>
            <a:r>
              <a:rPr spc="10" dirty="0">
                <a:solidFill>
                  <a:srgbClr val="006FC0"/>
                </a:solidFill>
              </a:rPr>
              <a:t>M</a:t>
            </a:r>
            <a:r>
              <a:rPr spc="5" dirty="0">
                <a:solidFill>
                  <a:srgbClr val="006FC0"/>
                </a:solidFill>
              </a:rPr>
              <a:t>y</a:t>
            </a:r>
            <a:r>
              <a:rPr spc="-10" dirty="0">
                <a:solidFill>
                  <a:srgbClr val="006FC0"/>
                </a:solidFill>
              </a:rPr>
              <a:t>Firs</a:t>
            </a:r>
            <a:r>
              <a:rPr spc="-20" dirty="0">
                <a:solidFill>
                  <a:srgbClr val="006FC0"/>
                </a:solidFill>
              </a:rPr>
              <a:t>t</a:t>
            </a:r>
            <a:r>
              <a:rPr spc="-5" dirty="0">
                <a:solidFill>
                  <a:srgbClr val="006FC0"/>
                </a:solidFill>
              </a:rPr>
              <a:t>De</a:t>
            </a:r>
            <a:r>
              <a:rPr spc="5" dirty="0">
                <a:solidFill>
                  <a:srgbClr val="006FC0"/>
                </a:solidFill>
              </a:rPr>
              <a:t>mo</a:t>
            </a:r>
            <a:r>
              <a:rPr dirty="0">
                <a:solidFill>
                  <a:srgbClr val="006FC0"/>
                </a:solidFill>
              </a:rPr>
              <a:t>App</a:t>
            </a:r>
          </a:p>
        </p:txBody>
      </p:sp>
      <p:sp>
        <p:nvSpPr>
          <p:cNvPr id="7" name="object 7"/>
          <p:cNvSpPr/>
          <p:nvPr/>
        </p:nvSpPr>
        <p:spPr>
          <a:xfrm>
            <a:off x="3233927" y="1237488"/>
            <a:ext cx="6697980" cy="325678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144" y="4018788"/>
            <a:ext cx="2238756" cy="74676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1627" y="4061460"/>
            <a:ext cx="2113787" cy="62331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1627" y="4061460"/>
            <a:ext cx="2113915" cy="623570"/>
          </a:xfrm>
          <a:custGeom>
            <a:avLst/>
            <a:gdLst/>
            <a:ahLst/>
            <a:cxnLst/>
            <a:rect l="l" t="t" r="r" b="b"/>
            <a:pathLst>
              <a:path w="2113915" h="623570">
                <a:moveTo>
                  <a:pt x="103905" y="0"/>
                </a:moveTo>
                <a:lnTo>
                  <a:pt x="2009906" y="0"/>
                </a:lnTo>
                <a:lnTo>
                  <a:pt x="2024524" y="1019"/>
                </a:lnTo>
                <a:lnTo>
                  <a:pt x="2064063" y="15202"/>
                </a:lnTo>
                <a:lnTo>
                  <a:pt x="2094234" y="43181"/>
                </a:lnTo>
                <a:lnTo>
                  <a:pt x="2111315" y="81233"/>
                </a:lnTo>
                <a:lnTo>
                  <a:pt x="2113787" y="623315"/>
                </a:lnTo>
                <a:lnTo>
                  <a:pt x="0" y="623315"/>
                </a:lnTo>
                <a:lnTo>
                  <a:pt x="0" y="103881"/>
                </a:lnTo>
                <a:lnTo>
                  <a:pt x="1019" y="89265"/>
                </a:lnTo>
                <a:lnTo>
                  <a:pt x="15209" y="49729"/>
                </a:lnTo>
                <a:lnTo>
                  <a:pt x="43193" y="19559"/>
                </a:lnTo>
                <a:lnTo>
                  <a:pt x="81243" y="2476"/>
                </a:lnTo>
                <a:lnTo>
                  <a:pt x="103905" y="0"/>
                </a:lnTo>
                <a:close/>
              </a:path>
            </a:pathLst>
          </a:custGeom>
          <a:ln w="6095">
            <a:solidFill>
              <a:srgbClr val="9A2C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01162" y="4199719"/>
            <a:ext cx="1051560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S</a:t>
            </a:r>
            <a:r>
              <a:rPr sz="28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t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ep</a:t>
            </a:r>
            <a:r>
              <a:rPr sz="28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4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1627" y="4684776"/>
            <a:ext cx="11734800" cy="0"/>
          </a:xfrm>
          <a:custGeom>
            <a:avLst/>
            <a:gdLst/>
            <a:ahLst/>
            <a:cxnLst/>
            <a:rect l="l" t="t" r="r" b="b"/>
            <a:pathLst>
              <a:path w="11734800">
                <a:moveTo>
                  <a:pt x="0" y="0"/>
                </a:moveTo>
                <a:lnTo>
                  <a:pt x="11734799" y="0"/>
                </a:lnTo>
              </a:path>
            </a:pathLst>
          </a:custGeom>
          <a:ln w="12191">
            <a:solidFill>
              <a:srgbClr val="7A211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384300" y="4251857"/>
            <a:ext cx="213423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4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24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4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app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4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4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ca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tion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69313" y="5464302"/>
            <a:ext cx="3732529" cy="462280"/>
          </a:xfrm>
          <a:prstGeom prst="rect">
            <a:avLst/>
          </a:prstGeom>
          <a:solidFill>
            <a:srgbClr val="9A2C1F"/>
          </a:solidFill>
        </p:spPr>
        <p:txBody>
          <a:bodyPr vert="horz" wrap="square" lIns="0" tIns="0" rIns="0" bIns="0" rtlCol="0">
            <a:spAutoFit/>
          </a:bodyPr>
          <a:lstStyle/>
          <a:p>
            <a:pPr marL="598170">
              <a:lnSpc>
                <a:spcPct val="100000"/>
              </a:lnSpc>
            </a:pP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S</a:t>
            </a: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yn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tax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: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-</a:t>
            </a:r>
            <a:r>
              <a:rPr sz="24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n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g</a:t>
            </a:r>
            <a:r>
              <a:rPr sz="24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24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r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ve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0583" y="6239255"/>
            <a:ext cx="5808345" cy="462280"/>
          </a:xfrm>
          <a:custGeom>
            <a:avLst/>
            <a:gdLst/>
            <a:ahLst/>
            <a:cxnLst/>
            <a:rect l="l" t="t" r="r" b="b"/>
            <a:pathLst>
              <a:path w="5808345" h="462279">
                <a:moveTo>
                  <a:pt x="0" y="461771"/>
                </a:moveTo>
                <a:lnTo>
                  <a:pt x="5807963" y="461771"/>
                </a:lnTo>
                <a:lnTo>
                  <a:pt x="5807963" y="0"/>
                </a:lnTo>
                <a:lnTo>
                  <a:pt x="0" y="0"/>
                </a:lnTo>
                <a:lnTo>
                  <a:pt x="0" y="4617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0583" y="6239255"/>
            <a:ext cx="5808345" cy="462280"/>
          </a:xfrm>
          <a:custGeom>
            <a:avLst/>
            <a:gdLst/>
            <a:ahLst/>
            <a:cxnLst/>
            <a:rect l="l" t="t" r="r" b="b"/>
            <a:pathLst>
              <a:path w="5808345" h="462279">
                <a:moveTo>
                  <a:pt x="0" y="461771"/>
                </a:moveTo>
                <a:lnTo>
                  <a:pt x="5807963" y="461771"/>
                </a:lnTo>
                <a:lnTo>
                  <a:pt x="5807963" y="0"/>
                </a:lnTo>
                <a:lnTo>
                  <a:pt x="0" y="0"/>
                </a:lnTo>
                <a:lnTo>
                  <a:pt x="0" y="46177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79931" y="6322114"/>
            <a:ext cx="546989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F:/Angu</a:t>
            </a:r>
            <a:r>
              <a:rPr sz="2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l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ar4/</a:t>
            </a: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M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yF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i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rs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tD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moApp&gt;</a:t>
            </a:r>
            <a:r>
              <a:rPr sz="2400" spc="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n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g</a:t>
            </a:r>
            <a:r>
              <a:rPr sz="24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serve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8740" y="4965725"/>
            <a:ext cx="6922134" cy="332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Wingdings"/>
              <a:buChar char=""/>
              <a:tabLst>
                <a:tab pos="355600" algn="l"/>
              </a:tabLst>
            </a:pPr>
            <a:r>
              <a:rPr sz="2400" spc="5" dirty="0">
                <a:latin typeface="Microsoft Sans Serif"/>
                <a:cs typeface="Microsoft Sans Serif"/>
              </a:rPr>
              <a:t>ng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spc="5" dirty="0">
                <a:latin typeface="Microsoft Sans Serif"/>
                <a:cs typeface="Microsoft Sans Serif"/>
              </a:rPr>
              <a:t>se</a:t>
            </a:r>
            <a:r>
              <a:rPr sz="2400" spc="10" dirty="0">
                <a:latin typeface="Microsoft Sans Serif"/>
                <a:cs typeface="Microsoft Sans Serif"/>
              </a:rPr>
              <a:t>r</a:t>
            </a:r>
            <a:r>
              <a:rPr sz="2400" dirty="0">
                <a:latin typeface="Microsoft Sans Serif"/>
                <a:cs typeface="Microsoft Sans Serif"/>
              </a:rPr>
              <a:t>v</a:t>
            </a:r>
            <a:r>
              <a:rPr sz="2400" spc="5" dirty="0">
                <a:latin typeface="Microsoft Sans Serif"/>
                <a:cs typeface="Microsoft Sans Serif"/>
              </a:rPr>
              <a:t>e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spc="5" dirty="0">
                <a:latin typeface="Microsoft Sans Serif"/>
                <a:cs typeface="Microsoft Sans Serif"/>
              </a:rPr>
              <a:t>co</a:t>
            </a:r>
            <a:r>
              <a:rPr sz="2400" spc="10" dirty="0">
                <a:latin typeface="Microsoft Sans Serif"/>
                <a:cs typeface="Microsoft Sans Serif"/>
              </a:rPr>
              <a:t>m</a:t>
            </a:r>
            <a:r>
              <a:rPr sz="2400" dirty="0">
                <a:latin typeface="Microsoft Sans Serif"/>
                <a:cs typeface="Microsoft Sans Serif"/>
              </a:rPr>
              <a:t>man</a:t>
            </a:r>
            <a:r>
              <a:rPr sz="2400" spc="5" dirty="0">
                <a:latin typeface="Microsoft Sans Serif"/>
                <a:cs typeface="Microsoft Sans Serif"/>
              </a:rPr>
              <a:t>d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is </a:t>
            </a:r>
            <a:r>
              <a:rPr sz="2400" spc="-5" dirty="0">
                <a:latin typeface="Microsoft Sans Serif"/>
                <a:cs typeface="Microsoft Sans Serif"/>
              </a:rPr>
              <a:t>u</a:t>
            </a:r>
            <a:r>
              <a:rPr sz="2400" spc="5" dirty="0">
                <a:latin typeface="Microsoft Sans Serif"/>
                <a:cs typeface="Microsoft Sans Serif"/>
              </a:rPr>
              <a:t>sed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f</a:t>
            </a:r>
            <a:r>
              <a:rPr sz="2400" spc="5" dirty="0">
                <a:latin typeface="Microsoft Sans Serif"/>
                <a:cs typeface="Microsoft Sans Serif"/>
              </a:rPr>
              <a:t>o</a:t>
            </a:r>
            <a:r>
              <a:rPr sz="2400" spc="-10" dirty="0">
                <a:latin typeface="Microsoft Sans Serif"/>
                <a:cs typeface="Microsoft Sans Serif"/>
              </a:rPr>
              <a:t>r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</a:t>
            </a:r>
            <a:r>
              <a:rPr sz="2400" spc="5" dirty="0">
                <a:latin typeface="Microsoft Sans Serif"/>
                <a:cs typeface="Microsoft Sans Serif"/>
              </a:rPr>
              <a:t>o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spc="10" dirty="0">
                <a:latin typeface="Microsoft Sans Serif"/>
                <a:cs typeface="Microsoft Sans Serif"/>
              </a:rPr>
              <a:t>r</a:t>
            </a:r>
            <a:r>
              <a:rPr sz="2400" spc="5" dirty="0">
                <a:latin typeface="Microsoft Sans Serif"/>
                <a:cs typeface="Microsoft Sans Serif"/>
              </a:rPr>
              <a:t>un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spc="5" dirty="0">
                <a:latin typeface="Microsoft Sans Serif"/>
                <a:cs typeface="Microsoft Sans Serif"/>
              </a:rPr>
              <a:t>app</a:t>
            </a:r>
            <a:r>
              <a:rPr sz="2400" dirty="0">
                <a:latin typeface="Microsoft Sans Serif"/>
                <a:cs typeface="Microsoft Sans Serif"/>
              </a:rPr>
              <a:t>l</a:t>
            </a:r>
            <a:r>
              <a:rPr sz="2400" spc="-15" dirty="0">
                <a:latin typeface="Microsoft Sans Serif"/>
                <a:cs typeface="Microsoft Sans Serif"/>
              </a:rPr>
              <a:t>i</a:t>
            </a:r>
            <a:r>
              <a:rPr sz="2400" spc="5" dirty="0">
                <a:latin typeface="Microsoft Sans Serif"/>
                <a:cs typeface="Microsoft Sans Serif"/>
              </a:rPr>
              <a:t>ca</a:t>
            </a:r>
            <a:r>
              <a:rPr sz="2400" dirty="0">
                <a:latin typeface="Microsoft Sans Serif"/>
                <a:cs typeface="Microsoft Sans Serif"/>
              </a:rPr>
              <a:t>tion.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939028" y="5343142"/>
            <a:ext cx="6053328" cy="143560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100" y="865632"/>
            <a:ext cx="2240280" cy="7467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0583" y="908304"/>
            <a:ext cx="2115311" cy="6233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0583" y="908304"/>
            <a:ext cx="2115820" cy="623570"/>
          </a:xfrm>
          <a:custGeom>
            <a:avLst/>
            <a:gdLst/>
            <a:ahLst/>
            <a:cxnLst/>
            <a:rect l="l" t="t" r="r" b="b"/>
            <a:pathLst>
              <a:path w="2115820" h="623569">
                <a:moveTo>
                  <a:pt x="103905" y="0"/>
                </a:moveTo>
                <a:lnTo>
                  <a:pt x="2011430" y="0"/>
                </a:lnTo>
                <a:lnTo>
                  <a:pt x="2026048" y="1019"/>
                </a:lnTo>
                <a:lnTo>
                  <a:pt x="2065589" y="15203"/>
                </a:lnTo>
                <a:lnTo>
                  <a:pt x="2095760" y="43182"/>
                </a:lnTo>
                <a:lnTo>
                  <a:pt x="2112839" y="81233"/>
                </a:lnTo>
                <a:lnTo>
                  <a:pt x="2115311" y="623315"/>
                </a:lnTo>
                <a:lnTo>
                  <a:pt x="0" y="623315"/>
                </a:lnTo>
                <a:lnTo>
                  <a:pt x="0" y="103875"/>
                </a:lnTo>
                <a:lnTo>
                  <a:pt x="1019" y="89260"/>
                </a:lnTo>
                <a:lnTo>
                  <a:pt x="15209" y="49726"/>
                </a:lnTo>
                <a:lnTo>
                  <a:pt x="43195" y="19557"/>
                </a:lnTo>
                <a:lnTo>
                  <a:pt x="81247" y="2475"/>
                </a:lnTo>
                <a:lnTo>
                  <a:pt x="103905" y="0"/>
                </a:lnTo>
                <a:close/>
              </a:path>
            </a:pathLst>
          </a:custGeom>
          <a:ln w="6095">
            <a:solidFill>
              <a:srgbClr val="9A2C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0583" y="1531620"/>
            <a:ext cx="11734800" cy="0"/>
          </a:xfrm>
          <a:custGeom>
            <a:avLst/>
            <a:gdLst/>
            <a:ahLst/>
            <a:cxnLst/>
            <a:rect l="l" t="t" r="r" b="b"/>
            <a:pathLst>
              <a:path w="11734800">
                <a:moveTo>
                  <a:pt x="0" y="0"/>
                </a:moveTo>
                <a:lnTo>
                  <a:pt x="11734799" y="0"/>
                </a:lnTo>
              </a:path>
            </a:pathLst>
          </a:custGeom>
          <a:ln w="12191">
            <a:solidFill>
              <a:srgbClr val="7A211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414398" y="1085653"/>
            <a:ext cx="4899025" cy="346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912745" algn="l"/>
              </a:tabLst>
            </a:pPr>
            <a:r>
              <a:rPr sz="24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4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pen</a:t>
            </a:r>
            <a:r>
              <a:rPr sz="24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w</a:t>
            </a:r>
            <a:r>
              <a:rPr sz="24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24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24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4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4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wse</a:t>
            </a:r>
            <a:r>
              <a:rPr sz="24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4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-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	</a:t>
            </a:r>
            <a:r>
              <a:rPr sz="25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loc</a:t>
            </a:r>
            <a:r>
              <a:rPr sz="25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5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lh</a:t>
            </a:r>
            <a:r>
              <a:rPr sz="25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5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st:4200</a:t>
            </a:r>
            <a:endParaRPr sz="2500">
              <a:latin typeface="Microsoft Sans Serif"/>
              <a:cs typeface="Microsoft Sans Serif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995F7D5-F399-E758-813B-6BC0F18762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1905000"/>
            <a:ext cx="8686800" cy="429376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7625">
              <a:lnSpc>
                <a:spcPct val="100000"/>
              </a:lnSpc>
            </a:pPr>
            <a:r>
              <a:rPr sz="4000" spc="-30" dirty="0">
                <a:solidFill>
                  <a:srgbClr val="696363"/>
                </a:solidFill>
              </a:rPr>
              <a:t>S</a:t>
            </a:r>
            <a:r>
              <a:rPr sz="4000" spc="0" dirty="0">
                <a:solidFill>
                  <a:srgbClr val="696363"/>
                </a:solidFill>
              </a:rPr>
              <a:t>t</a:t>
            </a:r>
            <a:r>
              <a:rPr sz="4000" spc="-10" dirty="0">
                <a:solidFill>
                  <a:srgbClr val="696363"/>
                </a:solidFill>
              </a:rPr>
              <a:t>r</a:t>
            </a:r>
            <a:r>
              <a:rPr sz="4000" spc="-30" dirty="0">
                <a:solidFill>
                  <a:srgbClr val="696363"/>
                </a:solidFill>
              </a:rPr>
              <a:t>u</a:t>
            </a:r>
            <a:r>
              <a:rPr sz="4000" spc="-10" dirty="0">
                <a:solidFill>
                  <a:srgbClr val="696363"/>
                </a:solidFill>
              </a:rPr>
              <a:t>c</a:t>
            </a:r>
            <a:r>
              <a:rPr sz="4000" spc="-20" dirty="0">
                <a:solidFill>
                  <a:srgbClr val="696363"/>
                </a:solidFill>
              </a:rPr>
              <a:t>tu</a:t>
            </a:r>
            <a:r>
              <a:rPr sz="4000" spc="-5" dirty="0">
                <a:solidFill>
                  <a:srgbClr val="696363"/>
                </a:solidFill>
              </a:rPr>
              <a:t>r</a:t>
            </a:r>
            <a:r>
              <a:rPr sz="4000" spc="-25" dirty="0">
                <a:solidFill>
                  <a:srgbClr val="696363"/>
                </a:solidFill>
              </a:rPr>
              <a:t>e</a:t>
            </a:r>
            <a:r>
              <a:rPr sz="4000" spc="50" dirty="0">
                <a:solidFill>
                  <a:srgbClr val="696363"/>
                </a:solidFill>
                <a:latin typeface="Times New Roman"/>
                <a:cs typeface="Times New Roman"/>
              </a:rPr>
              <a:t> </a:t>
            </a:r>
            <a:r>
              <a:rPr sz="4000" spc="-30" dirty="0">
                <a:solidFill>
                  <a:srgbClr val="696363"/>
                </a:solidFill>
              </a:rPr>
              <a:t>o</a:t>
            </a:r>
            <a:r>
              <a:rPr sz="4000" spc="0" dirty="0">
                <a:solidFill>
                  <a:srgbClr val="696363"/>
                </a:solidFill>
              </a:rPr>
              <a:t>f</a:t>
            </a:r>
            <a:r>
              <a:rPr sz="4000" spc="-50" dirty="0">
                <a:solidFill>
                  <a:srgbClr val="696363"/>
                </a:solidFill>
              </a:rPr>
              <a:t> </a:t>
            </a:r>
            <a:r>
              <a:rPr sz="4000" spc="-30" dirty="0">
                <a:solidFill>
                  <a:srgbClr val="696363"/>
                </a:solidFill>
              </a:rPr>
              <a:t>p</a:t>
            </a:r>
            <a:r>
              <a:rPr sz="4000" spc="0" dirty="0">
                <a:solidFill>
                  <a:srgbClr val="696363"/>
                </a:solidFill>
              </a:rPr>
              <a:t>r</a:t>
            </a:r>
            <a:r>
              <a:rPr sz="4000" spc="-30" dirty="0">
                <a:solidFill>
                  <a:srgbClr val="696363"/>
                </a:solidFill>
              </a:rPr>
              <a:t>o</a:t>
            </a:r>
            <a:r>
              <a:rPr sz="4000" spc="0" dirty="0">
                <a:solidFill>
                  <a:srgbClr val="696363"/>
                </a:solidFill>
              </a:rPr>
              <a:t>j</a:t>
            </a:r>
            <a:r>
              <a:rPr sz="4000" spc="-30" dirty="0">
                <a:solidFill>
                  <a:srgbClr val="696363"/>
                </a:solidFill>
              </a:rPr>
              <a:t>e</a:t>
            </a:r>
            <a:r>
              <a:rPr sz="4000" spc="-10" dirty="0">
                <a:solidFill>
                  <a:srgbClr val="696363"/>
                </a:solidFill>
              </a:rPr>
              <a:t>c</a:t>
            </a:r>
            <a:r>
              <a:rPr sz="4000" spc="-15" dirty="0">
                <a:solidFill>
                  <a:srgbClr val="696363"/>
                </a:solidFill>
              </a:rPr>
              <a:t>t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35279" y="1191766"/>
            <a:ext cx="2977896" cy="56662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124455" y="1674876"/>
            <a:ext cx="3464560" cy="76200"/>
          </a:xfrm>
          <a:custGeom>
            <a:avLst/>
            <a:gdLst/>
            <a:ahLst/>
            <a:cxnLst/>
            <a:rect l="l" t="t" r="r" b="b"/>
            <a:pathLst>
              <a:path w="3464560" h="76200">
                <a:moveTo>
                  <a:pt x="3388248" y="0"/>
                </a:moveTo>
                <a:lnTo>
                  <a:pt x="3388248" y="76199"/>
                </a:lnTo>
                <a:lnTo>
                  <a:pt x="3451743" y="44452"/>
                </a:lnTo>
                <a:lnTo>
                  <a:pt x="3400927" y="44452"/>
                </a:lnTo>
                <a:lnTo>
                  <a:pt x="3400927" y="31760"/>
                </a:lnTo>
                <a:lnTo>
                  <a:pt x="3451768" y="31760"/>
                </a:lnTo>
                <a:lnTo>
                  <a:pt x="3388248" y="0"/>
                </a:lnTo>
                <a:close/>
              </a:path>
              <a:path w="3464560" h="76200">
                <a:moveTo>
                  <a:pt x="3388248" y="31760"/>
                </a:moveTo>
                <a:lnTo>
                  <a:pt x="0" y="31760"/>
                </a:lnTo>
                <a:lnTo>
                  <a:pt x="0" y="44452"/>
                </a:lnTo>
                <a:lnTo>
                  <a:pt x="3388248" y="44452"/>
                </a:lnTo>
                <a:lnTo>
                  <a:pt x="3388248" y="31760"/>
                </a:lnTo>
                <a:close/>
              </a:path>
              <a:path w="3464560" h="76200">
                <a:moveTo>
                  <a:pt x="3451768" y="31760"/>
                </a:moveTo>
                <a:lnTo>
                  <a:pt x="3400927" y="31760"/>
                </a:lnTo>
                <a:lnTo>
                  <a:pt x="3400927" y="44452"/>
                </a:lnTo>
                <a:lnTo>
                  <a:pt x="3451743" y="44452"/>
                </a:lnTo>
                <a:lnTo>
                  <a:pt x="3464448" y="38099"/>
                </a:lnTo>
                <a:lnTo>
                  <a:pt x="3451768" y="31760"/>
                </a:lnTo>
                <a:close/>
              </a:path>
            </a:pathLst>
          </a:custGeom>
          <a:solidFill>
            <a:srgbClr val="D247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615939" y="1391412"/>
            <a:ext cx="6460490" cy="923925"/>
          </a:xfrm>
          <a:prstGeom prst="rect">
            <a:avLst/>
          </a:prstGeom>
          <a:ln w="12191">
            <a:solidFill>
              <a:srgbClr val="D2471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6055" marR="176530" algn="ctr">
              <a:lnSpc>
                <a:spcPct val="100000"/>
              </a:lnSpc>
            </a:pPr>
            <a:r>
              <a:rPr sz="1800" spc="-5" dirty="0">
                <a:latin typeface="Microsoft Sans Serif"/>
                <a:cs typeface="Microsoft Sans Serif"/>
              </a:rPr>
              <a:t>N</a:t>
            </a:r>
            <a:r>
              <a:rPr sz="1800" spc="-10" dirty="0">
                <a:latin typeface="Microsoft Sans Serif"/>
                <a:cs typeface="Microsoft Sans Serif"/>
              </a:rPr>
              <a:t>P</a:t>
            </a:r>
            <a:r>
              <a:rPr sz="1800" dirty="0">
                <a:latin typeface="Microsoft Sans Serif"/>
                <a:cs typeface="Microsoft Sans Serif"/>
              </a:rPr>
              <a:t>M is t</a:t>
            </a:r>
            <a:r>
              <a:rPr sz="1800" spc="-10" dirty="0">
                <a:latin typeface="Microsoft Sans Serif"/>
                <a:cs typeface="Microsoft Sans Serif"/>
              </a:rPr>
              <a:t>he</a:t>
            </a:r>
            <a:r>
              <a:rPr sz="180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node</a:t>
            </a:r>
            <a:r>
              <a:rPr sz="1800" spc="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pa</a:t>
            </a:r>
            <a:r>
              <a:rPr sz="1800" dirty="0">
                <a:latin typeface="Microsoft Sans Serif"/>
                <a:cs typeface="Microsoft Sans Serif"/>
              </a:rPr>
              <a:t>ck</a:t>
            </a:r>
            <a:r>
              <a:rPr sz="1800" spc="-10" dirty="0">
                <a:latin typeface="Microsoft Sans Serif"/>
                <a:cs typeface="Microsoft Sans Serif"/>
              </a:rPr>
              <a:t>age</a:t>
            </a:r>
            <a:r>
              <a:rPr sz="1800" spc="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</a:t>
            </a:r>
            <a:r>
              <a:rPr sz="1800" spc="-10" dirty="0">
                <a:latin typeface="Microsoft Sans Serif"/>
                <a:cs typeface="Microsoft Sans Serif"/>
              </a:rPr>
              <a:t>anage</a:t>
            </a:r>
            <a:r>
              <a:rPr sz="1800" dirty="0">
                <a:latin typeface="Microsoft Sans Serif"/>
                <a:cs typeface="Microsoft Sans Serif"/>
              </a:rPr>
              <a:t>r,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w</a:t>
            </a:r>
            <a:r>
              <a:rPr sz="1800" spc="-15" dirty="0">
                <a:latin typeface="Microsoft Sans Serif"/>
                <a:cs typeface="Microsoft Sans Serif"/>
              </a:rPr>
              <a:t>h</a:t>
            </a:r>
            <a:r>
              <a:rPr sz="1800" dirty="0">
                <a:latin typeface="Microsoft Sans Serif"/>
                <a:cs typeface="Microsoft Sans Serif"/>
              </a:rPr>
              <a:t>ic</a:t>
            </a:r>
            <a:r>
              <a:rPr sz="1800" spc="-15" dirty="0">
                <a:latin typeface="Microsoft Sans Serif"/>
                <a:cs typeface="Microsoft Sans Serif"/>
              </a:rPr>
              <a:t>h</a:t>
            </a:r>
            <a:r>
              <a:rPr sz="1800" spc="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</a:t>
            </a:r>
            <a:r>
              <a:rPr sz="1800" spc="-10" dirty="0">
                <a:latin typeface="Microsoft Sans Serif"/>
                <a:cs typeface="Microsoft Sans Serif"/>
              </a:rPr>
              <a:t>n</a:t>
            </a:r>
            <a:r>
              <a:rPr sz="1800" dirty="0">
                <a:latin typeface="Microsoft Sans Serif"/>
                <a:cs typeface="Microsoft Sans Serif"/>
              </a:rPr>
              <a:t>sta</a:t>
            </a:r>
            <a:r>
              <a:rPr sz="1800" spc="-10" dirty="0">
                <a:latin typeface="Microsoft Sans Serif"/>
                <a:cs typeface="Microsoft Sans Serif"/>
              </a:rPr>
              <a:t>l</a:t>
            </a:r>
            <a:r>
              <a:rPr sz="1800" dirty="0">
                <a:latin typeface="Microsoft Sans Serif"/>
                <a:cs typeface="Microsoft Sans Serif"/>
              </a:rPr>
              <a:t>ls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pa</a:t>
            </a:r>
            <a:r>
              <a:rPr sz="1800" dirty="0">
                <a:latin typeface="Microsoft Sans Serif"/>
                <a:cs typeface="Microsoft Sans Serif"/>
              </a:rPr>
              <a:t>ck</a:t>
            </a:r>
            <a:r>
              <a:rPr sz="1800" spc="-10" dirty="0">
                <a:latin typeface="Microsoft Sans Serif"/>
                <a:cs typeface="Microsoft Sans Serif"/>
              </a:rPr>
              <a:t>age</a:t>
            </a:r>
            <a:r>
              <a:rPr sz="1800" dirty="0">
                <a:latin typeface="Microsoft Sans Serif"/>
                <a:cs typeface="Microsoft Sans Serif"/>
              </a:rPr>
              <a:t>s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l</a:t>
            </a:r>
            <a:r>
              <a:rPr sz="1800" spc="-10" dirty="0">
                <a:latin typeface="Microsoft Sans Serif"/>
                <a:cs typeface="Microsoft Sans Serif"/>
              </a:rPr>
              <a:t>o</a:t>
            </a:r>
            <a:r>
              <a:rPr sz="1800" dirty="0">
                <a:latin typeface="Microsoft Sans Serif"/>
                <a:cs typeface="Microsoft Sans Serif"/>
              </a:rPr>
              <a:t>ca</a:t>
            </a:r>
            <a:r>
              <a:rPr sz="1800" spc="-10" dirty="0">
                <a:latin typeface="Microsoft Sans Serif"/>
                <a:cs typeface="Microsoft Sans Serif"/>
              </a:rPr>
              <a:t>lly</a:t>
            </a:r>
            <a:r>
              <a:rPr sz="1800" dirty="0">
                <a:latin typeface="Microsoft Sans Serif"/>
                <a:cs typeface="Microsoft Sans Serif"/>
              </a:rPr>
              <a:t> i</a:t>
            </a:r>
            <a:r>
              <a:rPr sz="1800" spc="-10" dirty="0">
                <a:latin typeface="Microsoft Sans Serif"/>
                <a:cs typeface="Microsoft Sans Serif"/>
              </a:rPr>
              <a:t>nto a </a:t>
            </a:r>
            <a:r>
              <a:rPr sz="1800" spc="-20" dirty="0">
                <a:latin typeface="Microsoft Sans Serif"/>
                <a:cs typeface="Microsoft Sans Serif"/>
              </a:rPr>
              <a:t>p</a:t>
            </a:r>
            <a:r>
              <a:rPr sz="1800" dirty="0">
                <a:latin typeface="Microsoft Sans Serif"/>
                <a:cs typeface="Microsoft Sans Serif"/>
              </a:rPr>
              <a:t>ro</a:t>
            </a:r>
            <a:r>
              <a:rPr sz="1800" spc="-10" dirty="0">
                <a:latin typeface="Microsoft Sans Serif"/>
                <a:cs typeface="Microsoft Sans Serif"/>
              </a:rPr>
              <a:t>j</a:t>
            </a:r>
            <a:r>
              <a:rPr sz="1800" spc="-15" dirty="0">
                <a:latin typeface="Microsoft Sans Serif"/>
                <a:cs typeface="Microsoft Sans Serif"/>
              </a:rPr>
              <a:t>ect, spe</a:t>
            </a:r>
            <a:r>
              <a:rPr sz="1800" dirty="0">
                <a:latin typeface="Microsoft Sans Serif"/>
                <a:cs typeface="Microsoft Sans Serif"/>
              </a:rPr>
              <a:t>cific</a:t>
            </a:r>
            <a:r>
              <a:rPr sz="1800" spc="-10" dirty="0">
                <a:latin typeface="Microsoft Sans Serif"/>
                <a:cs typeface="Microsoft Sans Serif"/>
              </a:rPr>
              <a:t>ally,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</a:t>
            </a:r>
            <a:r>
              <a:rPr sz="1800" spc="-10" dirty="0">
                <a:latin typeface="Microsoft Sans Serif"/>
                <a:cs typeface="Microsoft Sans Serif"/>
              </a:rPr>
              <a:t>nto the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Microsoft Sans Serif"/>
                <a:cs typeface="Microsoft Sans Serif"/>
              </a:rPr>
              <a:t>node</a:t>
            </a:r>
            <a:r>
              <a:rPr sz="1800" dirty="0">
                <a:latin typeface="Microsoft Sans Serif"/>
                <a:cs typeface="Microsoft Sans Serif"/>
              </a:rPr>
              <a:t>_mo</a:t>
            </a:r>
            <a:r>
              <a:rPr sz="1800" spc="-10" dirty="0">
                <a:latin typeface="Microsoft Sans Serif"/>
                <a:cs typeface="Microsoft Sans Serif"/>
              </a:rPr>
              <a:t>d</a:t>
            </a:r>
            <a:r>
              <a:rPr sz="1800" spc="5" dirty="0">
                <a:latin typeface="Microsoft Sans Serif"/>
                <a:cs typeface="Microsoft Sans Serif"/>
              </a:rPr>
              <a:t>u</a:t>
            </a:r>
            <a:r>
              <a:rPr sz="1800" dirty="0">
                <a:latin typeface="Microsoft Sans Serif"/>
                <a:cs typeface="Microsoft Sans Serif"/>
              </a:rPr>
              <a:t>l</a:t>
            </a:r>
            <a:r>
              <a:rPr sz="1800" spc="-10" dirty="0">
                <a:latin typeface="Microsoft Sans Serif"/>
                <a:cs typeface="Microsoft Sans Serif"/>
              </a:rPr>
              <a:t>e</a:t>
            </a:r>
            <a:r>
              <a:rPr sz="1800" dirty="0">
                <a:latin typeface="Microsoft Sans Serif"/>
                <a:cs typeface="Microsoft Sans Serif"/>
              </a:rPr>
              <a:t>s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fol</a:t>
            </a:r>
            <a:r>
              <a:rPr sz="1800" spc="-15" dirty="0">
                <a:latin typeface="Microsoft Sans Serif"/>
                <a:cs typeface="Microsoft Sans Serif"/>
              </a:rPr>
              <a:t>der.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88363" y="4660142"/>
            <a:ext cx="3376295" cy="76200"/>
          </a:xfrm>
          <a:custGeom>
            <a:avLst/>
            <a:gdLst/>
            <a:ahLst/>
            <a:cxnLst/>
            <a:rect l="l" t="t" r="r" b="b"/>
            <a:pathLst>
              <a:path w="3376295" h="76200">
                <a:moveTo>
                  <a:pt x="3299978" y="0"/>
                </a:moveTo>
                <a:lnTo>
                  <a:pt x="3299863" y="31707"/>
                </a:lnTo>
                <a:lnTo>
                  <a:pt x="3312535" y="31741"/>
                </a:lnTo>
                <a:lnTo>
                  <a:pt x="3312535" y="44445"/>
                </a:lnTo>
                <a:lnTo>
                  <a:pt x="3299818" y="44445"/>
                </a:lnTo>
                <a:lnTo>
                  <a:pt x="3299703" y="76199"/>
                </a:lnTo>
                <a:lnTo>
                  <a:pt x="3363538" y="44445"/>
                </a:lnTo>
                <a:lnTo>
                  <a:pt x="3312535" y="44445"/>
                </a:lnTo>
                <a:lnTo>
                  <a:pt x="3363606" y="44411"/>
                </a:lnTo>
                <a:lnTo>
                  <a:pt x="3376056" y="38218"/>
                </a:lnTo>
                <a:lnTo>
                  <a:pt x="3299978" y="0"/>
                </a:lnTo>
                <a:close/>
              </a:path>
              <a:path w="3376295" h="76200">
                <a:moveTo>
                  <a:pt x="3299863" y="31707"/>
                </a:moveTo>
                <a:lnTo>
                  <a:pt x="3299818" y="44411"/>
                </a:lnTo>
                <a:lnTo>
                  <a:pt x="3312535" y="44445"/>
                </a:lnTo>
                <a:lnTo>
                  <a:pt x="3312535" y="31741"/>
                </a:lnTo>
                <a:lnTo>
                  <a:pt x="3299863" y="31707"/>
                </a:lnTo>
                <a:close/>
              </a:path>
              <a:path w="3376295" h="76200">
                <a:moveTo>
                  <a:pt x="0" y="22859"/>
                </a:moveTo>
                <a:lnTo>
                  <a:pt x="0" y="35551"/>
                </a:lnTo>
                <a:lnTo>
                  <a:pt x="3299818" y="44411"/>
                </a:lnTo>
                <a:lnTo>
                  <a:pt x="3299863" y="31707"/>
                </a:lnTo>
                <a:lnTo>
                  <a:pt x="0" y="22859"/>
                </a:lnTo>
                <a:close/>
              </a:path>
            </a:pathLst>
          </a:custGeom>
          <a:solidFill>
            <a:srgbClr val="D247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765547" y="4575047"/>
            <a:ext cx="7310755" cy="646430"/>
          </a:xfrm>
          <a:prstGeom prst="rect">
            <a:avLst/>
          </a:prstGeom>
          <a:ln w="12191">
            <a:solidFill>
              <a:srgbClr val="D2471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319779" marR="260350" indent="-2992120">
              <a:lnSpc>
                <a:spcPct val="100000"/>
              </a:lnSpc>
            </a:pPr>
            <a:r>
              <a:rPr sz="1800" dirty="0">
                <a:latin typeface="Microsoft Sans Serif"/>
                <a:cs typeface="Microsoft Sans Serif"/>
              </a:rPr>
              <a:t>Al</a:t>
            </a:r>
            <a:r>
              <a:rPr sz="1800" spc="-10" dirty="0">
                <a:latin typeface="Microsoft Sans Serif"/>
                <a:cs typeface="Microsoft Sans Serif"/>
              </a:rPr>
              <a:t>l im</a:t>
            </a:r>
            <a:r>
              <a:rPr sz="1800" spc="-20" dirty="0">
                <a:latin typeface="Microsoft Sans Serif"/>
                <a:cs typeface="Microsoft Sans Serif"/>
              </a:rPr>
              <a:t>a</a:t>
            </a:r>
            <a:r>
              <a:rPr sz="1800" spc="-5" dirty="0">
                <a:latin typeface="Microsoft Sans Serif"/>
                <a:cs typeface="Microsoft Sans Serif"/>
              </a:rPr>
              <a:t>g</a:t>
            </a:r>
            <a:r>
              <a:rPr sz="1800" spc="-10" dirty="0">
                <a:latin typeface="Microsoft Sans Serif"/>
                <a:cs typeface="Microsoft Sans Serif"/>
              </a:rPr>
              <a:t>es,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styles</a:t>
            </a:r>
            <a:r>
              <a:rPr sz="1800" spc="-10" dirty="0">
                <a:latin typeface="Microsoft Sans Serif"/>
                <a:cs typeface="Microsoft Sans Serif"/>
              </a:rPr>
              <a:t>h</a:t>
            </a:r>
            <a:r>
              <a:rPr sz="1800" spc="-5" dirty="0">
                <a:latin typeface="Microsoft Sans Serif"/>
                <a:cs typeface="Microsoft Sans Serif"/>
              </a:rPr>
              <a:t>e</a:t>
            </a:r>
            <a:r>
              <a:rPr sz="1800" spc="-10" dirty="0">
                <a:latin typeface="Microsoft Sans Serif"/>
                <a:cs typeface="Microsoft Sans Serif"/>
              </a:rPr>
              <a:t>ets</a:t>
            </a:r>
            <a:r>
              <a:rPr sz="1800" dirty="0">
                <a:latin typeface="Microsoft Sans Serif"/>
                <a:cs typeface="Microsoft Sans Serif"/>
              </a:rPr>
              <a:t>,</a:t>
            </a:r>
            <a:r>
              <a:rPr sz="1800" spc="-10" dirty="0">
                <a:latin typeface="Microsoft Sans Serif"/>
                <a:cs typeface="Microsoft Sans Serif"/>
              </a:rPr>
              <a:t> Jav</a:t>
            </a:r>
            <a:r>
              <a:rPr sz="1800" spc="-25" dirty="0">
                <a:latin typeface="Microsoft Sans Serif"/>
                <a:cs typeface="Microsoft Sans Serif"/>
              </a:rPr>
              <a:t>a</a:t>
            </a:r>
            <a:r>
              <a:rPr sz="1800" dirty="0">
                <a:latin typeface="Microsoft Sans Serif"/>
                <a:cs typeface="Microsoft Sans Serif"/>
              </a:rPr>
              <a:t>Scri</a:t>
            </a:r>
            <a:r>
              <a:rPr sz="1800" spc="-10" dirty="0">
                <a:latin typeface="Microsoft Sans Serif"/>
                <a:cs typeface="Microsoft Sans Serif"/>
              </a:rPr>
              <a:t>p</a:t>
            </a:r>
            <a:r>
              <a:rPr sz="1800" spc="-5" dirty="0">
                <a:latin typeface="Microsoft Sans Serif"/>
                <a:cs typeface="Microsoft Sans Serif"/>
              </a:rPr>
              <a:t>t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15" dirty="0">
                <a:latin typeface="Microsoft Sans Serif"/>
                <a:cs typeface="Microsoft Sans Serif"/>
              </a:rPr>
              <a:t>or thi</a:t>
            </a:r>
            <a:r>
              <a:rPr sz="1800" spc="-10" dirty="0">
                <a:latin typeface="Microsoft Sans Serif"/>
                <a:cs typeface="Microsoft Sans Serif"/>
              </a:rPr>
              <a:t>rd </a:t>
            </a:r>
            <a:r>
              <a:rPr sz="1800" spc="-20" dirty="0">
                <a:latin typeface="Microsoft Sans Serif"/>
                <a:cs typeface="Microsoft Sans Serif"/>
              </a:rPr>
              <a:t>p</a:t>
            </a:r>
            <a:r>
              <a:rPr sz="1800" spc="-15" dirty="0">
                <a:latin typeface="Microsoft Sans Serif"/>
                <a:cs typeface="Microsoft Sans Serif"/>
              </a:rPr>
              <a:t>arty li</a:t>
            </a:r>
            <a:r>
              <a:rPr sz="1800" spc="-20" dirty="0">
                <a:latin typeface="Microsoft Sans Serif"/>
                <a:cs typeface="Microsoft Sans Serif"/>
              </a:rPr>
              <a:t>b</a:t>
            </a:r>
            <a:r>
              <a:rPr sz="1800" dirty="0">
                <a:latin typeface="Microsoft Sans Serif"/>
                <a:cs typeface="Microsoft Sans Serif"/>
              </a:rPr>
              <a:t>rar</a:t>
            </a:r>
            <a:r>
              <a:rPr sz="1800" spc="-10" dirty="0">
                <a:latin typeface="Microsoft Sans Serif"/>
                <a:cs typeface="Microsoft Sans Serif"/>
              </a:rPr>
              <a:t>i</a:t>
            </a:r>
            <a:r>
              <a:rPr sz="1800" spc="-15" dirty="0">
                <a:latin typeface="Microsoft Sans Serif"/>
                <a:cs typeface="Microsoft Sans Serif"/>
              </a:rPr>
              <a:t>es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res</a:t>
            </a:r>
            <a:r>
              <a:rPr sz="1800" spc="-10" dirty="0">
                <a:latin typeface="Microsoft Sans Serif"/>
                <a:cs typeface="Microsoft Sans Serif"/>
              </a:rPr>
              <a:t>i</a:t>
            </a:r>
            <a:r>
              <a:rPr sz="1800" spc="-5" dirty="0">
                <a:latin typeface="Microsoft Sans Serif"/>
                <a:cs typeface="Microsoft Sans Serif"/>
              </a:rPr>
              <a:t>d</a:t>
            </a:r>
            <a:r>
              <a:rPr sz="1800" spc="-10" dirty="0">
                <a:latin typeface="Microsoft Sans Serif"/>
                <a:cs typeface="Microsoft Sans Serif"/>
              </a:rPr>
              <a:t>e</a:t>
            </a:r>
            <a:r>
              <a:rPr sz="1800" spc="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</a:t>
            </a:r>
            <a:r>
              <a:rPr sz="1800" spc="-10" dirty="0">
                <a:latin typeface="Microsoft Sans Serif"/>
                <a:cs typeface="Microsoft Sans Serif"/>
              </a:rPr>
              <a:t>n</a:t>
            </a:r>
            <a:r>
              <a:rPr sz="1800" spc="-5" dirty="0">
                <a:latin typeface="Microsoft Sans Serif"/>
                <a:cs typeface="Microsoft Sans Serif"/>
              </a:rPr>
              <a:t> ass</a:t>
            </a:r>
            <a:r>
              <a:rPr sz="1800" spc="-10" dirty="0">
                <a:latin typeface="Microsoft Sans Serif"/>
                <a:cs typeface="Microsoft Sans Serif"/>
              </a:rPr>
              <a:t>ets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691383" y="2395728"/>
            <a:ext cx="1165860" cy="1251585"/>
          </a:xfrm>
          <a:custGeom>
            <a:avLst/>
            <a:gdLst/>
            <a:ahLst/>
            <a:cxnLst/>
            <a:rect l="l" t="t" r="r" b="b"/>
            <a:pathLst>
              <a:path w="1165860" h="1251585">
                <a:moveTo>
                  <a:pt x="0" y="0"/>
                </a:moveTo>
                <a:lnTo>
                  <a:pt x="47809" y="321"/>
                </a:lnTo>
                <a:lnTo>
                  <a:pt x="94554" y="1269"/>
                </a:lnTo>
                <a:lnTo>
                  <a:pt x="140085" y="2819"/>
                </a:lnTo>
                <a:lnTo>
                  <a:pt x="184251" y="4946"/>
                </a:lnTo>
                <a:lnTo>
                  <a:pt x="226903" y="7625"/>
                </a:lnTo>
                <a:lnTo>
                  <a:pt x="267890" y="10831"/>
                </a:lnTo>
                <a:lnTo>
                  <a:pt x="307063" y="14540"/>
                </a:lnTo>
                <a:lnTo>
                  <a:pt x="379365" y="23364"/>
                </a:lnTo>
                <a:lnTo>
                  <a:pt x="442608" y="33898"/>
                </a:lnTo>
                <a:lnTo>
                  <a:pt x="495594" y="45945"/>
                </a:lnTo>
                <a:lnTo>
                  <a:pt x="537120" y="59304"/>
                </a:lnTo>
                <a:lnTo>
                  <a:pt x="575300" y="81369"/>
                </a:lnTo>
                <a:lnTo>
                  <a:pt x="582929" y="97139"/>
                </a:lnTo>
                <a:lnTo>
                  <a:pt x="582929" y="518403"/>
                </a:lnTo>
                <a:lnTo>
                  <a:pt x="584862" y="526366"/>
                </a:lnTo>
                <a:lnTo>
                  <a:pt x="628741" y="556205"/>
                </a:lnTo>
                <a:lnTo>
                  <a:pt x="670269" y="569566"/>
                </a:lnTo>
                <a:lnTo>
                  <a:pt x="723256" y="581620"/>
                </a:lnTo>
                <a:lnTo>
                  <a:pt x="786500" y="592166"/>
                </a:lnTo>
                <a:lnTo>
                  <a:pt x="858803" y="601003"/>
                </a:lnTo>
                <a:lnTo>
                  <a:pt x="897976" y="604718"/>
                </a:lnTo>
                <a:lnTo>
                  <a:pt x="938963" y="607930"/>
                </a:lnTo>
                <a:lnTo>
                  <a:pt x="981614" y="610615"/>
                </a:lnTo>
                <a:lnTo>
                  <a:pt x="1025779" y="612747"/>
                </a:lnTo>
                <a:lnTo>
                  <a:pt x="1071309" y="614300"/>
                </a:lnTo>
                <a:lnTo>
                  <a:pt x="1118052" y="615251"/>
                </a:lnTo>
                <a:lnTo>
                  <a:pt x="1165859" y="615574"/>
                </a:lnTo>
                <a:lnTo>
                  <a:pt x="1118052" y="615895"/>
                </a:lnTo>
                <a:lnTo>
                  <a:pt x="1071309" y="616843"/>
                </a:lnTo>
                <a:lnTo>
                  <a:pt x="1025779" y="618393"/>
                </a:lnTo>
                <a:lnTo>
                  <a:pt x="981614" y="620520"/>
                </a:lnTo>
                <a:lnTo>
                  <a:pt x="938963" y="623199"/>
                </a:lnTo>
                <a:lnTo>
                  <a:pt x="897976" y="626405"/>
                </a:lnTo>
                <a:lnTo>
                  <a:pt x="858803" y="630114"/>
                </a:lnTo>
                <a:lnTo>
                  <a:pt x="786500" y="638938"/>
                </a:lnTo>
                <a:lnTo>
                  <a:pt x="723256" y="649473"/>
                </a:lnTo>
                <a:lnTo>
                  <a:pt x="670269" y="661519"/>
                </a:lnTo>
                <a:lnTo>
                  <a:pt x="628741" y="674878"/>
                </a:lnTo>
                <a:lnTo>
                  <a:pt x="590559" y="696943"/>
                </a:lnTo>
                <a:lnTo>
                  <a:pt x="582929" y="712713"/>
                </a:lnTo>
                <a:lnTo>
                  <a:pt x="582929" y="1154033"/>
                </a:lnTo>
                <a:lnTo>
                  <a:pt x="580997" y="1162012"/>
                </a:lnTo>
                <a:lnTo>
                  <a:pt x="537120" y="1191886"/>
                </a:lnTo>
                <a:lnTo>
                  <a:pt x="495594" y="1205250"/>
                </a:lnTo>
                <a:lnTo>
                  <a:pt x="442608" y="1217299"/>
                </a:lnTo>
                <a:lnTo>
                  <a:pt x="379365" y="1227836"/>
                </a:lnTo>
                <a:lnTo>
                  <a:pt x="307063" y="1236662"/>
                </a:lnTo>
                <a:lnTo>
                  <a:pt x="267890" y="1240371"/>
                </a:lnTo>
                <a:lnTo>
                  <a:pt x="226903" y="1243577"/>
                </a:lnTo>
                <a:lnTo>
                  <a:pt x="184251" y="1246256"/>
                </a:lnTo>
                <a:lnTo>
                  <a:pt x="140085" y="1248383"/>
                </a:lnTo>
                <a:lnTo>
                  <a:pt x="94554" y="1249934"/>
                </a:lnTo>
                <a:lnTo>
                  <a:pt x="47809" y="1250882"/>
                </a:lnTo>
                <a:lnTo>
                  <a:pt x="0" y="1251203"/>
                </a:lnTo>
              </a:path>
            </a:pathLst>
          </a:custGeom>
          <a:ln w="6095">
            <a:solidFill>
              <a:srgbClr val="D2471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02891" y="5731764"/>
            <a:ext cx="1498600" cy="868680"/>
          </a:xfrm>
          <a:custGeom>
            <a:avLst/>
            <a:gdLst/>
            <a:ahLst/>
            <a:cxnLst/>
            <a:rect l="l" t="t" r="r" b="b"/>
            <a:pathLst>
              <a:path w="1498600" h="868679">
                <a:moveTo>
                  <a:pt x="0" y="0"/>
                </a:moveTo>
                <a:lnTo>
                  <a:pt x="61426" y="239"/>
                </a:lnTo>
                <a:lnTo>
                  <a:pt x="121486" y="947"/>
                </a:lnTo>
                <a:lnTo>
                  <a:pt x="179987" y="2103"/>
                </a:lnTo>
                <a:lnTo>
                  <a:pt x="236736" y="3690"/>
                </a:lnTo>
                <a:lnTo>
                  <a:pt x="291540" y="5688"/>
                </a:lnTo>
                <a:lnTo>
                  <a:pt x="344206" y="8079"/>
                </a:lnTo>
                <a:lnTo>
                  <a:pt x="394542" y="10845"/>
                </a:lnTo>
                <a:lnTo>
                  <a:pt x="442354" y="13966"/>
                </a:lnTo>
                <a:lnTo>
                  <a:pt x="487449" y="17425"/>
                </a:lnTo>
                <a:lnTo>
                  <a:pt x="529636" y="21202"/>
                </a:lnTo>
                <a:lnTo>
                  <a:pt x="568719" y="25279"/>
                </a:lnTo>
                <a:lnTo>
                  <a:pt x="636809" y="34257"/>
                </a:lnTo>
                <a:lnTo>
                  <a:pt x="690174" y="44212"/>
                </a:lnTo>
                <a:lnTo>
                  <a:pt x="727273" y="54993"/>
                </a:lnTo>
                <a:lnTo>
                  <a:pt x="749045" y="72389"/>
                </a:lnTo>
                <a:lnTo>
                  <a:pt x="749045" y="354948"/>
                </a:lnTo>
                <a:lnTo>
                  <a:pt x="751529" y="360885"/>
                </a:lnTo>
                <a:lnTo>
                  <a:pt x="787237" y="377829"/>
                </a:lnTo>
                <a:lnTo>
                  <a:pt x="832662" y="388216"/>
                </a:lnTo>
                <a:lnTo>
                  <a:pt x="893583" y="397701"/>
                </a:lnTo>
                <a:lnTo>
                  <a:pt x="968455" y="406136"/>
                </a:lnTo>
                <a:lnTo>
                  <a:pt x="1010641" y="409913"/>
                </a:lnTo>
                <a:lnTo>
                  <a:pt x="1055737" y="413371"/>
                </a:lnTo>
                <a:lnTo>
                  <a:pt x="1103549" y="416493"/>
                </a:lnTo>
                <a:lnTo>
                  <a:pt x="1153885" y="419258"/>
                </a:lnTo>
                <a:lnTo>
                  <a:pt x="1206551" y="421650"/>
                </a:lnTo>
                <a:lnTo>
                  <a:pt x="1261355" y="423648"/>
                </a:lnTo>
                <a:lnTo>
                  <a:pt x="1318104" y="425234"/>
                </a:lnTo>
                <a:lnTo>
                  <a:pt x="1376605" y="426391"/>
                </a:lnTo>
                <a:lnTo>
                  <a:pt x="1436665" y="427098"/>
                </a:lnTo>
                <a:lnTo>
                  <a:pt x="1498091" y="427338"/>
                </a:lnTo>
                <a:lnTo>
                  <a:pt x="1436665" y="427578"/>
                </a:lnTo>
                <a:lnTo>
                  <a:pt x="1376605" y="428286"/>
                </a:lnTo>
                <a:lnTo>
                  <a:pt x="1318104" y="429442"/>
                </a:lnTo>
                <a:lnTo>
                  <a:pt x="1261355" y="431029"/>
                </a:lnTo>
                <a:lnTo>
                  <a:pt x="1206551" y="433027"/>
                </a:lnTo>
                <a:lnTo>
                  <a:pt x="1153885" y="435418"/>
                </a:lnTo>
                <a:lnTo>
                  <a:pt x="1103549" y="438183"/>
                </a:lnTo>
                <a:lnTo>
                  <a:pt x="1055737" y="441304"/>
                </a:lnTo>
                <a:lnTo>
                  <a:pt x="1010641" y="444762"/>
                </a:lnTo>
                <a:lnTo>
                  <a:pt x="968455" y="448539"/>
                </a:lnTo>
                <a:lnTo>
                  <a:pt x="929372" y="452615"/>
                </a:lnTo>
                <a:lnTo>
                  <a:pt x="861282" y="461593"/>
                </a:lnTo>
                <a:lnTo>
                  <a:pt x="807917" y="471545"/>
                </a:lnTo>
                <a:lnTo>
                  <a:pt x="770818" y="482324"/>
                </a:lnTo>
                <a:lnTo>
                  <a:pt x="749045" y="499716"/>
                </a:lnTo>
                <a:lnTo>
                  <a:pt x="749045" y="796289"/>
                </a:lnTo>
                <a:lnTo>
                  <a:pt x="746562" y="802227"/>
                </a:lnTo>
                <a:lnTo>
                  <a:pt x="710854" y="819171"/>
                </a:lnTo>
                <a:lnTo>
                  <a:pt x="665429" y="829557"/>
                </a:lnTo>
                <a:lnTo>
                  <a:pt x="604508" y="839043"/>
                </a:lnTo>
                <a:lnTo>
                  <a:pt x="529636" y="847477"/>
                </a:lnTo>
                <a:lnTo>
                  <a:pt x="487449" y="851254"/>
                </a:lnTo>
                <a:lnTo>
                  <a:pt x="442354" y="854713"/>
                </a:lnTo>
                <a:lnTo>
                  <a:pt x="394542" y="857834"/>
                </a:lnTo>
                <a:lnTo>
                  <a:pt x="344206" y="860600"/>
                </a:lnTo>
                <a:lnTo>
                  <a:pt x="291540" y="862991"/>
                </a:lnTo>
                <a:lnTo>
                  <a:pt x="236736" y="864989"/>
                </a:lnTo>
                <a:lnTo>
                  <a:pt x="179987" y="866576"/>
                </a:lnTo>
                <a:lnTo>
                  <a:pt x="121486" y="867732"/>
                </a:lnTo>
                <a:lnTo>
                  <a:pt x="61426" y="868440"/>
                </a:lnTo>
                <a:lnTo>
                  <a:pt x="0" y="868679"/>
                </a:lnTo>
              </a:path>
            </a:pathLst>
          </a:custGeom>
          <a:ln w="6095">
            <a:solidFill>
              <a:srgbClr val="D2471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313176" y="5967984"/>
            <a:ext cx="2277110" cy="370840"/>
          </a:xfrm>
          <a:custGeom>
            <a:avLst/>
            <a:gdLst/>
            <a:ahLst/>
            <a:cxnLst/>
            <a:rect l="l" t="t" r="r" b="b"/>
            <a:pathLst>
              <a:path w="2277110" h="370839">
                <a:moveTo>
                  <a:pt x="0" y="370331"/>
                </a:moveTo>
                <a:lnTo>
                  <a:pt x="2276855" y="370331"/>
                </a:lnTo>
                <a:lnTo>
                  <a:pt x="2276855" y="0"/>
                </a:lnTo>
                <a:lnTo>
                  <a:pt x="0" y="0"/>
                </a:lnTo>
                <a:lnTo>
                  <a:pt x="0" y="370331"/>
                </a:lnTo>
                <a:close/>
              </a:path>
            </a:pathLst>
          </a:custGeom>
          <a:ln w="12191">
            <a:solidFill>
              <a:srgbClr val="D2471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485771" y="6040671"/>
            <a:ext cx="1932939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Microsoft Sans Serif"/>
                <a:cs typeface="Microsoft Sans Serif"/>
              </a:rPr>
              <a:t>C</a:t>
            </a:r>
            <a:r>
              <a:rPr sz="1800" spc="-10" dirty="0">
                <a:latin typeface="Microsoft Sans Serif"/>
                <a:cs typeface="Microsoft Sans Serif"/>
              </a:rPr>
              <a:t>o</a:t>
            </a:r>
            <a:r>
              <a:rPr sz="1800" spc="-5" dirty="0">
                <a:latin typeface="Microsoft Sans Serif"/>
                <a:cs typeface="Microsoft Sans Serif"/>
              </a:rPr>
              <a:t>nfi</a:t>
            </a:r>
            <a:r>
              <a:rPr sz="1800" spc="-10" dirty="0">
                <a:latin typeface="Microsoft Sans Serif"/>
                <a:cs typeface="Microsoft Sans Serif"/>
              </a:rPr>
              <a:t>g</a:t>
            </a:r>
            <a:r>
              <a:rPr sz="1800" spc="-5" dirty="0">
                <a:latin typeface="Microsoft Sans Serif"/>
                <a:cs typeface="Microsoft Sans Serif"/>
              </a:rPr>
              <a:t>ur</a:t>
            </a:r>
            <a:r>
              <a:rPr sz="1800" spc="-10" dirty="0">
                <a:latin typeface="Microsoft Sans Serif"/>
                <a:cs typeface="Microsoft Sans Serif"/>
              </a:rPr>
              <a:t>a</a:t>
            </a:r>
            <a:r>
              <a:rPr sz="1800" dirty="0">
                <a:latin typeface="Microsoft Sans Serif"/>
                <a:cs typeface="Microsoft Sans Serif"/>
              </a:rPr>
              <a:t>tio</a:t>
            </a:r>
            <a:r>
              <a:rPr sz="1800" spc="-15" dirty="0">
                <a:latin typeface="Microsoft Sans Serif"/>
                <a:cs typeface="Microsoft Sans Serif"/>
              </a:rPr>
              <a:t>n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Files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91939" y="2820924"/>
            <a:ext cx="5698490" cy="646430"/>
          </a:xfrm>
          <a:prstGeom prst="rect">
            <a:avLst/>
          </a:prstGeom>
          <a:ln w="12191">
            <a:solidFill>
              <a:srgbClr val="D2471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526030" marR="337185" indent="-2120265">
              <a:lnSpc>
                <a:spcPct val="100000"/>
              </a:lnSpc>
            </a:pPr>
            <a:r>
              <a:rPr sz="1800" spc="-5" dirty="0">
                <a:latin typeface="Microsoft Sans Serif"/>
                <a:cs typeface="Microsoft Sans Serif"/>
              </a:rPr>
              <a:t>R</a:t>
            </a:r>
            <a:r>
              <a:rPr sz="1800" spc="-10" dirty="0">
                <a:latin typeface="Microsoft Sans Serif"/>
                <a:cs typeface="Microsoft Sans Serif"/>
              </a:rPr>
              <a:t>o</a:t>
            </a:r>
            <a:r>
              <a:rPr sz="1800" spc="-15" dirty="0">
                <a:latin typeface="Microsoft Sans Serif"/>
                <a:cs typeface="Microsoft Sans Serif"/>
              </a:rPr>
              <a:t>ot pr</a:t>
            </a:r>
            <a:r>
              <a:rPr sz="1800" spc="-20" dirty="0">
                <a:latin typeface="Microsoft Sans Serif"/>
                <a:cs typeface="Microsoft Sans Serif"/>
              </a:rPr>
              <a:t>o</a:t>
            </a:r>
            <a:r>
              <a:rPr sz="1800" dirty="0">
                <a:latin typeface="Microsoft Sans Serif"/>
                <a:cs typeface="Microsoft Sans Serif"/>
              </a:rPr>
              <a:t>j</a:t>
            </a:r>
            <a:r>
              <a:rPr sz="1800" spc="-10" dirty="0">
                <a:latin typeface="Microsoft Sans Serif"/>
                <a:cs typeface="Microsoft Sans Serif"/>
              </a:rPr>
              <a:t>ect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fol</a:t>
            </a:r>
            <a:r>
              <a:rPr sz="1800" spc="-15" dirty="0">
                <a:latin typeface="Microsoft Sans Serif"/>
                <a:cs typeface="Microsoft Sans Serif"/>
              </a:rPr>
              <a:t>der, al</a:t>
            </a:r>
            <a:r>
              <a:rPr sz="1800" spc="-5" dirty="0">
                <a:latin typeface="Microsoft Sans Serif"/>
                <a:cs typeface="Microsoft Sans Serif"/>
              </a:rPr>
              <a:t>l</a:t>
            </a:r>
            <a:r>
              <a:rPr sz="1800" dirty="0">
                <a:latin typeface="Microsoft Sans Serif"/>
                <a:cs typeface="Microsoft Sans Serif"/>
              </a:rPr>
              <a:t> com</a:t>
            </a:r>
            <a:r>
              <a:rPr sz="1800" spc="-10" dirty="0">
                <a:latin typeface="Microsoft Sans Serif"/>
                <a:cs typeface="Microsoft Sans Serif"/>
              </a:rPr>
              <a:t>p</a:t>
            </a:r>
            <a:r>
              <a:rPr sz="1800" spc="-5" dirty="0">
                <a:latin typeface="Microsoft Sans Serif"/>
                <a:cs typeface="Microsoft Sans Serif"/>
              </a:rPr>
              <a:t>o</a:t>
            </a:r>
            <a:r>
              <a:rPr sz="1800" spc="-10" dirty="0">
                <a:latin typeface="Microsoft Sans Serif"/>
                <a:cs typeface="Microsoft Sans Serif"/>
              </a:rPr>
              <a:t>n</a:t>
            </a:r>
            <a:r>
              <a:rPr sz="1800" spc="-5" dirty="0">
                <a:latin typeface="Microsoft Sans Serif"/>
                <a:cs typeface="Microsoft Sans Serif"/>
              </a:rPr>
              <a:t>e</a:t>
            </a:r>
            <a:r>
              <a:rPr sz="1800" spc="-10" dirty="0">
                <a:latin typeface="Microsoft Sans Serif"/>
                <a:cs typeface="Microsoft Sans Serif"/>
              </a:rPr>
              <a:t>nts</a:t>
            </a:r>
            <a:r>
              <a:rPr sz="1800" spc="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res</a:t>
            </a:r>
            <a:r>
              <a:rPr sz="1800" spc="-10" dirty="0">
                <a:latin typeface="Microsoft Sans Serif"/>
                <a:cs typeface="Microsoft Sans Serif"/>
              </a:rPr>
              <a:t>i</a:t>
            </a:r>
            <a:r>
              <a:rPr sz="1800" spc="-5" dirty="0">
                <a:latin typeface="Microsoft Sans Serif"/>
                <a:cs typeface="Microsoft Sans Serif"/>
              </a:rPr>
              <a:t>d</a:t>
            </a:r>
            <a:r>
              <a:rPr sz="1800" spc="-10" dirty="0">
                <a:latin typeface="Microsoft Sans Serif"/>
                <a:cs typeface="Microsoft Sans Serif"/>
              </a:rPr>
              <a:t>e</a:t>
            </a:r>
            <a:r>
              <a:rPr sz="1800" spc="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is </a:t>
            </a:r>
            <a:r>
              <a:rPr sz="1800" spc="-15" dirty="0">
                <a:latin typeface="Microsoft Sans Serif"/>
                <a:cs typeface="Microsoft Sans Serif"/>
              </a:rPr>
              <a:t>a</a:t>
            </a:r>
            <a:r>
              <a:rPr sz="1800" spc="-5" dirty="0">
                <a:latin typeface="Microsoft Sans Serif"/>
                <a:cs typeface="Microsoft Sans Serif"/>
              </a:rPr>
              <a:t>p</a:t>
            </a:r>
            <a:r>
              <a:rPr sz="1800" spc="-10" dirty="0">
                <a:latin typeface="Microsoft Sans Serif"/>
                <a:cs typeface="Microsoft Sans Serif"/>
              </a:rPr>
              <a:t>p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fol</a:t>
            </a:r>
            <a:r>
              <a:rPr sz="1800" spc="-15" dirty="0">
                <a:latin typeface="Microsoft Sans Serif"/>
                <a:cs typeface="Microsoft Sans Serif"/>
              </a:rPr>
              <a:t>der.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44239" y="3729228"/>
            <a:ext cx="2560320" cy="368935"/>
          </a:xfrm>
          <a:prstGeom prst="rect">
            <a:avLst/>
          </a:prstGeom>
          <a:ln w="12191">
            <a:solidFill>
              <a:srgbClr val="D2471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7305">
              <a:lnSpc>
                <a:spcPct val="100000"/>
              </a:lnSpc>
            </a:pPr>
            <a:r>
              <a:rPr sz="1800" spc="-10" dirty="0">
                <a:latin typeface="Microsoft Sans Serif"/>
                <a:cs typeface="Microsoft Sans Serif"/>
              </a:rPr>
              <a:t>Entry p</a:t>
            </a:r>
            <a:r>
              <a:rPr sz="1800" spc="-20" dirty="0">
                <a:latin typeface="Microsoft Sans Serif"/>
                <a:cs typeface="Microsoft Sans Serif"/>
              </a:rPr>
              <a:t>o</a:t>
            </a:r>
            <a:r>
              <a:rPr sz="1800" dirty="0">
                <a:latin typeface="Microsoft Sans Serif"/>
                <a:cs typeface="Microsoft Sans Serif"/>
              </a:rPr>
              <a:t>i</a:t>
            </a:r>
            <a:r>
              <a:rPr sz="1800" spc="-10" dirty="0">
                <a:latin typeface="Microsoft Sans Serif"/>
                <a:cs typeface="Microsoft Sans Serif"/>
              </a:rPr>
              <a:t>nt of ap</a:t>
            </a:r>
            <a:r>
              <a:rPr sz="1800" spc="-25" dirty="0">
                <a:latin typeface="Microsoft Sans Serif"/>
                <a:cs typeface="Microsoft Sans Serif"/>
              </a:rPr>
              <a:t>p</a:t>
            </a:r>
            <a:r>
              <a:rPr sz="1800" dirty="0">
                <a:latin typeface="Microsoft Sans Serif"/>
                <a:cs typeface="Microsoft Sans Serif"/>
              </a:rPr>
              <a:t>lic</a:t>
            </a:r>
            <a:r>
              <a:rPr sz="1800" spc="-10" dirty="0">
                <a:latin typeface="Microsoft Sans Serif"/>
                <a:cs typeface="Microsoft Sans Serif"/>
              </a:rPr>
              <a:t>a</a:t>
            </a:r>
            <a:r>
              <a:rPr sz="1800" dirty="0">
                <a:latin typeface="Microsoft Sans Serif"/>
                <a:cs typeface="Microsoft Sans Serif"/>
              </a:rPr>
              <a:t>tion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147316" y="3674364"/>
            <a:ext cx="1165860" cy="481965"/>
          </a:xfrm>
          <a:custGeom>
            <a:avLst/>
            <a:gdLst/>
            <a:ahLst/>
            <a:cxnLst/>
            <a:rect l="l" t="t" r="r" b="b"/>
            <a:pathLst>
              <a:path w="1165860" h="481964">
                <a:moveTo>
                  <a:pt x="0" y="0"/>
                </a:moveTo>
                <a:lnTo>
                  <a:pt x="47809" y="132"/>
                </a:lnTo>
                <a:lnTo>
                  <a:pt x="94554" y="523"/>
                </a:lnTo>
                <a:lnTo>
                  <a:pt x="140085" y="1162"/>
                </a:lnTo>
                <a:lnTo>
                  <a:pt x="184251" y="2038"/>
                </a:lnTo>
                <a:lnTo>
                  <a:pt x="226903" y="3143"/>
                </a:lnTo>
                <a:lnTo>
                  <a:pt x="267890" y="4465"/>
                </a:lnTo>
                <a:lnTo>
                  <a:pt x="307063" y="5994"/>
                </a:lnTo>
                <a:lnTo>
                  <a:pt x="379365" y="9636"/>
                </a:lnTo>
                <a:lnTo>
                  <a:pt x="442608" y="13985"/>
                </a:lnTo>
                <a:lnTo>
                  <a:pt x="495594" y="18961"/>
                </a:lnTo>
                <a:lnTo>
                  <a:pt x="537120" y="24483"/>
                </a:lnTo>
                <a:lnTo>
                  <a:pt x="575300" y="33611"/>
                </a:lnTo>
                <a:lnTo>
                  <a:pt x="582929" y="40142"/>
                </a:lnTo>
                <a:lnTo>
                  <a:pt x="582929" y="196727"/>
                </a:lnTo>
                <a:lnTo>
                  <a:pt x="584862" y="200025"/>
                </a:lnTo>
                <a:lnTo>
                  <a:pt x="628739" y="212369"/>
                </a:lnTo>
                <a:lnTo>
                  <a:pt x="670265" y="217887"/>
                </a:lnTo>
                <a:lnTo>
                  <a:pt x="723251" y="222862"/>
                </a:lnTo>
                <a:lnTo>
                  <a:pt x="786494" y="227211"/>
                </a:lnTo>
                <a:lnTo>
                  <a:pt x="858796" y="230853"/>
                </a:lnTo>
                <a:lnTo>
                  <a:pt x="897969" y="232383"/>
                </a:lnTo>
                <a:lnTo>
                  <a:pt x="938956" y="233705"/>
                </a:lnTo>
                <a:lnTo>
                  <a:pt x="981608" y="234810"/>
                </a:lnTo>
                <a:lnTo>
                  <a:pt x="1025774" y="235688"/>
                </a:lnTo>
                <a:lnTo>
                  <a:pt x="1071305" y="236327"/>
                </a:lnTo>
                <a:lnTo>
                  <a:pt x="1118050" y="236718"/>
                </a:lnTo>
                <a:lnTo>
                  <a:pt x="1165859" y="236850"/>
                </a:lnTo>
                <a:lnTo>
                  <a:pt x="1118050" y="236984"/>
                </a:lnTo>
                <a:lnTo>
                  <a:pt x="1071305" y="237378"/>
                </a:lnTo>
                <a:lnTo>
                  <a:pt x="1025774" y="238021"/>
                </a:lnTo>
                <a:lnTo>
                  <a:pt x="981608" y="238903"/>
                </a:lnTo>
                <a:lnTo>
                  <a:pt x="938956" y="240014"/>
                </a:lnTo>
                <a:lnTo>
                  <a:pt x="897969" y="241343"/>
                </a:lnTo>
                <a:lnTo>
                  <a:pt x="858796" y="242880"/>
                </a:lnTo>
                <a:lnTo>
                  <a:pt x="786494" y="246535"/>
                </a:lnTo>
                <a:lnTo>
                  <a:pt x="723251" y="250894"/>
                </a:lnTo>
                <a:lnTo>
                  <a:pt x="670265" y="255875"/>
                </a:lnTo>
                <a:lnTo>
                  <a:pt x="628739" y="261393"/>
                </a:lnTo>
                <a:lnTo>
                  <a:pt x="590559" y="270493"/>
                </a:lnTo>
                <a:lnTo>
                  <a:pt x="582929" y="276986"/>
                </a:lnTo>
                <a:lnTo>
                  <a:pt x="582929" y="441447"/>
                </a:lnTo>
                <a:lnTo>
                  <a:pt x="580997" y="444748"/>
                </a:lnTo>
                <a:lnTo>
                  <a:pt x="537120" y="457097"/>
                </a:lnTo>
                <a:lnTo>
                  <a:pt x="495594" y="462617"/>
                </a:lnTo>
                <a:lnTo>
                  <a:pt x="442608" y="467593"/>
                </a:lnTo>
                <a:lnTo>
                  <a:pt x="379365" y="471943"/>
                </a:lnTo>
                <a:lnTo>
                  <a:pt x="307063" y="475585"/>
                </a:lnTo>
                <a:lnTo>
                  <a:pt x="267890" y="477115"/>
                </a:lnTo>
                <a:lnTo>
                  <a:pt x="226903" y="478438"/>
                </a:lnTo>
                <a:lnTo>
                  <a:pt x="184251" y="479543"/>
                </a:lnTo>
                <a:lnTo>
                  <a:pt x="140085" y="480421"/>
                </a:lnTo>
                <a:lnTo>
                  <a:pt x="94554" y="481060"/>
                </a:lnTo>
                <a:lnTo>
                  <a:pt x="47809" y="481451"/>
                </a:lnTo>
                <a:lnTo>
                  <a:pt x="0" y="481583"/>
                </a:lnTo>
              </a:path>
            </a:pathLst>
          </a:custGeom>
          <a:ln w="6095">
            <a:solidFill>
              <a:srgbClr val="D2471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95656"/>
            <a:ext cx="5103875" cy="11216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24734" y="528223"/>
            <a:ext cx="4543425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696363"/>
                </a:solidFill>
                <a:latin typeface="Microsoft Sans Serif"/>
                <a:cs typeface="Microsoft Sans Serif"/>
              </a:rPr>
              <a:t>I</a:t>
            </a:r>
            <a:r>
              <a:rPr sz="4000" spc="-30" dirty="0">
                <a:solidFill>
                  <a:srgbClr val="696363"/>
                </a:solidFill>
                <a:latin typeface="Microsoft Sans Serif"/>
                <a:cs typeface="Microsoft Sans Serif"/>
              </a:rPr>
              <a:t>n</a:t>
            </a:r>
            <a:r>
              <a:rPr sz="4000" spc="-10" dirty="0">
                <a:solidFill>
                  <a:srgbClr val="696363"/>
                </a:solidFill>
                <a:latin typeface="Microsoft Sans Serif"/>
                <a:cs typeface="Microsoft Sans Serif"/>
              </a:rPr>
              <a:t>s</a:t>
            </a:r>
            <a:r>
              <a:rPr sz="4000" spc="-15" dirty="0">
                <a:solidFill>
                  <a:srgbClr val="696363"/>
                </a:solidFill>
                <a:latin typeface="Microsoft Sans Serif"/>
                <a:cs typeface="Microsoft Sans Serif"/>
              </a:rPr>
              <a:t>ta</a:t>
            </a:r>
            <a:r>
              <a:rPr sz="4000" spc="-20" dirty="0">
                <a:solidFill>
                  <a:srgbClr val="696363"/>
                </a:solidFill>
                <a:latin typeface="Microsoft Sans Serif"/>
                <a:cs typeface="Microsoft Sans Serif"/>
              </a:rPr>
              <a:t>lling</a:t>
            </a:r>
            <a:r>
              <a:rPr sz="4000" spc="-50" dirty="0">
                <a:solidFill>
                  <a:srgbClr val="696363"/>
                </a:solidFill>
                <a:latin typeface="Microsoft Sans Serif"/>
                <a:cs typeface="Microsoft Sans Serif"/>
              </a:rPr>
              <a:t> </a:t>
            </a:r>
            <a:r>
              <a:rPr sz="4000" spc="-30" dirty="0">
                <a:solidFill>
                  <a:srgbClr val="696363"/>
                </a:solidFill>
                <a:latin typeface="Microsoft Sans Serif"/>
                <a:cs typeface="Microsoft Sans Serif"/>
              </a:rPr>
              <a:t>P</a:t>
            </a:r>
            <a:r>
              <a:rPr sz="4000" spc="-10" dirty="0">
                <a:solidFill>
                  <a:srgbClr val="696363"/>
                </a:solidFill>
                <a:latin typeface="Microsoft Sans Serif"/>
                <a:cs typeface="Microsoft Sans Serif"/>
              </a:rPr>
              <a:t>ack</a:t>
            </a:r>
            <a:r>
              <a:rPr sz="4000" spc="-30" dirty="0">
                <a:solidFill>
                  <a:srgbClr val="696363"/>
                </a:solidFill>
                <a:latin typeface="Microsoft Sans Serif"/>
                <a:cs typeface="Microsoft Sans Serif"/>
              </a:rPr>
              <a:t>age</a:t>
            </a:r>
            <a:r>
              <a:rPr sz="4000" spc="-15" dirty="0">
                <a:solidFill>
                  <a:srgbClr val="696363"/>
                </a:solidFill>
                <a:latin typeface="Microsoft Sans Serif"/>
                <a:cs typeface="Microsoft Sans Serif"/>
              </a:rPr>
              <a:t>s </a:t>
            </a:r>
            <a:endParaRPr sz="40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45997" y="1558878"/>
            <a:ext cx="8669655" cy="382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180" dirty="0">
                <a:solidFill>
                  <a:srgbClr val="006FC0"/>
                </a:solidFill>
                <a:latin typeface="Wingdings"/>
                <a:cs typeface="Wingdings"/>
              </a:rPr>
              <a:t></a:t>
            </a:r>
            <a:r>
              <a:rPr sz="28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np</a:t>
            </a:r>
            <a:r>
              <a:rPr sz="2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2800" spc="4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8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8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8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800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8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8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co</a:t>
            </a:r>
            <a:r>
              <a:rPr sz="28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mm</a:t>
            </a:r>
            <a:r>
              <a:rPr sz="28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8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8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8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use</a:t>
            </a:r>
            <a:r>
              <a:rPr sz="2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8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for</a:t>
            </a:r>
            <a:r>
              <a:rPr sz="28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ins</a:t>
            </a:r>
            <a:r>
              <a:rPr sz="28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tall</a:t>
            </a:r>
            <a:r>
              <a:rPr sz="2800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8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28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pac</a:t>
            </a:r>
            <a:r>
              <a:rPr sz="28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ka</a:t>
            </a:r>
            <a:r>
              <a:rPr sz="28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28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es.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1" y="2315718"/>
            <a:ext cx="4304030" cy="893444"/>
          </a:xfrm>
          <a:custGeom>
            <a:avLst/>
            <a:gdLst/>
            <a:ahLst/>
            <a:cxnLst/>
            <a:rect l="l" t="t" r="r" b="b"/>
            <a:pathLst>
              <a:path w="4304030" h="893444">
                <a:moveTo>
                  <a:pt x="0" y="893063"/>
                </a:moveTo>
                <a:lnTo>
                  <a:pt x="4303775" y="893063"/>
                </a:lnTo>
                <a:lnTo>
                  <a:pt x="4303775" y="0"/>
                </a:lnTo>
                <a:lnTo>
                  <a:pt x="0" y="0"/>
                </a:lnTo>
                <a:lnTo>
                  <a:pt x="0" y="893063"/>
                </a:lnTo>
                <a:close/>
              </a:path>
            </a:pathLst>
          </a:custGeom>
          <a:solidFill>
            <a:srgbClr val="9A2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59512" y="2406229"/>
            <a:ext cx="4014470" cy="748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960" algn="ctr">
              <a:lnSpc>
                <a:spcPct val="100000"/>
              </a:lnSpc>
            </a:pPr>
            <a:r>
              <a:rPr sz="2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S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y</a:t>
            </a:r>
            <a:r>
              <a:rPr sz="2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nt</a:t>
            </a:r>
            <a:r>
              <a:rPr sz="2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x </a:t>
            </a:r>
            <a:endParaRPr sz="280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np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m</a:t>
            </a:r>
            <a:r>
              <a:rPr sz="24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in</a:t>
            </a:r>
            <a:r>
              <a:rPr sz="24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s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t</a:t>
            </a: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l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l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0" dirty="0">
                <a:solidFill>
                  <a:srgbClr val="FFFFFF"/>
                </a:solidFill>
                <a:latin typeface="Microsoft Sans Serif"/>
                <a:cs typeface="Microsoft Sans Serif"/>
              </a:rPr>
              <a:t>&lt;</a:t>
            </a: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pa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ck</a:t>
            </a: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g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_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n</a:t>
            </a: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m</a:t>
            </a:r>
            <a:r>
              <a:rPr sz="24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e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&gt;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628388" y="2314956"/>
            <a:ext cx="7457440" cy="893444"/>
          </a:xfrm>
          <a:custGeom>
            <a:avLst/>
            <a:gdLst/>
            <a:ahLst/>
            <a:cxnLst/>
            <a:rect l="l" t="t" r="r" b="b"/>
            <a:pathLst>
              <a:path w="7457440" h="893444">
                <a:moveTo>
                  <a:pt x="0" y="893063"/>
                </a:moveTo>
                <a:lnTo>
                  <a:pt x="7456931" y="893063"/>
                </a:lnTo>
                <a:lnTo>
                  <a:pt x="7456931" y="0"/>
                </a:lnTo>
                <a:lnTo>
                  <a:pt x="0" y="0"/>
                </a:lnTo>
                <a:lnTo>
                  <a:pt x="0" y="8930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628388" y="2314956"/>
            <a:ext cx="7457440" cy="893444"/>
          </a:xfrm>
          <a:custGeom>
            <a:avLst/>
            <a:gdLst/>
            <a:ahLst/>
            <a:cxnLst/>
            <a:rect l="l" t="t" r="r" b="b"/>
            <a:pathLst>
              <a:path w="7457440" h="893444">
                <a:moveTo>
                  <a:pt x="0" y="893063"/>
                </a:moveTo>
                <a:lnTo>
                  <a:pt x="7456931" y="893063"/>
                </a:lnTo>
                <a:lnTo>
                  <a:pt x="7456931" y="0"/>
                </a:lnTo>
                <a:lnTo>
                  <a:pt x="0" y="0"/>
                </a:lnTo>
                <a:lnTo>
                  <a:pt x="0" y="893063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801365" y="2406229"/>
            <a:ext cx="7113270" cy="748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E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x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2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m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p</a:t>
            </a:r>
            <a:r>
              <a:rPr sz="2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le</a:t>
            </a:r>
            <a:endParaRPr sz="280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  <a:tabLst>
                <a:tab pos="5033645" algn="l"/>
              </a:tabLst>
            </a:pP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F:/Angu</a:t>
            </a:r>
            <a:r>
              <a:rPr sz="2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l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ar4/</a:t>
            </a: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M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yF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i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rs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tD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moApp&gt;</a:t>
            </a:r>
            <a:r>
              <a:rPr sz="2400" spc="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np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m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i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nsta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l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l</a:t>
            </a:r>
            <a:r>
              <a:rPr sz="2400" spc="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bo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ots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rap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938527" y="4245864"/>
            <a:ext cx="8010144" cy="169316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41375"/>
            <a:ext cx="3842004" cy="11216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4000" spc="-35" dirty="0">
                <a:solidFill>
                  <a:srgbClr val="696363"/>
                </a:solidFill>
              </a:rPr>
              <a:t>H</a:t>
            </a:r>
            <a:r>
              <a:rPr sz="4000" spc="-15" dirty="0">
                <a:solidFill>
                  <a:srgbClr val="696363"/>
                </a:solidFill>
              </a:rPr>
              <a:t>o</a:t>
            </a:r>
            <a:r>
              <a:rPr sz="4000" spc="-35" dirty="0">
                <a:solidFill>
                  <a:srgbClr val="696363"/>
                </a:solidFill>
              </a:rPr>
              <a:t>w</a:t>
            </a:r>
            <a:r>
              <a:rPr sz="4000" spc="-30" dirty="0">
                <a:solidFill>
                  <a:srgbClr val="696363"/>
                </a:solidFill>
              </a:rPr>
              <a:t> A</a:t>
            </a:r>
            <a:r>
              <a:rPr sz="4000" spc="-10" dirty="0">
                <a:solidFill>
                  <a:srgbClr val="696363"/>
                </a:solidFill>
              </a:rPr>
              <a:t>p</a:t>
            </a:r>
            <a:r>
              <a:rPr sz="4000" spc="-25" dirty="0">
                <a:solidFill>
                  <a:srgbClr val="696363"/>
                </a:solidFill>
              </a:rPr>
              <a:t>p </a:t>
            </a:r>
            <a:r>
              <a:rPr sz="4000" spc="-10" dirty="0">
                <a:solidFill>
                  <a:srgbClr val="696363"/>
                </a:solidFill>
              </a:rPr>
              <a:t>St</a:t>
            </a:r>
            <a:r>
              <a:rPr sz="4000" spc="-30" dirty="0">
                <a:solidFill>
                  <a:srgbClr val="696363"/>
                </a:solidFill>
              </a:rPr>
              <a:t>a</a:t>
            </a:r>
            <a:r>
              <a:rPr sz="4000" spc="0" dirty="0">
                <a:solidFill>
                  <a:srgbClr val="696363"/>
                </a:solidFill>
              </a:rPr>
              <a:t>r</a:t>
            </a:r>
            <a:r>
              <a:rPr sz="4000" spc="-15" dirty="0">
                <a:solidFill>
                  <a:srgbClr val="696363"/>
                </a:solidFill>
              </a:rPr>
              <a:t>t </a:t>
            </a:r>
            <a:endParaRPr sz="4000"/>
          </a:p>
        </p:txBody>
      </p:sp>
      <p:sp>
        <p:nvSpPr>
          <p:cNvPr id="4" name="object 4"/>
          <p:cNvSpPr/>
          <p:nvPr/>
        </p:nvSpPr>
        <p:spPr>
          <a:xfrm>
            <a:off x="617219" y="2314956"/>
            <a:ext cx="1280160" cy="1125220"/>
          </a:xfrm>
          <a:custGeom>
            <a:avLst/>
            <a:gdLst/>
            <a:ahLst/>
            <a:cxnLst/>
            <a:rect l="l" t="t" r="r" b="b"/>
            <a:pathLst>
              <a:path w="1280160" h="1125220">
                <a:moveTo>
                  <a:pt x="369356" y="0"/>
                </a:moveTo>
                <a:lnTo>
                  <a:pt x="0" y="0"/>
                </a:lnTo>
                <a:lnTo>
                  <a:pt x="0" y="1028181"/>
                </a:lnTo>
                <a:lnTo>
                  <a:pt x="877692" y="1028181"/>
                </a:lnTo>
                <a:lnTo>
                  <a:pt x="877692" y="1124711"/>
                </a:lnTo>
                <a:lnTo>
                  <a:pt x="1280159" y="843533"/>
                </a:lnTo>
                <a:lnTo>
                  <a:pt x="1015862" y="658886"/>
                </a:lnTo>
                <a:lnTo>
                  <a:pt x="369356" y="658886"/>
                </a:lnTo>
                <a:lnTo>
                  <a:pt x="369356" y="0"/>
                </a:lnTo>
                <a:close/>
              </a:path>
              <a:path w="1280160" h="1125220">
                <a:moveTo>
                  <a:pt x="877692" y="562355"/>
                </a:moveTo>
                <a:lnTo>
                  <a:pt x="877692" y="658886"/>
                </a:lnTo>
                <a:lnTo>
                  <a:pt x="1015862" y="658886"/>
                </a:lnTo>
                <a:lnTo>
                  <a:pt x="877692" y="562355"/>
                </a:lnTo>
                <a:close/>
              </a:path>
            </a:pathLst>
          </a:custGeom>
          <a:solidFill>
            <a:srgbClr val="EAC1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4340" y="1554480"/>
            <a:ext cx="1892935" cy="762000"/>
          </a:xfrm>
          <a:custGeom>
            <a:avLst/>
            <a:gdLst/>
            <a:ahLst/>
            <a:cxnLst/>
            <a:rect l="l" t="t" r="r" b="b"/>
            <a:pathLst>
              <a:path w="1892935" h="762000">
                <a:moveTo>
                  <a:pt x="1765803" y="0"/>
                </a:moveTo>
                <a:lnTo>
                  <a:pt x="124885" y="17"/>
                </a:lnTo>
                <a:lnTo>
                  <a:pt x="82690" y="7956"/>
                </a:lnTo>
                <a:lnTo>
                  <a:pt x="46695" y="28632"/>
                </a:lnTo>
                <a:lnTo>
                  <a:pt x="19395" y="59543"/>
                </a:lnTo>
                <a:lnTo>
                  <a:pt x="3288" y="98187"/>
                </a:lnTo>
                <a:lnTo>
                  <a:pt x="0" y="127010"/>
                </a:lnTo>
                <a:lnTo>
                  <a:pt x="17" y="637131"/>
                </a:lnTo>
                <a:lnTo>
                  <a:pt x="7953" y="679305"/>
                </a:lnTo>
                <a:lnTo>
                  <a:pt x="28624" y="715295"/>
                </a:lnTo>
                <a:lnTo>
                  <a:pt x="59534" y="742597"/>
                </a:lnTo>
                <a:lnTo>
                  <a:pt x="98189" y="758710"/>
                </a:lnTo>
                <a:lnTo>
                  <a:pt x="127028" y="761999"/>
                </a:lnTo>
                <a:lnTo>
                  <a:pt x="1767925" y="761982"/>
                </a:lnTo>
                <a:lnTo>
                  <a:pt x="1810104" y="754048"/>
                </a:lnTo>
                <a:lnTo>
                  <a:pt x="1846098" y="733374"/>
                </a:lnTo>
                <a:lnTo>
                  <a:pt x="1873403" y="702462"/>
                </a:lnTo>
                <a:lnTo>
                  <a:pt x="1889517" y="663815"/>
                </a:lnTo>
                <a:lnTo>
                  <a:pt x="1892807" y="634989"/>
                </a:lnTo>
                <a:lnTo>
                  <a:pt x="1892790" y="124888"/>
                </a:lnTo>
                <a:lnTo>
                  <a:pt x="1884857" y="82708"/>
                </a:lnTo>
                <a:lnTo>
                  <a:pt x="1864184" y="46713"/>
                </a:lnTo>
                <a:lnTo>
                  <a:pt x="1833274" y="19406"/>
                </a:lnTo>
                <a:lnTo>
                  <a:pt x="1794629" y="3290"/>
                </a:lnTo>
                <a:lnTo>
                  <a:pt x="1765803" y="0"/>
                </a:lnTo>
                <a:close/>
              </a:path>
            </a:pathLst>
          </a:custGeom>
          <a:solidFill>
            <a:srgbClr val="D247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34340" y="1554480"/>
            <a:ext cx="1892935" cy="762000"/>
          </a:xfrm>
          <a:custGeom>
            <a:avLst/>
            <a:gdLst/>
            <a:ahLst/>
            <a:cxnLst/>
            <a:rect l="l" t="t" r="r" b="b"/>
            <a:pathLst>
              <a:path w="1892935" h="762000">
                <a:moveTo>
                  <a:pt x="0" y="127010"/>
                </a:moveTo>
                <a:lnTo>
                  <a:pt x="7259" y="84601"/>
                </a:lnTo>
                <a:lnTo>
                  <a:pt x="27375" y="48256"/>
                </a:lnTo>
                <a:lnTo>
                  <a:pt x="57850" y="20479"/>
                </a:lnTo>
                <a:lnTo>
                  <a:pt x="96190" y="3771"/>
                </a:lnTo>
                <a:lnTo>
                  <a:pt x="1765803" y="0"/>
                </a:lnTo>
                <a:lnTo>
                  <a:pt x="1780460" y="838"/>
                </a:lnTo>
                <a:lnTo>
                  <a:pt x="1821128" y="12667"/>
                </a:lnTo>
                <a:lnTo>
                  <a:pt x="1854895" y="36521"/>
                </a:lnTo>
                <a:lnTo>
                  <a:pt x="1879258" y="69899"/>
                </a:lnTo>
                <a:lnTo>
                  <a:pt x="1891716" y="110295"/>
                </a:lnTo>
                <a:lnTo>
                  <a:pt x="1892807" y="634989"/>
                </a:lnTo>
                <a:lnTo>
                  <a:pt x="1891969" y="649646"/>
                </a:lnTo>
                <a:lnTo>
                  <a:pt x="1880142" y="690315"/>
                </a:lnTo>
                <a:lnTo>
                  <a:pt x="1856289" y="724084"/>
                </a:lnTo>
                <a:lnTo>
                  <a:pt x="1822913" y="748449"/>
                </a:lnTo>
                <a:lnTo>
                  <a:pt x="1782518" y="760908"/>
                </a:lnTo>
                <a:lnTo>
                  <a:pt x="127028" y="761999"/>
                </a:lnTo>
                <a:lnTo>
                  <a:pt x="112363" y="761162"/>
                </a:lnTo>
                <a:lnTo>
                  <a:pt x="71682" y="749335"/>
                </a:lnTo>
                <a:lnTo>
                  <a:pt x="37913" y="725484"/>
                </a:lnTo>
                <a:lnTo>
                  <a:pt x="13551" y="692112"/>
                </a:lnTo>
                <a:lnTo>
                  <a:pt x="1093" y="651721"/>
                </a:lnTo>
                <a:lnTo>
                  <a:pt x="0" y="127010"/>
                </a:lnTo>
                <a:close/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12117" y="1713277"/>
            <a:ext cx="1337310" cy="433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m</a:t>
            </a:r>
            <a:r>
              <a:rPr sz="32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in.</a:t>
            </a:r>
            <a:r>
              <a:rPr sz="32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t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s</a:t>
            </a:r>
            <a:endParaRPr sz="32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11097" y="1642914"/>
            <a:ext cx="5517515" cy="6668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2630"/>
              </a:lnSpc>
              <a:buFont typeface="Microsoft Sans Serif"/>
              <a:buChar char="•"/>
              <a:tabLst>
                <a:tab pos="241300" algn="l"/>
              </a:tabLst>
            </a:pPr>
            <a:r>
              <a:rPr sz="2200" spc="-20" dirty="0">
                <a:latin typeface="Microsoft Sans Serif"/>
                <a:cs typeface="Microsoft Sans Serif"/>
              </a:rPr>
              <a:t>Mai</a:t>
            </a:r>
            <a:r>
              <a:rPr sz="2200" spc="-15" dirty="0">
                <a:latin typeface="Microsoft Sans Serif"/>
                <a:cs typeface="Microsoft Sans Serif"/>
              </a:rPr>
              <a:t>n.ts</a:t>
            </a:r>
            <a:r>
              <a:rPr sz="2200" spc="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f</a:t>
            </a:r>
            <a:r>
              <a:rPr sz="2200" spc="-15" dirty="0">
                <a:latin typeface="Microsoft Sans Serif"/>
                <a:cs typeface="Microsoft Sans Serif"/>
              </a:rPr>
              <a:t>il</a:t>
            </a:r>
            <a:r>
              <a:rPr sz="2200" spc="-20" dirty="0">
                <a:latin typeface="Microsoft Sans Serif"/>
                <a:cs typeface="Microsoft Sans Serif"/>
              </a:rPr>
              <a:t>e</a:t>
            </a:r>
            <a:r>
              <a:rPr sz="2200" spc="0" dirty="0">
                <a:latin typeface="Microsoft Sans Serif"/>
                <a:cs typeface="Microsoft Sans Serif"/>
              </a:rPr>
              <a:t> </a:t>
            </a:r>
            <a:r>
              <a:rPr sz="2200" spc="-15" dirty="0">
                <a:latin typeface="Microsoft Sans Serif"/>
                <a:cs typeface="Microsoft Sans Serif"/>
              </a:rPr>
              <a:t>is</a:t>
            </a:r>
            <a:r>
              <a:rPr sz="2200" spc="-5" dirty="0">
                <a:latin typeface="Microsoft Sans Serif"/>
                <a:cs typeface="Microsoft Sans Serif"/>
              </a:rPr>
              <a:t> </a:t>
            </a:r>
            <a:r>
              <a:rPr sz="2200" spc="-20" dirty="0">
                <a:latin typeface="Microsoft Sans Serif"/>
                <a:cs typeface="Microsoft Sans Serif"/>
              </a:rPr>
              <a:t>en</a:t>
            </a:r>
            <a:r>
              <a:rPr sz="2200" spc="-10" dirty="0">
                <a:latin typeface="Microsoft Sans Serif"/>
                <a:cs typeface="Microsoft Sans Serif"/>
              </a:rPr>
              <a:t>try</a:t>
            </a:r>
            <a:r>
              <a:rPr sz="2200" spc="-20" dirty="0">
                <a:latin typeface="Microsoft Sans Serif"/>
                <a:cs typeface="Microsoft Sans Serif"/>
              </a:rPr>
              <a:t> </a:t>
            </a:r>
            <a:r>
              <a:rPr sz="2200" spc="-15" dirty="0">
                <a:latin typeface="Microsoft Sans Serif"/>
                <a:cs typeface="Microsoft Sans Serif"/>
              </a:rPr>
              <a:t>point</a:t>
            </a:r>
            <a:r>
              <a:rPr sz="2200" spc="0" dirty="0">
                <a:latin typeface="Microsoft Sans Serif"/>
                <a:cs typeface="Microsoft Sans Serif"/>
              </a:rPr>
              <a:t> </a:t>
            </a:r>
            <a:r>
              <a:rPr sz="2200" spc="-15" dirty="0">
                <a:latin typeface="Microsoft Sans Serif"/>
                <a:cs typeface="Microsoft Sans Serif"/>
              </a:rPr>
              <a:t>of our</a:t>
            </a:r>
            <a:r>
              <a:rPr sz="2200" spc="-5" dirty="0">
                <a:latin typeface="Microsoft Sans Serif"/>
                <a:cs typeface="Microsoft Sans Serif"/>
              </a:rPr>
              <a:t> </a:t>
            </a:r>
            <a:r>
              <a:rPr sz="2200" spc="-20" dirty="0">
                <a:latin typeface="Microsoft Sans Serif"/>
                <a:cs typeface="Microsoft Sans Serif"/>
              </a:rPr>
              <a:t>ap</a:t>
            </a:r>
            <a:r>
              <a:rPr sz="2200" spc="-10" dirty="0">
                <a:latin typeface="Microsoft Sans Serif"/>
                <a:cs typeface="Microsoft Sans Serif"/>
              </a:rPr>
              <a:t>p</a:t>
            </a:r>
            <a:r>
              <a:rPr sz="2200" spc="-15" dirty="0">
                <a:latin typeface="Microsoft Sans Serif"/>
                <a:cs typeface="Microsoft Sans Serif"/>
              </a:rPr>
              <a:t>lic</a:t>
            </a:r>
            <a:r>
              <a:rPr sz="2200" spc="-10" dirty="0">
                <a:latin typeface="Microsoft Sans Serif"/>
                <a:cs typeface="Microsoft Sans Serif"/>
              </a:rPr>
              <a:t>at</a:t>
            </a:r>
            <a:r>
              <a:rPr sz="2200" spc="-15" dirty="0">
                <a:latin typeface="Microsoft Sans Serif"/>
                <a:cs typeface="Microsoft Sans Serif"/>
              </a:rPr>
              <a:t>i</a:t>
            </a:r>
            <a:r>
              <a:rPr sz="2200" spc="-20" dirty="0">
                <a:latin typeface="Microsoft Sans Serif"/>
                <a:cs typeface="Microsoft Sans Serif"/>
              </a:rPr>
              <a:t>on.</a:t>
            </a:r>
            <a:endParaRPr sz="2200" dirty="0">
              <a:latin typeface="Microsoft Sans Serif"/>
              <a:cs typeface="Microsoft Sans Serif"/>
            </a:endParaRPr>
          </a:p>
          <a:p>
            <a:pPr marL="241300" indent="-228600">
              <a:lnSpc>
                <a:spcPts val="2630"/>
              </a:lnSpc>
              <a:buFont typeface="Microsoft Sans Serif"/>
              <a:buChar char="•"/>
              <a:tabLst>
                <a:tab pos="241300" algn="l"/>
              </a:tabLst>
            </a:pPr>
            <a:r>
              <a:rPr sz="2200" spc="-20" dirty="0">
                <a:latin typeface="Microsoft Sans Serif"/>
                <a:cs typeface="Microsoft Sans Serif"/>
              </a:rPr>
              <a:t>Mai</a:t>
            </a:r>
            <a:r>
              <a:rPr sz="2200" spc="-15" dirty="0">
                <a:latin typeface="Microsoft Sans Serif"/>
                <a:cs typeface="Microsoft Sans Serif"/>
              </a:rPr>
              <a:t>n.ts</a:t>
            </a:r>
            <a:r>
              <a:rPr sz="2200" spc="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f</a:t>
            </a:r>
            <a:r>
              <a:rPr sz="2200" spc="-15" dirty="0">
                <a:latin typeface="Microsoft Sans Serif"/>
                <a:cs typeface="Microsoft Sans Serif"/>
              </a:rPr>
              <a:t>il</a:t>
            </a:r>
            <a:r>
              <a:rPr sz="2200" spc="-20" dirty="0">
                <a:latin typeface="Microsoft Sans Serif"/>
                <a:cs typeface="Microsoft Sans Serif"/>
              </a:rPr>
              <a:t>e</a:t>
            </a:r>
            <a:r>
              <a:rPr sz="2200" spc="0" dirty="0">
                <a:latin typeface="Microsoft Sans Serif"/>
                <a:cs typeface="Microsoft Sans Serif"/>
              </a:rPr>
              <a:t> </a:t>
            </a:r>
            <a:r>
              <a:rPr sz="2200" spc="-20" dirty="0">
                <a:latin typeface="Microsoft Sans Serif"/>
                <a:cs typeface="Microsoft Sans Serif"/>
              </a:rPr>
              <a:t>bo</a:t>
            </a:r>
            <a:r>
              <a:rPr sz="2200" spc="-10" dirty="0">
                <a:latin typeface="Microsoft Sans Serif"/>
                <a:cs typeface="Microsoft Sans Serif"/>
              </a:rPr>
              <a:t>otstrap </a:t>
            </a:r>
            <a:r>
              <a:rPr sz="2200" spc="-20">
                <a:latin typeface="Microsoft Sans Serif"/>
                <a:cs typeface="Microsoft Sans Serif"/>
              </a:rPr>
              <a:t>ap</a:t>
            </a:r>
            <a:r>
              <a:rPr sz="2200" spc="-10">
                <a:latin typeface="Microsoft Sans Serif"/>
                <a:cs typeface="Microsoft Sans Serif"/>
              </a:rPr>
              <a:t>p</a:t>
            </a:r>
            <a:r>
              <a:rPr sz="2200" spc="-15">
                <a:latin typeface="Microsoft Sans Serif"/>
                <a:cs typeface="Microsoft Sans Serif"/>
              </a:rPr>
              <a:t>.</a:t>
            </a:r>
            <a:r>
              <a:rPr lang="en-US" sz="2200" spc="-15">
                <a:latin typeface="Microsoft Sans Serif"/>
                <a:cs typeface="Microsoft Sans Serif"/>
              </a:rPr>
              <a:t>config</a:t>
            </a:r>
            <a:r>
              <a:rPr sz="2200" spc="-15">
                <a:latin typeface="Microsoft Sans Serif"/>
                <a:cs typeface="Microsoft Sans Serif"/>
              </a:rPr>
              <a:t>.</a:t>
            </a:r>
            <a:r>
              <a:rPr sz="2200" spc="-15" dirty="0">
                <a:latin typeface="Microsoft Sans Serif"/>
                <a:cs typeface="Microsoft Sans Serif"/>
              </a:rPr>
              <a:t>ts</a:t>
            </a:r>
            <a:r>
              <a:rPr sz="2200" spc="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f</a:t>
            </a:r>
            <a:r>
              <a:rPr sz="2200" spc="-15" dirty="0">
                <a:latin typeface="Microsoft Sans Serif"/>
                <a:cs typeface="Microsoft Sans Serif"/>
              </a:rPr>
              <a:t>ile</a:t>
            </a:r>
            <a:endParaRPr sz="2200" dirty="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883663" y="3525011"/>
            <a:ext cx="1280160" cy="1123315"/>
          </a:xfrm>
          <a:custGeom>
            <a:avLst/>
            <a:gdLst/>
            <a:ahLst/>
            <a:cxnLst/>
            <a:rect l="l" t="t" r="r" b="b"/>
            <a:pathLst>
              <a:path w="1280160" h="1123314">
                <a:moveTo>
                  <a:pt x="368807" y="0"/>
                </a:moveTo>
                <a:lnTo>
                  <a:pt x="0" y="0"/>
                </a:lnTo>
                <a:lnTo>
                  <a:pt x="0" y="1026794"/>
                </a:lnTo>
                <a:lnTo>
                  <a:pt x="878336" y="1026794"/>
                </a:lnTo>
                <a:lnTo>
                  <a:pt x="878336" y="1123187"/>
                </a:lnTo>
                <a:lnTo>
                  <a:pt x="1280159" y="842390"/>
                </a:lnTo>
                <a:lnTo>
                  <a:pt x="1016275" y="657986"/>
                </a:lnTo>
                <a:lnTo>
                  <a:pt x="368807" y="657986"/>
                </a:lnTo>
                <a:lnTo>
                  <a:pt x="368807" y="0"/>
                </a:lnTo>
                <a:close/>
              </a:path>
              <a:path w="1280160" h="1123314">
                <a:moveTo>
                  <a:pt x="878336" y="561593"/>
                </a:moveTo>
                <a:lnTo>
                  <a:pt x="878336" y="657986"/>
                </a:lnTo>
                <a:lnTo>
                  <a:pt x="1016275" y="657986"/>
                </a:lnTo>
                <a:lnTo>
                  <a:pt x="878336" y="561593"/>
                </a:lnTo>
                <a:close/>
              </a:path>
            </a:pathLst>
          </a:custGeom>
          <a:solidFill>
            <a:srgbClr val="EAC1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868423" y="2828544"/>
            <a:ext cx="2699385" cy="684530"/>
          </a:xfrm>
          <a:custGeom>
            <a:avLst/>
            <a:gdLst/>
            <a:ahLst/>
            <a:cxnLst/>
            <a:rect l="l" t="t" r="r" b="b"/>
            <a:pathLst>
              <a:path w="2699385" h="684529">
                <a:moveTo>
                  <a:pt x="2584947" y="0"/>
                </a:moveTo>
                <a:lnTo>
                  <a:pt x="103742" y="459"/>
                </a:lnTo>
                <a:lnTo>
                  <a:pt x="62994" y="12034"/>
                </a:lnTo>
                <a:lnTo>
                  <a:pt x="30059" y="36887"/>
                </a:lnTo>
                <a:lnTo>
                  <a:pt x="8030" y="71925"/>
                </a:lnTo>
                <a:lnTo>
                  <a:pt x="0" y="114056"/>
                </a:lnTo>
                <a:lnTo>
                  <a:pt x="459" y="580527"/>
                </a:lnTo>
                <a:lnTo>
                  <a:pt x="12034" y="621279"/>
                </a:lnTo>
                <a:lnTo>
                  <a:pt x="36887" y="654215"/>
                </a:lnTo>
                <a:lnTo>
                  <a:pt x="71923" y="676245"/>
                </a:lnTo>
                <a:lnTo>
                  <a:pt x="114050" y="684275"/>
                </a:lnTo>
                <a:lnTo>
                  <a:pt x="2595260" y="683816"/>
                </a:lnTo>
                <a:lnTo>
                  <a:pt x="2636010" y="672239"/>
                </a:lnTo>
                <a:lnTo>
                  <a:pt x="2668945" y="647386"/>
                </a:lnTo>
                <a:lnTo>
                  <a:pt x="2690973" y="612349"/>
                </a:lnTo>
                <a:lnTo>
                  <a:pt x="2699003" y="570219"/>
                </a:lnTo>
                <a:lnTo>
                  <a:pt x="2698544" y="103743"/>
                </a:lnTo>
                <a:lnTo>
                  <a:pt x="2686967" y="62993"/>
                </a:lnTo>
                <a:lnTo>
                  <a:pt x="2662114" y="30058"/>
                </a:lnTo>
                <a:lnTo>
                  <a:pt x="2627077" y="8030"/>
                </a:lnTo>
                <a:lnTo>
                  <a:pt x="2584947" y="0"/>
                </a:lnTo>
                <a:close/>
              </a:path>
            </a:pathLst>
          </a:custGeom>
          <a:solidFill>
            <a:srgbClr val="D247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868423" y="2828544"/>
            <a:ext cx="2699385" cy="684530"/>
          </a:xfrm>
          <a:custGeom>
            <a:avLst/>
            <a:gdLst/>
            <a:ahLst/>
            <a:cxnLst/>
            <a:rect l="l" t="t" r="r" b="b"/>
            <a:pathLst>
              <a:path w="2699385" h="684529">
                <a:moveTo>
                  <a:pt x="0" y="114056"/>
                </a:moveTo>
                <a:lnTo>
                  <a:pt x="8030" y="71925"/>
                </a:lnTo>
                <a:lnTo>
                  <a:pt x="30059" y="36887"/>
                </a:lnTo>
                <a:lnTo>
                  <a:pt x="62994" y="12034"/>
                </a:lnTo>
                <a:lnTo>
                  <a:pt x="103742" y="459"/>
                </a:lnTo>
                <a:lnTo>
                  <a:pt x="2584947" y="0"/>
                </a:lnTo>
                <a:lnTo>
                  <a:pt x="2599587" y="930"/>
                </a:lnTo>
                <a:lnTo>
                  <a:pt x="2639696" y="13970"/>
                </a:lnTo>
                <a:lnTo>
                  <a:pt x="2671682" y="39978"/>
                </a:lnTo>
                <a:lnTo>
                  <a:pt x="2692454" y="75861"/>
                </a:lnTo>
                <a:lnTo>
                  <a:pt x="2699003" y="570219"/>
                </a:lnTo>
                <a:lnTo>
                  <a:pt x="2698073" y="584860"/>
                </a:lnTo>
                <a:lnTo>
                  <a:pt x="2685033" y="624968"/>
                </a:lnTo>
                <a:lnTo>
                  <a:pt x="2659025" y="656955"/>
                </a:lnTo>
                <a:lnTo>
                  <a:pt x="2623142" y="677726"/>
                </a:lnTo>
                <a:lnTo>
                  <a:pt x="114050" y="684275"/>
                </a:lnTo>
                <a:lnTo>
                  <a:pt x="99410" y="683345"/>
                </a:lnTo>
                <a:lnTo>
                  <a:pt x="59303" y="670305"/>
                </a:lnTo>
                <a:lnTo>
                  <a:pt x="27318" y="644295"/>
                </a:lnTo>
                <a:lnTo>
                  <a:pt x="6548" y="608410"/>
                </a:lnTo>
                <a:lnTo>
                  <a:pt x="0" y="114056"/>
                </a:lnTo>
                <a:close/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248028" y="3002176"/>
            <a:ext cx="1939289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IN"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2400" spc="-5" dirty="0" err="1">
                <a:solidFill>
                  <a:srgbClr val="FFFFFF"/>
                </a:solidFill>
                <a:latin typeface="Microsoft Sans Serif"/>
                <a:cs typeface="Microsoft Sans Serif"/>
              </a:rPr>
              <a:t>p</a:t>
            </a:r>
            <a:r>
              <a:rPr sz="2400" spc="-10" dirty="0" err="1">
                <a:solidFill>
                  <a:srgbClr val="FFFFFF"/>
                </a:solidFill>
                <a:latin typeface="Microsoft Sans Serif"/>
                <a:cs typeface="Microsoft Sans Serif"/>
              </a:rPr>
              <a:t>p</a:t>
            </a:r>
            <a:r>
              <a:rPr lang="en-US" sz="2400" spc="-10" dirty="0" err="1">
                <a:solidFill>
                  <a:srgbClr val="FFFFFF"/>
                </a:solidFill>
                <a:latin typeface="Microsoft Sans Serif"/>
                <a:cs typeface="Microsoft Sans Serif"/>
              </a:rPr>
              <a:t>.config</a:t>
            </a:r>
            <a:r>
              <a:rPr sz="2400" spc="-15" dirty="0" err="1">
                <a:solidFill>
                  <a:srgbClr val="FFFFFF"/>
                </a:solidFill>
                <a:latin typeface="Microsoft Sans Serif"/>
                <a:cs typeface="Microsoft Sans Serif"/>
              </a:rPr>
              <a:t>.</a:t>
            </a:r>
            <a:r>
              <a:rPr sz="2400" spc="-5" dirty="0" err="1">
                <a:solidFill>
                  <a:srgbClr val="FFFFFF"/>
                </a:solidFill>
                <a:latin typeface="Microsoft Sans Serif"/>
                <a:cs typeface="Microsoft Sans Serif"/>
              </a:rPr>
              <a:t>t</a:t>
            </a:r>
            <a:r>
              <a:rPr sz="2400" dirty="0" err="1">
                <a:solidFill>
                  <a:srgbClr val="FFFFFF"/>
                </a:solidFill>
                <a:latin typeface="Microsoft Sans Serif"/>
                <a:cs typeface="Microsoft Sans Serif"/>
              </a:rPr>
              <a:t>s</a:t>
            </a:r>
            <a:endParaRPr sz="2400" dirty="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66618" y="2903263"/>
            <a:ext cx="5363210" cy="589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5080" indent="-228600">
              <a:lnSpc>
                <a:spcPts val="2240"/>
              </a:lnSpc>
              <a:buFont typeface="Microsoft Sans Serif"/>
              <a:buChar char="•"/>
              <a:tabLst>
                <a:tab pos="241300" algn="l"/>
              </a:tabLst>
            </a:pPr>
            <a:r>
              <a:rPr sz="2200" spc="-10" dirty="0">
                <a:latin typeface="Microsoft Sans Serif"/>
                <a:cs typeface="Microsoft Sans Serif"/>
              </a:rPr>
              <a:t>This </a:t>
            </a:r>
            <a:r>
              <a:rPr sz="2200" spc="-5" dirty="0">
                <a:latin typeface="Microsoft Sans Serif"/>
                <a:cs typeface="Microsoft Sans Serif"/>
              </a:rPr>
              <a:t>f</a:t>
            </a:r>
            <a:r>
              <a:rPr sz="2200" spc="-15" dirty="0">
                <a:latin typeface="Microsoft Sans Serif"/>
                <a:cs typeface="Microsoft Sans Serif"/>
              </a:rPr>
              <a:t>il</a:t>
            </a:r>
            <a:r>
              <a:rPr sz="2200" spc="-20" dirty="0">
                <a:latin typeface="Microsoft Sans Serif"/>
                <a:cs typeface="Microsoft Sans Serif"/>
              </a:rPr>
              <a:t>e</a:t>
            </a:r>
            <a:r>
              <a:rPr sz="2200" spc="0" dirty="0">
                <a:latin typeface="Microsoft Sans Serif"/>
                <a:cs typeface="Microsoft Sans Serif"/>
              </a:rPr>
              <a:t> </a:t>
            </a:r>
            <a:r>
              <a:rPr sz="2200" spc="-20" dirty="0">
                <a:latin typeface="Microsoft Sans Serif"/>
                <a:cs typeface="Microsoft Sans Serif"/>
              </a:rPr>
              <a:t>bo</a:t>
            </a:r>
            <a:r>
              <a:rPr sz="2200" spc="-10" dirty="0">
                <a:latin typeface="Microsoft Sans Serif"/>
                <a:cs typeface="Microsoft Sans Serif"/>
              </a:rPr>
              <a:t>otstrap</a:t>
            </a:r>
            <a:r>
              <a:rPr sz="2200" spc="-20" dirty="0">
                <a:latin typeface="Microsoft Sans Serif"/>
                <a:cs typeface="Microsoft Sans Serif"/>
              </a:rPr>
              <a:t> ou</a:t>
            </a:r>
            <a:r>
              <a:rPr sz="2200" spc="-10" dirty="0">
                <a:latin typeface="Microsoft Sans Serif"/>
                <a:cs typeface="Microsoft Sans Serif"/>
              </a:rPr>
              <a:t>r first co</a:t>
            </a:r>
            <a:r>
              <a:rPr sz="2200" spc="-15" dirty="0">
                <a:latin typeface="Microsoft Sans Serif"/>
                <a:cs typeface="Microsoft Sans Serif"/>
              </a:rPr>
              <a:t>mponent</a:t>
            </a:r>
            <a:r>
              <a:rPr sz="2200" spc="-5" dirty="0">
                <a:latin typeface="Microsoft Sans Serif"/>
                <a:cs typeface="Microsoft Sans Serif"/>
              </a:rPr>
              <a:t> </a:t>
            </a:r>
            <a:r>
              <a:rPr sz="2200" spc="20" dirty="0">
                <a:latin typeface="Microsoft Sans Serif"/>
                <a:cs typeface="Microsoft Sans Serif"/>
              </a:rPr>
              <a:t> </a:t>
            </a:r>
            <a:r>
              <a:rPr sz="2200" spc="-15" dirty="0">
                <a:latin typeface="Microsoft Sans Serif"/>
                <a:cs typeface="Microsoft Sans Serif"/>
              </a:rPr>
              <a:t>i</a:t>
            </a:r>
            <a:r>
              <a:rPr sz="2200" spc="-10" dirty="0">
                <a:latin typeface="Microsoft Sans Serif"/>
                <a:cs typeface="Microsoft Sans Serif"/>
              </a:rPr>
              <a:t>.e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Microsoft Sans Serif"/>
                <a:cs typeface="Microsoft Sans Serif"/>
              </a:rPr>
              <a:t>ap</a:t>
            </a:r>
            <a:r>
              <a:rPr sz="2200" spc="-10" dirty="0">
                <a:latin typeface="Microsoft Sans Serif"/>
                <a:cs typeface="Microsoft Sans Serif"/>
              </a:rPr>
              <a:t>p.c</a:t>
            </a:r>
            <a:r>
              <a:rPr sz="2200" spc="-20" dirty="0">
                <a:latin typeface="Microsoft Sans Serif"/>
                <a:cs typeface="Microsoft Sans Serif"/>
              </a:rPr>
              <a:t>ompo</a:t>
            </a:r>
            <a:r>
              <a:rPr sz="2200" spc="-15" dirty="0">
                <a:latin typeface="Microsoft Sans Serif"/>
                <a:cs typeface="Microsoft Sans Serif"/>
              </a:rPr>
              <a:t>n</a:t>
            </a:r>
            <a:r>
              <a:rPr sz="2200" spc="-20" dirty="0">
                <a:latin typeface="Microsoft Sans Serif"/>
                <a:cs typeface="Microsoft Sans Serif"/>
              </a:rPr>
              <a:t>en</a:t>
            </a:r>
            <a:r>
              <a:rPr sz="2200" spc="-10" dirty="0">
                <a:latin typeface="Microsoft Sans Serif"/>
                <a:cs typeface="Microsoft Sans Serif"/>
              </a:rPr>
              <a:t>t.ts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194303" y="4785360"/>
            <a:ext cx="1280160" cy="1123315"/>
          </a:xfrm>
          <a:custGeom>
            <a:avLst/>
            <a:gdLst/>
            <a:ahLst/>
            <a:cxnLst/>
            <a:rect l="l" t="t" r="r" b="b"/>
            <a:pathLst>
              <a:path w="1280160" h="1123314">
                <a:moveTo>
                  <a:pt x="368807" y="0"/>
                </a:moveTo>
                <a:lnTo>
                  <a:pt x="0" y="0"/>
                </a:lnTo>
                <a:lnTo>
                  <a:pt x="0" y="1026819"/>
                </a:lnTo>
                <a:lnTo>
                  <a:pt x="878342" y="1026819"/>
                </a:lnTo>
                <a:lnTo>
                  <a:pt x="878342" y="1123187"/>
                </a:lnTo>
                <a:lnTo>
                  <a:pt x="1280159" y="842390"/>
                </a:lnTo>
                <a:lnTo>
                  <a:pt x="1016279" y="657986"/>
                </a:lnTo>
                <a:lnTo>
                  <a:pt x="368807" y="657986"/>
                </a:lnTo>
                <a:lnTo>
                  <a:pt x="368807" y="0"/>
                </a:lnTo>
                <a:close/>
              </a:path>
              <a:path w="1280160" h="1123314">
                <a:moveTo>
                  <a:pt x="878342" y="561593"/>
                </a:moveTo>
                <a:lnTo>
                  <a:pt x="878342" y="657986"/>
                </a:lnTo>
                <a:lnTo>
                  <a:pt x="1016279" y="657986"/>
                </a:lnTo>
                <a:lnTo>
                  <a:pt x="878342" y="561593"/>
                </a:lnTo>
                <a:close/>
              </a:path>
            </a:pathLst>
          </a:custGeom>
          <a:solidFill>
            <a:srgbClr val="EAC1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151631" y="4105655"/>
            <a:ext cx="2900680" cy="632460"/>
          </a:xfrm>
          <a:custGeom>
            <a:avLst/>
            <a:gdLst/>
            <a:ahLst/>
            <a:cxnLst/>
            <a:rect l="l" t="t" r="r" b="b"/>
            <a:pathLst>
              <a:path w="2900679" h="632460">
                <a:moveTo>
                  <a:pt x="2794772" y="0"/>
                </a:moveTo>
                <a:lnTo>
                  <a:pt x="94580" y="550"/>
                </a:lnTo>
                <a:lnTo>
                  <a:pt x="54340" y="13196"/>
                </a:lnTo>
                <a:lnTo>
                  <a:pt x="22911" y="39827"/>
                </a:lnTo>
                <a:lnTo>
                  <a:pt x="3935" y="76804"/>
                </a:lnTo>
                <a:lnTo>
                  <a:pt x="0" y="105405"/>
                </a:lnTo>
                <a:lnTo>
                  <a:pt x="550" y="537874"/>
                </a:lnTo>
                <a:lnTo>
                  <a:pt x="13196" y="578117"/>
                </a:lnTo>
                <a:lnTo>
                  <a:pt x="39826" y="609547"/>
                </a:lnTo>
                <a:lnTo>
                  <a:pt x="76801" y="628524"/>
                </a:lnTo>
                <a:lnTo>
                  <a:pt x="105399" y="632459"/>
                </a:lnTo>
                <a:lnTo>
                  <a:pt x="2805591" y="631909"/>
                </a:lnTo>
                <a:lnTo>
                  <a:pt x="2845831" y="619263"/>
                </a:lnTo>
                <a:lnTo>
                  <a:pt x="2877260" y="592632"/>
                </a:lnTo>
                <a:lnTo>
                  <a:pt x="2896236" y="555655"/>
                </a:lnTo>
                <a:lnTo>
                  <a:pt x="2900171" y="527054"/>
                </a:lnTo>
                <a:lnTo>
                  <a:pt x="2899621" y="94585"/>
                </a:lnTo>
                <a:lnTo>
                  <a:pt x="2886975" y="54341"/>
                </a:lnTo>
                <a:lnTo>
                  <a:pt x="2860345" y="22912"/>
                </a:lnTo>
                <a:lnTo>
                  <a:pt x="2823370" y="3935"/>
                </a:lnTo>
                <a:lnTo>
                  <a:pt x="2794772" y="0"/>
                </a:lnTo>
                <a:close/>
              </a:path>
            </a:pathLst>
          </a:custGeom>
          <a:solidFill>
            <a:srgbClr val="D247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151631" y="4105655"/>
            <a:ext cx="2900680" cy="632460"/>
          </a:xfrm>
          <a:custGeom>
            <a:avLst/>
            <a:gdLst/>
            <a:ahLst/>
            <a:cxnLst/>
            <a:rect l="l" t="t" r="r" b="b"/>
            <a:pathLst>
              <a:path w="2900679" h="632460">
                <a:moveTo>
                  <a:pt x="0" y="105405"/>
                </a:moveTo>
                <a:lnTo>
                  <a:pt x="8652" y="63554"/>
                </a:lnTo>
                <a:lnTo>
                  <a:pt x="32184" y="29621"/>
                </a:lnTo>
                <a:lnTo>
                  <a:pt x="66954" y="7247"/>
                </a:lnTo>
                <a:lnTo>
                  <a:pt x="2794772" y="0"/>
                </a:lnTo>
                <a:lnTo>
                  <a:pt x="2809376" y="1006"/>
                </a:lnTo>
                <a:lnTo>
                  <a:pt x="2848990" y="15023"/>
                </a:lnTo>
                <a:lnTo>
                  <a:pt x="2879472" y="42706"/>
                </a:lnTo>
                <a:lnTo>
                  <a:pt x="2897184" y="80416"/>
                </a:lnTo>
                <a:lnTo>
                  <a:pt x="2900171" y="527054"/>
                </a:lnTo>
                <a:lnTo>
                  <a:pt x="2899165" y="541659"/>
                </a:lnTo>
                <a:lnTo>
                  <a:pt x="2885148" y="581276"/>
                </a:lnTo>
                <a:lnTo>
                  <a:pt x="2857466" y="611760"/>
                </a:lnTo>
                <a:lnTo>
                  <a:pt x="2819759" y="629472"/>
                </a:lnTo>
                <a:lnTo>
                  <a:pt x="105399" y="632459"/>
                </a:lnTo>
                <a:lnTo>
                  <a:pt x="90795" y="631453"/>
                </a:lnTo>
                <a:lnTo>
                  <a:pt x="51181" y="617436"/>
                </a:lnTo>
                <a:lnTo>
                  <a:pt x="20698" y="589753"/>
                </a:lnTo>
                <a:lnTo>
                  <a:pt x="2986" y="552043"/>
                </a:lnTo>
                <a:lnTo>
                  <a:pt x="0" y="105405"/>
                </a:lnTo>
                <a:close/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377948" y="4253514"/>
            <a:ext cx="2448560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p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p.comp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o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n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nt.</a:t>
            </a: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t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s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98494" y="4281347"/>
            <a:ext cx="5290185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Font typeface="Microsoft Sans Serif"/>
              <a:buChar char="•"/>
              <a:tabLst>
                <a:tab pos="241300" algn="l"/>
              </a:tabLst>
            </a:pPr>
            <a:r>
              <a:rPr sz="2200" spc="-15" dirty="0">
                <a:latin typeface="Microsoft Sans Serif"/>
                <a:cs typeface="Microsoft Sans Serif"/>
              </a:rPr>
              <a:t>This</a:t>
            </a:r>
            <a:r>
              <a:rPr sz="2200" spc="-5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f</a:t>
            </a:r>
            <a:r>
              <a:rPr sz="2200" spc="-15" dirty="0">
                <a:latin typeface="Microsoft Sans Serif"/>
                <a:cs typeface="Microsoft Sans Serif"/>
              </a:rPr>
              <a:t>il</a:t>
            </a:r>
            <a:r>
              <a:rPr sz="2200" spc="-20" dirty="0">
                <a:latin typeface="Microsoft Sans Serif"/>
                <a:cs typeface="Microsoft Sans Serif"/>
              </a:rPr>
              <a:t>e</a:t>
            </a:r>
            <a:r>
              <a:rPr sz="2200" spc="0" dirty="0">
                <a:latin typeface="Microsoft Sans Serif"/>
                <a:cs typeface="Microsoft Sans Serif"/>
              </a:rPr>
              <a:t> </a:t>
            </a:r>
            <a:r>
              <a:rPr sz="2200" spc="-15" dirty="0">
                <a:latin typeface="Microsoft Sans Serif"/>
                <a:cs typeface="Microsoft Sans Serif"/>
              </a:rPr>
              <a:t>render ap</a:t>
            </a:r>
            <a:r>
              <a:rPr sz="2200" spc="-10" dirty="0">
                <a:latin typeface="Microsoft Sans Serif"/>
                <a:cs typeface="Microsoft Sans Serif"/>
              </a:rPr>
              <a:t>p.co</a:t>
            </a:r>
            <a:r>
              <a:rPr sz="2200" spc="-30" dirty="0">
                <a:latin typeface="Microsoft Sans Serif"/>
                <a:cs typeface="Microsoft Sans Serif"/>
              </a:rPr>
              <a:t>m</a:t>
            </a:r>
            <a:r>
              <a:rPr sz="2200" spc="-20" dirty="0">
                <a:latin typeface="Microsoft Sans Serif"/>
                <a:cs typeface="Microsoft Sans Serif"/>
              </a:rPr>
              <a:t>pon</a:t>
            </a:r>
            <a:r>
              <a:rPr sz="2200" spc="-15" dirty="0">
                <a:latin typeface="Microsoft Sans Serif"/>
                <a:cs typeface="Microsoft Sans Serif"/>
              </a:rPr>
              <a:t>e</a:t>
            </a:r>
            <a:r>
              <a:rPr sz="2200" spc="-20" dirty="0">
                <a:latin typeface="Microsoft Sans Serif"/>
                <a:cs typeface="Microsoft Sans Serif"/>
              </a:rPr>
              <a:t>nt.htm</a:t>
            </a:r>
            <a:r>
              <a:rPr sz="2200" spc="-15" dirty="0">
                <a:latin typeface="Microsoft Sans Serif"/>
                <a:cs typeface="Microsoft Sans Serif"/>
              </a:rPr>
              <a:t>l</a:t>
            </a:r>
            <a:r>
              <a:rPr sz="2200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f</a:t>
            </a:r>
            <a:r>
              <a:rPr sz="2200" spc="-15" dirty="0">
                <a:latin typeface="Microsoft Sans Serif"/>
                <a:cs typeface="Microsoft Sans Serif"/>
              </a:rPr>
              <a:t>ile. 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341876" y="5721096"/>
            <a:ext cx="3331845" cy="632460"/>
          </a:xfrm>
          <a:custGeom>
            <a:avLst/>
            <a:gdLst/>
            <a:ahLst/>
            <a:cxnLst/>
            <a:rect l="l" t="t" r="r" b="b"/>
            <a:pathLst>
              <a:path w="3331845" h="632460">
                <a:moveTo>
                  <a:pt x="3226064" y="0"/>
                </a:moveTo>
                <a:lnTo>
                  <a:pt x="94561" y="551"/>
                </a:lnTo>
                <a:lnTo>
                  <a:pt x="54328" y="13195"/>
                </a:lnTo>
                <a:lnTo>
                  <a:pt x="22906" y="39823"/>
                </a:lnTo>
                <a:lnTo>
                  <a:pt x="3934" y="76808"/>
                </a:lnTo>
                <a:lnTo>
                  <a:pt x="0" y="105430"/>
                </a:lnTo>
                <a:lnTo>
                  <a:pt x="551" y="537879"/>
                </a:lnTo>
                <a:lnTo>
                  <a:pt x="13202" y="578137"/>
                </a:lnTo>
                <a:lnTo>
                  <a:pt x="39832" y="609562"/>
                </a:lnTo>
                <a:lnTo>
                  <a:pt x="76804" y="628527"/>
                </a:lnTo>
                <a:lnTo>
                  <a:pt x="105399" y="632459"/>
                </a:lnTo>
                <a:lnTo>
                  <a:pt x="3236902" y="631908"/>
                </a:lnTo>
                <a:lnTo>
                  <a:pt x="3277135" y="619264"/>
                </a:lnTo>
                <a:lnTo>
                  <a:pt x="3308557" y="592636"/>
                </a:lnTo>
                <a:lnTo>
                  <a:pt x="3327529" y="555651"/>
                </a:lnTo>
                <a:lnTo>
                  <a:pt x="3331463" y="527029"/>
                </a:lnTo>
                <a:lnTo>
                  <a:pt x="3330911" y="94580"/>
                </a:lnTo>
                <a:lnTo>
                  <a:pt x="3318261" y="54322"/>
                </a:lnTo>
                <a:lnTo>
                  <a:pt x="3291631" y="22897"/>
                </a:lnTo>
                <a:lnTo>
                  <a:pt x="3254659" y="3932"/>
                </a:lnTo>
                <a:lnTo>
                  <a:pt x="3226064" y="0"/>
                </a:lnTo>
                <a:close/>
              </a:path>
            </a:pathLst>
          </a:custGeom>
          <a:solidFill>
            <a:srgbClr val="D247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341876" y="5721096"/>
            <a:ext cx="3331845" cy="632460"/>
          </a:xfrm>
          <a:custGeom>
            <a:avLst/>
            <a:gdLst/>
            <a:ahLst/>
            <a:cxnLst/>
            <a:rect l="l" t="t" r="r" b="b"/>
            <a:pathLst>
              <a:path w="3331845" h="632460">
                <a:moveTo>
                  <a:pt x="0" y="105430"/>
                </a:moveTo>
                <a:lnTo>
                  <a:pt x="8650" y="63553"/>
                </a:lnTo>
                <a:lnTo>
                  <a:pt x="32177" y="29617"/>
                </a:lnTo>
                <a:lnTo>
                  <a:pt x="66940" y="7248"/>
                </a:lnTo>
                <a:lnTo>
                  <a:pt x="3226064" y="0"/>
                </a:lnTo>
                <a:lnTo>
                  <a:pt x="3240666" y="1005"/>
                </a:lnTo>
                <a:lnTo>
                  <a:pt x="3280276" y="15012"/>
                </a:lnTo>
                <a:lnTo>
                  <a:pt x="3310758" y="42686"/>
                </a:lnTo>
                <a:lnTo>
                  <a:pt x="3328473" y="80403"/>
                </a:lnTo>
                <a:lnTo>
                  <a:pt x="3331463" y="527029"/>
                </a:lnTo>
                <a:lnTo>
                  <a:pt x="3330457" y="541647"/>
                </a:lnTo>
                <a:lnTo>
                  <a:pt x="3316444" y="581280"/>
                </a:lnTo>
                <a:lnTo>
                  <a:pt x="3288767" y="611762"/>
                </a:lnTo>
                <a:lnTo>
                  <a:pt x="3251067" y="629471"/>
                </a:lnTo>
                <a:lnTo>
                  <a:pt x="105399" y="632459"/>
                </a:lnTo>
                <a:lnTo>
                  <a:pt x="90797" y="631454"/>
                </a:lnTo>
                <a:lnTo>
                  <a:pt x="51187" y="617447"/>
                </a:lnTo>
                <a:lnTo>
                  <a:pt x="20705" y="589773"/>
                </a:lnTo>
                <a:lnTo>
                  <a:pt x="2990" y="552056"/>
                </a:lnTo>
                <a:lnTo>
                  <a:pt x="0" y="105430"/>
                </a:lnTo>
                <a:close/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614421" y="5868878"/>
            <a:ext cx="278828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ap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p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.com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po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n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ent.h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t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ml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836541" y="5916420"/>
            <a:ext cx="3194685" cy="331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400" spc="-15" dirty="0">
                <a:latin typeface="Microsoft Sans Serif"/>
                <a:cs typeface="Microsoft Sans Serif"/>
              </a:rPr>
              <a:t>F</a:t>
            </a:r>
            <a:r>
              <a:rPr sz="2400" spc="-35" dirty="0">
                <a:latin typeface="Microsoft Sans Serif"/>
                <a:cs typeface="Microsoft Sans Serif"/>
              </a:rPr>
              <a:t>i</a:t>
            </a:r>
            <a:r>
              <a:rPr sz="2400" spc="-5" dirty="0">
                <a:latin typeface="Microsoft Sans Serif"/>
                <a:cs typeface="Microsoft Sans Serif"/>
              </a:rPr>
              <a:t>na</a:t>
            </a:r>
            <a:r>
              <a:rPr sz="2400" spc="-25" dirty="0">
                <a:latin typeface="Microsoft Sans Serif"/>
                <a:cs typeface="Microsoft Sans Serif"/>
              </a:rPr>
              <a:t>l</a:t>
            </a:r>
            <a:r>
              <a:rPr sz="2400" spc="4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H</a:t>
            </a:r>
            <a:r>
              <a:rPr sz="2400" spc="-10" dirty="0">
                <a:latin typeface="Microsoft Sans Serif"/>
                <a:cs typeface="Microsoft Sans Serif"/>
              </a:rPr>
              <a:t>T</a:t>
            </a:r>
            <a:r>
              <a:rPr sz="2400" spc="-20" dirty="0">
                <a:latin typeface="Microsoft Sans Serif"/>
                <a:cs typeface="Microsoft Sans Serif"/>
              </a:rPr>
              <a:t>ML</a:t>
            </a:r>
            <a:r>
              <a:rPr sz="2400" dirty="0">
                <a:latin typeface="Microsoft Sans Serif"/>
                <a:cs typeface="Microsoft Sans Serif"/>
              </a:rPr>
              <a:t> </a:t>
            </a:r>
            <a:r>
              <a:rPr sz="2400" spc="-15" dirty="0">
                <a:latin typeface="Microsoft Sans Serif"/>
                <a:cs typeface="Microsoft Sans Serif"/>
              </a:rPr>
              <a:t>tem</a:t>
            </a:r>
            <a:r>
              <a:rPr sz="2400" spc="-5" dirty="0">
                <a:latin typeface="Microsoft Sans Serif"/>
                <a:cs typeface="Microsoft Sans Serif"/>
              </a:rPr>
              <a:t>p</a:t>
            </a:r>
            <a:r>
              <a:rPr sz="2400" spc="-25" dirty="0">
                <a:latin typeface="Microsoft Sans Serif"/>
                <a:cs typeface="Microsoft Sans Serif"/>
              </a:rPr>
              <a:t>l</a:t>
            </a:r>
            <a:r>
              <a:rPr sz="2400" spc="-5" dirty="0">
                <a:latin typeface="Microsoft Sans Serif"/>
                <a:cs typeface="Microsoft Sans Serif"/>
              </a:rPr>
              <a:t>ate</a:t>
            </a:r>
            <a:endParaRPr sz="2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94359"/>
            <a:ext cx="3009900" cy="11216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08887" y="827943"/>
            <a:ext cx="2461260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25" dirty="0">
                <a:solidFill>
                  <a:srgbClr val="696363"/>
                </a:solidFill>
                <a:latin typeface="Microsoft Sans Serif"/>
                <a:cs typeface="Microsoft Sans Serif"/>
              </a:rPr>
              <a:t>T</a:t>
            </a:r>
            <a:r>
              <a:rPr sz="4000" dirty="0">
                <a:solidFill>
                  <a:srgbClr val="696363"/>
                </a:solidFill>
                <a:latin typeface="Microsoft Sans Serif"/>
                <a:cs typeface="Microsoft Sans Serif"/>
              </a:rPr>
              <a:t>y</a:t>
            </a:r>
            <a:r>
              <a:rPr sz="4000" spc="-30" dirty="0">
                <a:solidFill>
                  <a:srgbClr val="696363"/>
                </a:solidFill>
                <a:latin typeface="Microsoft Sans Serif"/>
                <a:cs typeface="Microsoft Sans Serif"/>
              </a:rPr>
              <a:t>p</a:t>
            </a:r>
            <a:r>
              <a:rPr sz="4000" spc="-10" dirty="0">
                <a:solidFill>
                  <a:srgbClr val="696363"/>
                </a:solidFill>
                <a:latin typeface="Microsoft Sans Serif"/>
                <a:cs typeface="Microsoft Sans Serif"/>
              </a:rPr>
              <a:t>e</a:t>
            </a:r>
            <a:r>
              <a:rPr sz="4000" spc="-30" dirty="0">
                <a:solidFill>
                  <a:srgbClr val="696363"/>
                </a:solidFill>
                <a:latin typeface="Microsoft Sans Serif"/>
                <a:cs typeface="Microsoft Sans Serif"/>
              </a:rPr>
              <a:t>S</a:t>
            </a:r>
            <a:r>
              <a:rPr sz="4000" spc="-10" dirty="0">
                <a:solidFill>
                  <a:srgbClr val="696363"/>
                </a:solidFill>
                <a:latin typeface="Microsoft Sans Serif"/>
                <a:cs typeface="Microsoft Sans Serif"/>
              </a:rPr>
              <a:t>cr</a:t>
            </a:r>
            <a:r>
              <a:rPr sz="4000" spc="-20" dirty="0">
                <a:solidFill>
                  <a:srgbClr val="696363"/>
                </a:solidFill>
                <a:latin typeface="Microsoft Sans Serif"/>
                <a:cs typeface="Microsoft Sans Serif"/>
              </a:rPr>
              <a:t>ipt</a:t>
            </a:r>
            <a:endParaRPr sz="4000" dirty="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8887" y="1594927"/>
            <a:ext cx="11223625" cy="4992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252525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spc="5" dirty="0">
                <a:solidFill>
                  <a:srgbClr val="252525"/>
                </a:solidFill>
                <a:latin typeface="Microsoft Sans Serif"/>
                <a:cs typeface="Microsoft Sans Serif"/>
              </a:rPr>
              <a:t>Ty</a:t>
            </a:r>
            <a:r>
              <a:rPr sz="2400" dirty="0">
                <a:solidFill>
                  <a:srgbClr val="252525"/>
                </a:solidFill>
                <a:latin typeface="Microsoft Sans Serif"/>
                <a:cs typeface="Microsoft Sans Serif"/>
              </a:rPr>
              <a:t>peS</a:t>
            </a:r>
            <a:r>
              <a:rPr sz="2400" spc="-10" dirty="0">
                <a:solidFill>
                  <a:srgbClr val="252525"/>
                </a:solidFill>
                <a:latin typeface="Microsoft Sans Serif"/>
                <a:cs typeface="Microsoft Sans Serif"/>
              </a:rPr>
              <a:t>c</a:t>
            </a:r>
            <a:r>
              <a:rPr sz="2400" dirty="0">
                <a:solidFill>
                  <a:srgbClr val="252525"/>
                </a:solidFill>
                <a:latin typeface="Microsoft Sans Serif"/>
                <a:cs typeface="Microsoft Sans Serif"/>
              </a:rPr>
              <a:t>ri</a:t>
            </a:r>
            <a:r>
              <a:rPr sz="2400" spc="-10" dirty="0">
                <a:solidFill>
                  <a:srgbClr val="252525"/>
                </a:solidFill>
                <a:latin typeface="Microsoft Sans Serif"/>
                <a:cs typeface="Microsoft Sans Serif"/>
              </a:rPr>
              <a:t>p</a:t>
            </a:r>
            <a:r>
              <a:rPr sz="2400" dirty="0">
                <a:solidFill>
                  <a:srgbClr val="252525"/>
                </a:solidFill>
                <a:latin typeface="Microsoft Sans Serif"/>
                <a:cs typeface="Microsoft Sans Serif"/>
              </a:rPr>
              <a:t>t</a:t>
            </a:r>
            <a:r>
              <a:rPr sz="2400" spc="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Microsoft Sans Serif"/>
                <a:cs typeface="Microsoft Sans Serif"/>
              </a:rPr>
              <a:t>i</a:t>
            </a:r>
            <a:r>
              <a:rPr sz="2400" spc="5" dirty="0">
                <a:solidFill>
                  <a:srgbClr val="252525"/>
                </a:solidFill>
                <a:latin typeface="Microsoft Sans Serif"/>
                <a:cs typeface="Microsoft Sans Serif"/>
              </a:rPr>
              <a:t>s</a:t>
            </a:r>
            <a:r>
              <a:rPr sz="2400" dirty="0">
                <a:solidFill>
                  <a:srgbClr val="252525"/>
                </a:solidFill>
                <a:latin typeface="Microsoft Sans Serif"/>
                <a:cs typeface="Microsoft Sans Serif"/>
              </a:rPr>
              <a:t> a </a:t>
            </a:r>
            <a:r>
              <a:rPr sz="2400" spc="15" dirty="0">
                <a:solidFill>
                  <a:srgbClr val="252525"/>
                </a:solidFill>
                <a:latin typeface="Microsoft Sans Serif"/>
                <a:cs typeface="Microsoft Sans Serif"/>
              </a:rPr>
              <a:t>f</a:t>
            </a:r>
            <a:r>
              <a:rPr sz="2400" spc="10" dirty="0">
                <a:solidFill>
                  <a:srgbClr val="252525"/>
                </a:solidFill>
                <a:latin typeface="Microsoft Sans Serif"/>
                <a:cs typeface="Microsoft Sans Serif"/>
              </a:rPr>
              <a:t>r</a:t>
            </a:r>
            <a:r>
              <a:rPr sz="2400" spc="-5" dirty="0">
                <a:solidFill>
                  <a:srgbClr val="252525"/>
                </a:solidFill>
                <a:latin typeface="Microsoft Sans Serif"/>
                <a:cs typeface="Microsoft Sans Serif"/>
              </a:rPr>
              <a:t>ee</a:t>
            </a:r>
            <a:r>
              <a:rPr sz="2400" spc="-35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52525"/>
                </a:solidFill>
                <a:latin typeface="Microsoft Sans Serif"/>
                <a:cs typeface="Microsoft Sans Serif"/>
              </a:rPr>
              <a:t>and</a:t>
            </a:r>
            <a:r>
              <a:rPr sz="2400" spc="-40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52525"/>
                </a:solidFill>
                <a:latin typeface="Microsoft Sans Serif"/>
                <a:cs typeface="Microsoft Sans Serif"/>
              </a:rPr>
              <a:t>open</a:t>
            </a:r>
            <a:r>
              <a:rPr sz="2400" spc="-40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400" spc="5" dirty="0">
                <a:solidFill>
                  <a:srgbClr val="252525"/>
                </a:solidFill>
                <a:latin typeface="Microsoft Sans Serif"/>
                <a:cs typeface="Microsoft Sans Serif"/>
              </a:rPr>
              <a:t>s</a:t>
            </a:r>
            <a:r>
              <a:rPr sz="2400" dirty="0">
                <a:solidFill>
                  <a:srgbClr val="252525"/>
                </a:solidFill>
                <a:latin typeface="Microsoft Sans Serif"/>
                <a:cs typeface="Microsoft Sans Serif"/>
              </a:rPr>
              <a:t>ou</a:t>
            </a:r>
            <a:r>
              <a:rPr sz="2400" spc="10" dirty="0">
                <a:solidFill>
                  <a:srgbClr val="252525"/>
                </a:solidFill>
                <a:latin typeface="Microsoft Sans Serif"/>
                <a:cs typeface="Microsoft Sans Serif"/>
              </a:rPr>
              <a:t>r</a:t>
            </a:r>
            <a:r>
              <a:rPr sz="2400" dirty="0">
                <a:solidFill>
                  <a:srgbClr val="252525"/>
                </a:solidFill>
                <a:latin typeface="Microsoft Sans Serif"/>
                <a:cs typeface="Microsoft Sans Serif"/>
              </a:rPr>
              <a:t>ce</a:t>
            </a:r>
            <a:r>
              <a:rPr sz="2400" spc="-35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52525"/>
                </a:solidFill>
                <a:latin typeface="Microsoft Sans Serif"/>
                <a:cs typeface="Microsoft Sans Serif"/>
              </a:rPr>
              <a:t>p</a:t>
            </a:r>
            <a:r>
              <a:rPr sz="2400" spc="10" dirty="0">
                <a:solidFill>
                  <a:srgbClr val="252525"/>
                </a:solidFill>
                <a:latin typeface="Microsoft Sans Serif"/>
                <a:cs typeface="Microsoft Sans Serif"/>
              </a:rPr>
              <a:t>r</a:t>
            </a:r>
            <a:r>
              <a:rPr sz="2400" dirty="0">
                <a:solidFill>
                  <a:srgbClr val="252525"/>
                </a:solidFill>
                <a:latin typeface="Microsoft Sans Serif"/>
                <a:cs typeface="Microsoft Sans Serif"/>
              </a:rPr>
              <a:t>o</a:t>
            </a:r>
            <a:r>
              <a:rPr sz="2400" spc="-5" dirty="0">
                <a:solidFill>
                  <a:srgbClr val="252525"/>
                </a:solidFill>
                <a:latin typeface="Microsoft Sans Serif"/>
                <a:cs typeface="Microsoft Sans Serif"/>
              </a:rPr>
              <a:t>grammin</a:t>
            </a:r>
            <a:r>
              <a:rPr sz="2400" spc="10" dirty="0">
                <a:solidFill>
                  <a:srgbClr val="252525"/>
                </a:solidFill>
                <a:latin typeface="Microsoft Sans Serif"/>
                <a:cs typeface="Microsoft Sans Serif"/>
              </a:rPr>
              <a:t>g</a:t>
            </a:r>
            <a:r>
              <a:rPr sz="2400" spc="0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Microsoft Sans Serif"/>
                <a:cs typeface="Microsoft Sans Serif"/>
              </a:rPr>
              <a:t>l</a:t>
            </a:r>
            <a:r>
              <a:rPr sz="2400" dirty="0">
                <a:solidFill>
                  <a:srgbClr val="252525"/>
                </a:solidFill>
                <a:latin typeface="Microsoft Sans Serif"/>
                <a:cs typeface="Microsoft Sans Serif"/>
              </a:rPr>
              <a:t>anguag</a:t>
            </a:r>
            <a:r>
              <a:rPr sz="2400" spc="-5" dirty="0">
                <a:solidFill>
                  <a:srgbClr val="252525"/>
                </a:solidFill>
                <a:latin typeface="Microsoft Sans Serif"/>
                <a:cs typeface="Microsoft Sans Serif"/>
              </a:rPr>
              <a:t>e.</a:t>
            </a:r>
            <a:br>
              <a:rPr lang="en-US" sz="2400" spc="-5" dirty="0">
                <a:solidFill>
                  <a:srgbClr val="252525"/>
                </a:solidFill>
                <a:latin typeface="Microsoft Sans Serif"/>
                <a:cs typeface="Microsoft Sans Serif"/>
              </a:rPr>
            </a:br>
            <a:endParaRPr lang="en-US" sz="2400" spc="-5" dirty="0">
              <a:solidFill>
                <a:srgbClr val="252525"/>
              </a:solidFill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buClr>
                <a:srgbClr val="252525"/>
              </a:buClr>
              <a:buFont typeface="Wingdings"/>
              <a:buChar char=""/>
              <a:tabLst>
                <a:tab pos="355600" algn="l"/>
              </a:tabLst>
            </a:pPr>
            <a:r>
              <a:rPr lang="en-US" sz="2400" dirty="0">
                <a:latin typeface="Microsoft Sans Serif"/>
                <a:cs typeface="Microsoft Sans Serif"/>
              </a:rPr>
              <a:t>TypeScript is a syntactic superset of JavaScript which adds static typing.</a:t>
            </a:r>
            <a:br>
              <a:rPr lang="en-US" sz="2400" dirty="0">
                <a:latin typeface="Microsoft Sans Serif"/>
                <a:cs typeface="Microsoft Sans Serif"/>
              </a:rPr>
            </a:br>
            <a:endParaRPr sz="24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buClr>
                <a:srgbClr val="252525"/>
              </a:buClr>
              <a:buFont typeface="Wingdings"/>
              <a:buChar char=""/>
            </a:pPr>
            <a:r>
              <a:rPr lang="en-US" sz="2400" dirty="0">
                <a:latin typeface="Microsoft Sans Serif"/>
                <a:cs typeface="Microsoft Sans Serif"/>
              </a:rPr>
              <a:t>TypeScript being a Syntactic Superset means it shares the same base syntax as  	JavaScript, but adds something to it</a:t>
            </a:r>
            <a:r>
              <a:rPr lang="en-US" sz="2400" dirty="0"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"/>
              </a:spcBef>
              <a:buClr>
                <a:srgbClr val="252525"/>
              </a:buClr>
              <a:buFont typeface="Wingdings"/>
              <a:buChar char=""/>
            </a:pPr>
            <a:endParaRPr sz="26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lr>
                <a:srgbClr val="252525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solidFill>
                  <a:srgbClr val="252525"/>
                </a:solidFill>
                <a:latin typeface="Microsoft Sans Serif"/>
                <a:cs typeface="Microsoft Sans Serif"/>
              </a:rPr>
              <a:t>I</a:t>
            </a:r>
            <a:r>
              <a:rPr sz="2400" spc="-10" dirty="0">
                <a:solidFill>
                  <a:srgbClr val="252525"/>
                </a:solidFill>
                <a:latin typeface="Microsoft Sans Serif"/>
                <a:cs typeface="Microsoft Sans Serif"/>
              </a:rPr>
              <a:t>t</a:t>
            </a:r>
            <a:r>
              <a:rPr sz="2400" spc="-35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Microsoft Sans Serif"/>
                <a:cs typeface="Microsoft Sans Serif"/>
              </a:rPr>
              <a:t>is</a:t>
            </a:r>
            <a:r>
              <a:rPr sz="2400" spc="-20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400" spc="5" dirty="0">
                <a:solidFill>
                  <a:srgbClr val="252525"/>
                </a:solidFill>
                <a:latin typeface="Microsoft Sans Serif"/>
                <a:cs typeface="Microsoft Sans Serif"/>
              </a:rPr>
              <a:t>deve</a:t>
            </a:r>
            <a:r>
              <a:rPr sz="2400" dirty="0">
                <a:solidFill>
                  <a:srgbClr val="252525"/>
                </a:solidFill>
                <a:latin typeface="Microsoft Sans Serif"/>
                <a:cs typeface="Microsoft Sans Serif"/>
              </a:rPr>
              <a:t>lo</a:t>
            </a:r>
            <a:r>
              <a:rPr sz="2400" spc="5" dirty="0">
                <a:solidFill>
                  <a:srgbClr val="252525"/>
                </a:solidFill>
                <a:latin typeface="Microsoft Sans Serif"/>
                <a:cs typeface="Microsoft Sans Serif"/>
              </a:rPr>
              <a:t>ped</a:t>
            </a:r>
            <a:r>
              <a:rPr sz="2400" spc="-50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400" spc="5" dirty="0">
                <a:solidFill>
                  <a:srgbClr val="252525"/>
                </a:solidFill>
                <a:latin typeface="Microsoft Sans Serif"/>
                <a:cs typeface="Microsoft Sans Serif"/>
              </a:rPr>
              <a:t>and</a:t>
            </a:r>
            <a:r>
              <a:rPr sz="2400" spc="-40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400" spc="10" dirty="0">
                <a:solidFill>
                  <a:srgbClr val="252525"/>
                </a:solidFill>
                <a:latin typeface="Microsoft Sans Serif"/>
                <a:cs typeface="Microsoft Sans Serif"/>
              </a:rPr>
              <a:t>m</a:t>
            </a:r>
            <a:r>
              <a:rPr sz="2400" spc="5" dirty="0">
                <a:solidFill>
                  <a:srgbClr val="252525"/>
                </a:solidFill>
                <a:latin typeface="Microsoft Sans Serif"/>
                <a:cs typeface="Microsoft Sans Serif"/>
              </a:rPr>
              <a:t>a</a:t>
            </a:r>
            <a:r>
              <a:rPr sz="2400" dirty="0">
                <a:solidFill>
                  <a:srgbClr val="252525"/>
                </a:solidFill>
                <a:latin typeface="Microsoft Sans Serif"/>
                <a:cs typeface="Microsoft Sans Serif"/>
              </a:rPr>
              <a:t>in</a:t>
            </a:r>
            <a:r>
              <a:rPr sz="2400" spc="15" dirty="0">
                <a:solidFill>
                  <a:srgbClr val="252525"/>
                </a:solidFill>
                <a:latin typeface="Microsoft Sans Serif"/>
                <a:cs typeface="Microsoft Sans Serif"/>
              </a:rPr>
              <a:t>t</a:t>
            </a:r>
            <a:r>
              <a:rPr sz="2400" spc="-5" dirty="0">
                <a:solidFill>
                  <a:srgbClr val="252525"/>
                </a:solidFill>
                <a:latin typeface="Microsoft Sans Serif"/>
                <a:cs typeface="Microsoft Sans Serif"/>
              </a:rPr>
              <a:t>a</a:t>
            </a:r>
            <a:r>
              <a:rPr sz="2400" spc="-10" dirty="0">
                <a:solidFill>
                  <a:srgbClr val="252525"/>
                </a:solidFill>
                <a:latin typeface="Microsoft Sans Serif"/>
                <a:cs typeface="Microsoft Sans Serif"/>
              </a:rPr>
              <a:t>i</a:t>
            </a:r>
            <a:r>
              <a:rPr sz="2400" spc="5" dirty="0">
                <a:solidFill>
                  <a:srgbClr val="252525"/>
                </a:solidFill>
                <a:latin typeface="Microsoft Sans Serif"/>
                <a:cs typeface="Microsoft Sans Serif"/>
              </a:rPr>
              <a:t>ne</a:t>
            </a:r>
            <a:r>
              <a:rPr sz="2400" spc="-20" dirty="0">
                <a:solidFill>
                  <a:srgbClr val="252525"/>
                </a:solidFill>
                <a:latin typeface="Microsoft Sans Serif"/>
                <a:cs typeface="Microsoft Sans Serif"/>
              </a:rPr>
              <a:t>d</a:t>
            </a:r>
            <a:r>
              <a:rPr sz="2400" spc="-40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400" spc="5" dirty="0">
                <a:solidFill>
                  <a:srgbClr val="252525"/>
                </a:solidFill>
                <a:latin typeface="Microsoft Sans Serif"/>
                <a:cs typeface="Microsoft Sans Serif"/>
              </a:rPr>
              <a:t>by</a:t>
            </a:r>
            <a:r>
              <a:rPr sz="2400" spc="-40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400" spc="10" dirty="0">
                <a:solidFill>
                  <a:srgbClr val="252525"/>
                </a:solidFill>
                <a:latin typeface="Microsoft Sans Serif"/>
                <a:cs typeface="Microsoft Sans Serif"/>
              </a:rPr>
              <a:t>M</a:t>
            </a:r>
            <a:r>
              <a:rPr sz="2400" dirty="0">
                <a:solidFill>
                  <a:srgbClr val="252525"/>
                </a:solidFill>
                <a:latin typeface="Microsoft Sans Serif"/>
                <a:cs typeface="Microsoft Sans Serif"/>
              </a:rPr>
              <a:t>ic</a:t>
            </a:r>
            <a:r>
              <a:rPr sz="2400" spc="15" dirty="0">
                <a:solidFill>
                  <a:srgbClr val="252525"/>
                </a:solidFill>
                <a:latin typeface="Microsoft Sans Serif"/>
                <a:cs typeface="Microsoft Sans Serif"/>
              </a:rPr>
              <a:t>r</a:t>
            </a:r>
            <a:r>
              <a:rPr sz="2400" spc="5" dirty="0">
                <a:solidFill>
                  <a:srgbClr val="252525"/>
                </a:solidFill>
                <a:latin typeface="Microsoft Sans Serif"/>
                <a:cs typeface="Microsoft Sans Serif"/>
              </a:rPr>
              <a:t>o</a:t>
            </a:r>
            <a:r>
              <a:rPr sz="24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so</a:t>
            </a:r>
            <a:r>
              <a:rPr sz="2400" spc="-20" dirty="0">
                <a:solidFill>
                  <a:srgbClr val="252525"/>
                </a:solidFill>
                <a:latin typeface="Microsoft Sans Serif"/>
                <a:cs typeface="Microsoft Sans Serif"/>
              </a:rPr>
              <a:t>f</a:t>
            </a:r>
            <a:r>
              <a:rPr sz="2400" spc="50" dirty="0">
                <a:solidFill>
                  <a:srgbClr val="252525"/>
                </a:solidFill>
                <a:latin typeface="Microsoft Sans Serif"/>
                <a:cs typeface="Microsoft Sans Serif"/>
              </a:rPr>
              <a:t>t</a:t>
            </a:r>
            <a:r>
              <a:rPr sz="2400" spc="-10" dirty="0">
                <a:solidFill>
                  <a:srgbClr val="252525"/>
                </a:solidFill>
                <a:latin typeface="Microsoft Sans Serif"/>
                <a:cs typeface="Microsoft Sans Serif"/>
              </a:rPr>
              <a:t>.</a:t>
            </a:r>
            <a:endParaRPr sz="2400" dirty="0">
              <a:latin typeface="Microsoft Sans Serif"/>
              <a:cs typeface="Microsoft Sans Serif"/>
            </a:endParaRPr>
          </a:p>
          <a:p>
            <a:pPr marL="355600" marR="5080" indent="-342900">
              <a:lnSpc>
                <a:spcPct val="300100"/>
              </a:lnSpc>
              <a:buClr>
                <a:srgbClr val="252525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solidFill>
                  <a:srgbClr val="252525"/>
                </a:solidFill>
                <a:latin typeface="Microsoft Sans Serif"/>
                <a:cs typeface="Microsoft Sans Serif"/>
              </a:rPr>
              <a:t>I</a:t>
            </a:r>
            <a:r>
              <a:rPr sz="2400" spc="-10" dirty="0">
                <a:solidFill>
                  <a:srgbClr val="252525"/>
                </a:solidFill>
                <a:latin typeface="Microsoft Sans Serif"/>
                <a:cs typeface="Microsoft Sans Serif"/>
              </a:rPr>
              <a:t>t</a:t>
            </a:r>
            <a:r>
              <a:rPr sz="2400" spc="-35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Microsoft Sans Serif"/>
                <a:cs typeface="Microsoft Sans Serif"/>
              </a:rPr>
              <a:t>is</a:t>
            </a:r>
            <a:r>
              <a:rPr sz="2400" spc="-20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400" spc="5" dirty="0">
                <a:solidFill>
                  <a:srgbClr val="252525"/>
                </a:solidFill>
                <a:latin typeface="Microsoft Sans Serif"/>
                <a:cs typeface="Microsoft Sans Serif"/>
              </a:rPr>
              <a:t>syn</a:t>
            </a:r>
            <a:r>
              <a:rPr sz="2400" spc="-10" dirty="0">
                <a:solidFill>
                  <a:srgbClr val="252525"/>
                </a:solidFill>
                <a:latin typeface="Microsoft Sans Serif"/>
                <a:cs typeface="Microsoft Sans Serif"/>
              </a:rPr>
              <a:t>t</a:t>
            </a:r>
            <a:r>
              <a:rPr sz="2400" spc="-5" dirty="0">
                <a:solidFill>
                  <a:srgbClr val="252525"/>
                </a:solidFill>
                <a:latin typeface="Microsoft Sans Serif"/>
                <a:cs typeface="Microsoft Sans Serif"/>
              </a:rPr>
              <a:t>a</a:t>
            </a:r>
            <a:r>
              <a:rPr sz="24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c</a:t>
            </a:r>
            <a:r>
              <a:rPr sz="2400" spc="-20" dirty="0">
                <a:solidFill>
                  <a:srgbClr val="252525"/>
                </a:solidFill>
                <a:latin typeface="Microsoft Sans Serif"/>
                <a:cs typeface="Microsoft Sans Serif"/>
              </a:rPr>
              <a:t>t</a:t>
            </a:r>
            <a:r>
              <a:rPr sz="2400" spc="-10" dirty="0">
                <a:solidFill>
                  <a:srgbClr val="252525"/>
                </a:solidFill>
                <a:latin typeface="Microsoft Sans Serif"/>
                <a:cs typeface="Microsoft Sans Serif"/>
              </a:rPr>
              <a:t>ical</a:t>
            </a:r>
            <a:r>
              <a:rPr sz="2400" spc="-45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400" spc="5" dirty="0">
                <a:solidFill>
                  <a:srgbClr val="252525"/>
                </a:solidFill>
                <a:latin typeface="Microsoft Sans Serif"/>
                <a:cs typeface="Microsoft Sans Serif"/>
              </a:rPr>
              <a:t>supe</a:t>
            </a:r>
            <a:r>
              <a:rPr sz="2400" spc="-10" dirty="0">
                <a:solidFill>
                  <a:srgbClr val="252525"/>
                </a:solidFill>
                <a:latin typeface="Microsoft Sans Serif"/>
                <a:cs typeface="Microsoft Sans Serif"/>
              </a:rPr>
              <a:t>rset</a:t>
            </a:r>
            <a:r>
              <a:rPr sz="2400" spc="-50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400" spc="5" dirty="0">
                <a:solidFill>
                  <a:srgbClr val="252525"/>
                </a:solidFill>
                <a:latin typeface="Microsoft Sans Serif"/>
                <a:cs typeface="Microsoft Sans Serif"/>
              </a:rPr>
              <a:t>o</a:t>
            </a:r>
            <a:r>
              <a:rPr sz="2400" dirty="0">
                <a:solidFill>
                  <a:srgbClr val="252525"/>
                </a:solidFill>
                <a:latin typeface="Microsoft Sans Serif"/>
                <a:cs typeface="Microsoft Sans Serif"/>
              </a:rPr>
              <a:t>f</a:t>
            </a:r>
            <a:r>
              <a:rPr sz="2400" spc="-40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400" spc="5" dirty="0">
                <a:solidFill>
                  <a:srgbClr val="252525"/>
                </a:solidFill>
                <a:latin typeface="Microsoft Sans Serif"/>
                <a:cs typeface="Microsoft Sans Serif"/>
              </a:rPr>
              <a:t>Java</a:t>
            </a:r>
            <a:r>
              <a:rPr sz="2400" dirty="0">
                <a:solidFill>
                  <a:srgbClr val="252525"/>
                </a:solidFill>
                <a:latin typeface="Microsoft Sans Serif"/>
                <a:cs typeface="Microsoft Sans Serif"/>
              </a:rPr>
              <a:t>Scr</a:t>
            </a:r>
            <a:r>
              <a:rPr sz="2400" spc="-10" dirty="0">
                <a:solidFill>
                  <a:srgbClr val="252525"/>
                </a:solidFill>
                <a:latin typeface="Microsoft Sans Serif"/>
                <a:cs typeface="Microsoft Sans Serif"/>
              </a:rPr>
              <a:t>i</a:t>
            </a:r>
            <a:r>
              <a:rPr sz="2400" spc="-15" dirty="0">
                <a:solidFill>
                  <a:srgbClr val="252525"/>
                </a:solidFill>
                <a:latin typeface="Microsoft Sans Serif"/>
                <a:cs typeface="Microsoft Sans Serif"/>
              </a:rPr>
              <a:t>pt</a:t>
            </a:r>
            <a:r>
              <a:rPr sz="2400" spc="-45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400" spc="5" dirty="0">
                <a:solidFill>
                  <a:srgbClr val="252525"/>
                </a:solidFill>
                <a:latin typeface="Microsoft Sans Serif"/>
                <a:cs typeface="Microsoft Sans Serif"/>
              </a:rPr>
              <a:t>and</a:t>
            </a:r>
            <a:r>
              <a:rPr sz="2400" spc="-25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400" spc="5" dirty="0">
                <a:solidFill>
                  <a:srgbClr val="252525"/>
                </a:solidFill>
                <a:latin typeface="Microsoft Sans Serif"/>
                <a:cs typeface="Microsoft Sans Serif"/>
              </a:rPr>
              <a:t>adds</a:t>
            </a:r>
            <a:r>
              <a:rPr sz="2400" spc="-50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400" spc="5" dirty="0">
                <a:solidFill>
                  <a:srgbClr val="252525"/>
                </a:solidFill>
                <a:latin typeface="Microsoft Sans Serif"/>
                <a:cs typeface="Microsoft Sans Serif"/>
              </a:rPr>
              <a:t>op</a:t>
            </a:r>
            <a:r>
              <a:rPr sz="2400" dirty="0">
                <a:solidFill>
                  <a:srgbClr val="252525"/>
                </a:solidFill>
                <a:latin typeface="Microsoft Sans Serif"/>
                <a:cs typeface="Microsoft Sans Serif"/>
              </a:rPr>
              <a:t>tio</a:t>
            </a:r>
            <a:r>
              <a:rPr sz="2400" spc="5" dirty="0">
                <a:solidFill>
                  <a:srgbClr val="252525"/>
                </a:solidFill>
                <a:latin typeface="Microsoft Sans Serif"/>
                <a:cs typeface="Microsoft Sans Serif"/>
              </a:rPr>
              <a:t>na</a:t>
            </a:r>
            <a:r>
              <a:rPr sz="2400" spc="-10" dirty="0">
                <a:solidFill>
                  <a:srgbClr val="252525"/>
                </a:solidFill>
                <a:latin typeface="Microsoft Sans Serif"/>
                <a:cs typeface="Microsoft Sans Serif"/>
              </a:rPr>
              <a:t>l</a:t>
            </a:r>
            <a:r>
              <a:rPr sz="2400" spc="-45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400" spc="5" dirty="0">
                <a:solidFill>
                  <a:srgbClr val="252525"/>
                </a:solidFill>
                <a:latin typeface="Microsoft Sans Serif"/>
                <a:cs typeface="Microsoft Sans Serif"/>
              </a:rPr>
              <a:t>s</a:t>
            </a:r>
            <a:r>
              <a:rPr sz="2400" dirty="0">
                <a:solidFill>
                  <a:srgbClr val="252525"/>
                </a:solidFill>
                <a:latin typeface="Microsoft Sans Serif"/>
                <a:cs typeface="Microsoft Sans Serif"/>
              </a:rPr>
              <a:t>t</a:t>
            </a:r>
            <a:r>
              <a:rPr sz="2400" spc="-20" dirty="0">
                <a:solidFill>
                  <a:srgbClr val="252525"/>
                </a:solidFill>
                <a:latin typeface="Microsoft Sans Serif"/>
                <a:cs typeface="Microsoft Sans Serif"/>
              </a:rPr>
              <a:t>at</a:t>
            </a:r>
            <a:r>
              <a:rPr sz="2400" spc="-10" dirty="0">
                <a:solidFill>
                  <a:srgbClr val="252525"/>
                </a:solidFill>
                <a:latin typeface="Microsoft Sans Serif"/>
                <a:cs typeface="Microsoft Sans Serif"/>
              </a:rPr>
              <a:t>ic</a:t>
            </a:r>
            <a:r>
              <a:rPr sz="2400" spc="40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52525"/>
                </a:solidFill>
                <a:latin typeface="Microsoft Sans Serif"/>
                <a:cs typeface="Microsoft Sans Serif"/>
              </a:rPr>
              <a:t>t</a:t>
            </a:r>
            <a:r>
              <a:rPr sz="2400" spc="5" dirty="0">
                <a:solidFill>
                  <a:srgbClr val="252525"/>
                </a:solidFill>
                <a:latin typeface="Microsoft Sans Serif"/>
                <a:cs typeface="Microsoft Sans Serif"/>
              </a:rPr>
              <a:t>yp</a:t>
            </a:r>
            <a:r>
              <a:rPr sz="2400" dirty="0">
                <a:solidFill>
                  <a:srgbClr val="252525"/>
                </a:solidFill>
                <a:latin typeface="Microsoft Sans Serif"/>
                <a:cs typeface="Microsoft Sans Serif"/>
              </a:rPr>
              <a:t>in</a:t>
            </a:r>
            <a:r>
              <a:rPr sz="2400" spc="5" dirty="0">
                <a:solidFill>
                  <a:srgbClr val="252525"/>
                </a:solidFill>
                <a:latin typeface="Microsoft Sans Serif"/>
                <a:cs typeface="Microsoft Sans Serif"/>
              </a:rPr>
              <a:t>g</a:t>
            </a:r>
            <a:r>
              <a:rPr sz="2400" dirty="0">
                <a:solidFill>
                  <a:srgbClr val="252525"/>
                </a:solidFill>
                <a:latin typeface="Microsoft Sans Serif"/>
                <a:cs typeface="Microsoft Sans Serif"/>
              </a:rPr>
              <a:t>s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solidFill>
                  <a:srgbClr val="252525"/>
                </a:solidFill>
                <a:latin typeface="Microsoft Sans Serif"/>
                <a:cs typeface="Microsoft Sans Serif"/>
              </a:rPr>
              <a:t>and</a:t>
            </a:r>
            <a:r>
              <a:rPr sz="2400" spc="-40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400" spc="5" dirty="0" err="1">
                <a:solidFill>
                  <a:srgbClr val="252525"/>
                </a:solidFill>
                <a:latin typeface="Microsoft Sans Serif"/>
                <a:cs typeface="Microsoft Sans Serif"/>
              </a:rPr>
              <a:t>c</a:t>
            </a:r>
            <a:r>
              <a:rPr sz="2400" dirty="0" err="1">
                <a:solidFill>
                  <a:srgbClr val="252525"/>
                </a:solidFill>
                <a:latin typeface="Microsoft Sans Serif"/>
                <a:cs typeface="Microsoft Sans Serif"/>
              </a:rPr>
              <a:t>la</a:t>
            </a:r>
            <a:r>
              <a:rPr sz="2400" spc="10" dirty="0" err="1">
                <a:solidFill>
                  <a:srgbClr val="252525"/>
                </a:solidFill>
                <a:latin typeface="Microsoft Sans Serif"/>
                <a:cs typeface="Microsoft Sans Serif"/>
              </a:rPr>
              <a:t>s</a:t>
            </a:r>
            <a:r>
              <a:rPr lang="en-IN" sz="2400" spc="5" dirty="0">
                <a:solidFill>
                  <a:srgbClr val="252525"/>
                </a:solidFill>
                <a:latin typeface="Microsoft Sans Serif"/>
                <a:cs typeface="Microsoft Sans Serif"/>
              </a:rPr>
              <a:t>s</a:t>
            </a:r>
            <a:br>
              <a:rPr lang="en-IN" sz="2400" spc="5" dirty="0">
                <a:solidFill>
                  <a:srgbClr val="252525"/>
                </a:solidFill>
                <a:latin typeface="Microsoft Sans Serif"/>
                <a:cs typeface="Microsoft Sans Serif"/>
              </a:rPr>
            </a:br>
            <a:r>
              <a:rPr lang="en-IN" sz="2400" spc="-10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400" spc="5" dirty="0">
                <a:solidFill>
                  <a:srgbClr val="252525"/>
                </a:solidFill>
                <a:latin typeface="Microsoft Sans Serif"/>
                <a:cs typeface="Microsoft Sans Serif"/>
              </a:rPr>
              <a:t>based</a:t>
            </a:r>
            <a:r>
              <a:rPr sz="2400" spc="-50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400" spc="5" dirty="0">
                <a:solidFill>
                  <a:srgbClr val="252525"/>
                </a:solidFill>
                <a:latin typeface="Microsoft Sans Serif"/>
                <a:cs typeface="Microsoft Sans Serif"/>
              </a:rPr>
              <a:t>ob</a:t>
            </a:r>
            <a:r>
              <a:rPr sz="2400" dirty="0">
                <a:solidFill>
                  <a:srgbClr val="252525"/>
                </a:solidFill>
                <a:latin typeface="Microsoft Sans Serif"/>
                <a:cs typeface="Microsoft Sans Serif"/>
              </a:rPr>
              <a:t>je</a:t>
            </a:r>
            <a:r>
              <a:rPr sz="2400" spc="10" dirty="0">
                <a:solidFill>
                  <a:srgbClr val="252525"/>
                </a:solidFill>
                <a:latin typeface="Microsoft Sans Serif"/>
                <a:cs typeface="Microsoft Sans Serif"/>
              </a:rPr>
              <a:t>c</a:t>
            </a:r>
            <a:r>
              <a:rPr sz="2400" spc="-10" dirty="0">
                <a:solidFill>
                  <a:srgbClr val="252525"/>
                </a:solidFill>
                <a:latin typeface="Microsoft Sans Serif"/>
                <a:cs typeface="Microsoft Sans Serif"/>
              </a:rPr>
              <a:t>t</a:t>
            </a:r>
            <a:r>
              <a:rPr sz="2400" spc="-35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400" spc="5" dirty="0">
                <a:solidFill>
                  <a:srgbClr val="252525"/>
                </a:solidFill>
                <a:latin typeface="Microsoft Sans Serif"/>
                <a:cs typeface="Microsoft Sans Serif"/>
              </a:rPr>
              <a:t>o</a:t>
            </a:r>
            <a:r>
              <a:rPr sz="2400" spc="10" dirty="0">
                <a:solidFill>
                  <a:srgbClr val="252525"/>
                </a:solidFill>
                <a:latin typeface="Microsoft Sans Serif"/>
                <a:cs typeface="Microsoft Sans Serif"/>
              </a:rPr>
              <a:t>r</a:t>
            </a:r>
            <a:r>
              <a:rPr sz="2400" dirty="0">
                <a:solidFill>
                  <a:srgbClr val="252525"/>
                </a:solidFill>
                <a:latin typeface="Microsoft Sans Serif"/>
                <a:cs typeface="Microsoft Sans Serif"/>
              </a:rPr>
              <a:t>ie</a:t>
            </a:r>
            <a:r>
              <a:rPr sz="2400" spc="5" dirty="0">
                <a:solidFill>
                  <a:srgbClr val="252525"/>
                </a:solidFill>
                <a:latin typeface="Microsoft Sans Serif"/>
                <a:cs typeface="Microsoft Sans Serif"/>
              </a:rPr>
              <a:t>n</a:t>
            </a:r>
            <a:r>
              <a:rPr sz="2400" dirty="0">
                <a:solidFill>
                  <a:srgbClr val="252525"/>
                </a:solidFill>
                <a:latin typeface="Microsoft Sans Serif"/>
                <a:cs typeface="Microsoft Sans Serif"/>
              </a:rPr>
              <a:t>te</a:t>
            </a:r>
            <a:r>
              <a:rPr sz="2400" spc="5" dirty="0">
                <a:solidFill>
                  <a:srgbClr val="252525"/>
                </a:solidFill>
                <a:latin typeface="Microsoft Sans Serif"/>
                <a:cs typeface="Microsoft Sans Serif"/>
              </a:rPr>
              <a:t>d</a:t>
            </a:r>
            <a:r>
              <a:rPr sz="2400" spc="-50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400" spc="5" dirty="0">
                <a:solidFill>
                  <a:srgbClr val="252525"/>
                </a:solidFill>
                <a:latin typeface="Microsoft Sans Serif"/>
                <a:cs typeface="Microsoft Sans Serif"/>
              </a:rPr>
              <a:t>p</a:t>
            </a:r>
            <a:r>
              <a:rPr sz="2400" spc="10" dirty="0">
                <a:solidFill>
                  <a:srgbClr val="252525"/>
                </a:solidFill>
                <a:latin typeface="Microsoft Sans Serif"/>
                <a:cs typeface="Microsoft Sans Serif"/>
              </a:rPr>
              <a:t>r</a:t>
            </a:r>
            <a:r>
              <a:rPr sz="2400" spc="5" dirty="0">
                <a:solidFill>
                  <a:srgbClr val="252525"/>
                </a:solidFill>
                <a:latin typeface="Microsoft Sans Serif"/>
                <a:cs typeface="Microsoft Sans Serif"/>
              </a:rPr>
              <a:t>o</a:t>
            </a:r>
            <a:r>
              <a:rPr sz="2400" spc="-5" dirty="0">
                <a:solidFill>
                  <a:srgbClr val="252525"/>
                </a:solidFill>
                <a:latin typeface="Microsoft Sans Serif"/>
                <a:cs typeface="Microsoft Sans Serif"/>
              </a:rPr>
              <a:t>gram</a:t>
            </a:r>
            <a:r>
              <a:rPr sz="2400" spc="5" dirty="0">
                <a:solidFill>
                  <a:srgbClr val="252525"/>
                </a:solidFill>
                <a:latin typeface="Microsoft Sans Serif"/>
                <a:cs typeface="Microsoft Sans Serif"/>
              </a:rPr>
              <a:t>m</a:t>
            </a:r>
            <a:r>
              <a:rPr sz="2400" dirty="0">
                <a:solidFill>
                  <a:srgbClr val="252525"/>
                </a:solidFill>
                <a:latin typeface="Microsoft Sans Serif"/>
                <a:cs typeface="Microsoft Sans Serif"/>
              </a:rPr>
              <a:t>in</a:t>
            </a:r>
            <a:r>
              <a:rPr sz="2400" spc="5" dirty="0">
                <a:solidFill>
                  <a:srgbClr val="252525"/>
                </a:solidFill>
                <a:latin typeface="Microsoft Sans Serif"/>
                <a:cs typeface="Microsoft Sans Serif"/>
              </a:rPr>
              <a:t>g</a:t>
            </a:r>
            <a:r>
              <a:rPr sz="2400" spc="-50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52525"/>
                </a:solidFill>
                <a:latin typeface="Microsoft Sans Serif"/>
                <a:cs typeface="Microsoft Sans Serif"/>
              </a:rPr>
              <a:t>t</a:t>
            </a:r>
            <a:r>
              <a:rPr sz="2400" spc="5" dirty="0">
                <a:solidFill>
                  <a:srgbClr val="252525"/>
                </a:solidFill>
                <a:latin typeface="Microsoft Sans Serif"/>
                <a:cs typeface="Microsoft Sans Serif"/>
              </a:rPr>
              <a:t>o</a:t>
            </a:r>
            <a:r>
              <a:rPr sz="2400" spc="-40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52525"/>
                </a:solidFill>
                <a:latin typeface="Microsoft Sans Serif"/>
                <a:cs typeface="Microsoft Sans Serif"/>
              </a:rPr>
              <a:t>t</a:t>
            </a:r>
            <a:r>
              <a:rPr sz="2400" spc="5" dirty="0">
                <a:solidFill>
                  <a:srgbClr val="252525"/>
                </a:solidFill>
                <a:latin typeface="Microsoft Sans Serif"/>
                <a:cs typeface="Microsoft Sans Serif"/>
              </a:rPr>
              <a:t>he</a:t>
            </a:r>
            <a:r>
              <a:rPr sz="2400" spc="-50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52525"/>
                </a:solidFill>
                <a:latin typeface="Microsoft Sans Serif"/>
                <a:cs typeface="Microsoft Sans Serif"/>
              </a:rPr>
              <a:t>la</a:t>
            </a:r>
            <a:r>
              <a:rPr sz="2400" spc="5" dirty="0">
                <a:solidFill>
                  <a:srgbClr val="252525"/>
                </a:solidFill>
                <a:latin typeface="Microsoft Sans Serif"/>
                <a:cs typeface="Microsoft Sans Serif"/>
              </a:rPr>
              <a:t>nguag</a:t>
            </a:r>
            <a:r>
              <a:rPr sz="2400" spc="70" dirty="0">
                <a:solidFill>
                  <a:srgbClr val="252525"/>
                </a:solidFill>
                <a:latin typeface="Microsoft Sans Serif"/>
                <a:cs typeface="Microsoft Sans Serif"/>
              </a:rPr>
              <a:t>e</a:t>
            </a:r>
            <a:r>
              <a:rPr sz="2400" spc="-10" dirty="0">
                <a:solidFill>
                  <a:srgbClr val="252525"/>
                </a:solidFill>
                <a:latin typeface="Microsoft Sans Serif"/>
                <a:cs typeface="Microsoft Sans Serif"/>
              </a:rPr>
              <a:t>.</a:t>
            </a:r>
            <a:endParaRPr sz="24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03BF3-D7AD-B8EF-69AE-1EACD6011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9" y="579785"/>
            <a:ext cx="12008921" cy="553998"/>
          </a:xfrm>
        </p:spPr>
        <p:txBody>
          <a:bodyPr/>
          <a:lstStyle/>
          <a:p>
            <a:r>
              <a:rPr lang="en-US" sz="3600" b="1" dirty="0">
                <a:solidFill>
                  <a:srgbClr val="C00000"/>
                </a:solidFill>
              </a:rPr>
              <a:t> TypeScript Features</a:t>
            </a:r>
            <a:endParaRPr lang="en-IN" sz="3600" b="1" dirty="0">
              <a:solidFill>
                <a:srgbClr val="C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2029AD-9EDB-2E85-8244-D9B2B403E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439" y="2838772"/>
            <a:ext cx="7162799" cy="3645353"/>
          </a:xfrm>
          <a:prstGeom prst="rect">
            <a:avLst/>
          </a:prstGeom>
        </p:spPr>
      </p:pic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6DA46A55-6467-0DA5-A023-CDCDE249A4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06073145"/>
              </p:ext>
            </p:extLst>
          </p:nvPr>
        </p:nvGraphicFramePr>
        <p:xfrm>
          <a:off x="533400" y="1295400"/>
          <a:ext cx="10363200" cy="13817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32CE186-47FB-ACD3-4C9A-6ED019CF281A}"/>
              </a:ext>
            </a:extLst>
          </p:cNvPr>
          <p:cNvSpPr txBox="1"/>
          <p:nvPr/>
        </p:nvSpPr>
        <p:spPr>
          <a:xfrm>
            <a:off x="7848600" y="3794653"/>
            <a:ext cx="4114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Static typing allows you to define variable types and helps catch errors before running the code at compile time.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5169494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A393F-EE5D-52ED-3023-3E0D4B0A4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46D43-4334-0AE8-62FD-BFC7A0BC8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9" y="579785"/>
            <a:ext cx="12008921" cy="553998"/>
          </a:xfrm>
        </p:spPr>
        <p:txBody>
          <a:bodyPr/>
          <a:lstStyle/>
          <a:p>
            <a:r>
              <a:rPr lang="en-US" sz="3600" b="1" dirty="0">
                <a:solidFill>
                  <a:srgbClr val="C00000"/>
                </a:solidFill>
              </a:rPr>
              <a:t> TypeScript Features</a:t>
            </a:r>
            <a:endParaRPr lang="en-IN" sz="3600" b="1" dirty="0">
              <a:solidFill>
                <a:srgbClr val="C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B1CA42-E04A-0019-02E3-30BF7C28D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600200"/>
            <a:ext cx="8458200" cy="4191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47BC16-B0B9-7CC2-79E7-70791018BB51}"/>
              </a:ext>
            </a:extLst>
          </p:cNvPr>
          <p:cNvSpPr txBox="1"/>
          <p:nvPr/>
        </p:nvSpPr>
        <p:spPr>
          <a:xfrm>
            <a:off x="1257300" y="6072951"/>
            <a:ext cx="929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TypeScript is compiled into JavaScript, ensuring it works in all JavaScript environments.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7360503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36889-261F-9622-4D82-329336D39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5F411-2A23-85F8-E5F1-A2D2CF08D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9" y="579785"/>
            <a:ext cx="12008921" cy="553998"/>
          </a:xfrm>
        </p:spPr>
        <p:txBody>
          <a:bodyPr/>
          <a:lstStyle/>
          <a:p>
            <a:r>
              <a:rPr lang="en-US" sz="3600" b="1" dirty="0">
                <a:solidFill>
                  <a:srgbClr val="C00000"/>
                </a:solidFill>
              </a:rPr>
              <a:t> TypeScript Features</a:t>
            </a:r>
            <a:endParaRPr lang="en-IN" sz="3600" b="1" dirty="0">
              <a:solidFill>
                <a:srgbClr val="C0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A5DE8F-6BE6-2981-A4F4-71906996F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524000"/>
            <a:ext cx="8839200" cy="441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ECACAE-CBC3-EFE5-5BEB-F3642977C4C9}"/>
              </a:ext>
            </a:extLst>
          </p:cNvPr>
          <p:cNvSpPr txBox="1"/>
          <p:nvPr/>
        </p:nvSpPr>
        <p:spPr>
          <a:xfrm>
            <a:off x="2405216" y="6093549"/>
            <a:ext cx="76863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It’s widely used for web development on both the client and server sides.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4011522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1479C-517B-1B51-793E-21D638220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7584A-A05D-15DB-10BB-CEEF21F01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9" y="579785"/>
            <a:ext cx="12008921" cy="553998"/>
          </a:xfrm>
        </p:spPr>
        <p:txBody>
          <a:bodyPr/>
          <a:lstStyle/>
          <a:p>
            <a:r>
              <a:rPr lang="en-US" sz="3600" b="1" dirty="0">
                <a:solidFill>
                  <a:srgbClr val="C00000"/>
                </a:solidFill>
              </a:rPr>
              <a:t> TypeScript Features</a:t>
            </a:r>
            <a:endParaRPr lang="en-IN" sz="3600" b="1" dirty="0">
              <a:solidFill>
                <a:srgbClr val="C0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979B2A-3A17-E453-207E-48DAAE1DF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524000"/>
            <a:ext cx="8305800" cy="4163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7617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7E227-6A25-870A-02FE-232CC64B5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09773-552B-70F3-91A0-DD7A3B752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9" y="579785"/>
            <a:ext cx="12008921" cy="553998"/>
          </a:xfrm>
        </p:spPr>
        <p:txBody>
          <a:bodyPr/>
          <a:lstStyle/>
          <a:p>
            <a:r>
              <a:rPr lang="en-US" sz="3600" b="1" dirty="0">
                <a:solidFill>
                  <a:srgbClr val="C00000"/>
                </a:solidFill>
              </a:rPr>
              <a:t> TypeScript Features</a:t>
            </a:r>
            <a:endParaRPr lang="en-IN" sz="3600" b="1" dirty="0">
              <a:solidFill>
                <a:srgbClr val="C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349DE3-A0C9-D170-AE74-A557485BA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371600"/>
            <a:ext cx="8686800" cy="4343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3B92C89-27EC-F3D8-EA5A-91A714C9A8EF}"/>
              </a:ext>
            </a:extLst>
          </p:cNvPr>
          <p:cNvSpPr txBox="1"/>
          <p:nvPr/>
        </p:nvSpPr>
        <p:spPr>
          <a:xfrm>
            <a:off x="1219200" y="6093549"/>
            <a:ext cx="96405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Developed by Microsoft, TypeScript is trusted by companies like Google, Slack, Airbnb, and Asana.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2296127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45947"/>
            <a:ext cx="3340607" cy="11216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35" dirty="0">
                <a:solidFill>
                  <a:srgbClr val="696363"/>
                </a:solidFill>
              </a:rPr>
              <a:t>C</a:t>
            </a:r>
            <a:r>
              <a:rPr sz="4000" spc="-15" dirty="0">
                <a:solidFill>
                  <a:srgbClr val="696363"/>
                </a:solidFill>
              </a:rPr>
              <a:t>o</a:t>
            </a:r>
            <a:r>
              <a:rPr sz="4000" spc="-35" dirty="0">
                <a:solidFill>
                  <a:srgbClr val="696363"/>
                </a:solidFill>
              </a:rPr>
              <a:t>m</a:t>
            </a:r>
            <a:r>
              <a:rPr sz="4000" spc="-15" dirty="0">
                <a:solidFill>
                  <a:srgbClr val="696363"/>
                </a:solidFill>
              </a:rPr>
              <a:t>p</a:t>
            </a:r>
            <a:r>
              <a:rPr sz="4000" spc="-30" dirty="0">
                <a:solidFill>
                  <a:srgbClr val="696363"/>
                </a:solidFill>
              </a:rPr>
              <a:t>o</a:t>
            </a:r>
            <a:r>
              <a:rPr sz="4000" spc="-10" dirty="0">
                <a:solidFill>
                  <a:srgbClr val="696363"/>
                </a:solidFill>
              </a:rPr>
              <a:t>n</a:t>
            </a:r>
            <a:r>
              <a:rPr sz="4000" spc="-30" dirty="0">
                <a:solidFill>
                  <a:srgbClr val="696363"/>
                </a:solidFill>
              </a:rPr>
              <a:t>en</a:t>
            </a:r>
            <a:r>
              <a:rPr sz="4000" spc="-10" dirty="0">
                <a:solidFill>
                  <a:srgbClr val="696363"/>
                </a:solidFill>
              </a:rPr>
              <a:t>t</a:t>
            </a:r>
            <a:r>
              <a:rPr sz="4000" spc="-20" dirty="0">
                <a:solidFill>
                  <a:srgbClr val="696363"/>
                </a:solidFill>
              </a:rPr>
              <a:t>s</a:t>
            </a:r>
            <a:endParaRPr sz="4000"/>
          </a:p>
        </p:txBody>
      </p:sp>
      <p:sp>
        <p:nvSpPr>
          <p:cNvPr id="4" name="object 4"/>
          <p:cNvSpPr/>
          <p:nvPr/>
        </p:nvSpPr>
        <p:spPr>
          <a:xfrm>
            <a:off x="216407" y="1347216"/>
            <a:ext cx="11349355" cy="462280"/>
          </a:xfrm>
          <a:custGeom>
            <a:avLst/>
            <a:gdLst/>
            <a:ahLst/>
            <a:cxnLst/>
            <a:rect l="l" t="t" r="r" b="b"/>
            <a:pathLst>
              <a:path w="11349355" h="462280">
                <a:moveTo>
                  <a:pt x="0" y="461771"/>
                </a:moveTo>
                <a:lnTo>
                  <a:pt x="11349227" y="461771"/>
                </a:lnTo>
                <a:lnTo>
                  <a:pt x="11349227" y="0"/>
                </a:lnTo>
                <a:lnTo>
                  <a:pt x="0" y="0"/>
                </a:lnTo>
                <a:lnTo>
                  <a:pt x="0" y="4617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16407" y="1347216"/>
            <a:ext cx="11349355" cy="462280"/>
          </a:xfrm>
          <a:custGeom>
            <a:avLst/>
            <a:gdLst/>
            <a:ahLst/>
            <a:cxnLst/>
            <a:rect l="l" t="t" r="r" b="b"/>
            <a:pathLst>
              <a:path w="11349355" h="462280">
                <a:moveTo>
                  <a:pt x="0" y="461771"/>
                </a:moveTo>
                <a:lnTo>
                  <a:pt x="11349227" y="461771"/>
                </a:lnTo>
                <a:lnTo>
                  <a:pt x="11349227" y="0"/>
                </a:lnTo>
                <a:lnTo>
                  <a:pt x="0" y="0"/>
                </a:lnTo>
                <a:lnTo>
                  <a:pt x="0" y="461771"/>
                </a:lnTo>
                <a:close/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96339" y="1429153"/>
            <a:ext cx="9951085" cy="878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95095" indent="-342900">
              <a:lnSpc>
                <a:spcPct val="100000"/>
              </a:lnSpc>
              <a:buClr>
                <a:srgbClr val="006FC0"/>
              </a:buClr>
              <a:buFont typeface="Wingdings"/>
              <a:buChar char=""/>
              <a:tabLst>
                <a:tab pos="1395730" algn="l"/>
              </a:tabLst>
            </a:pPr>
            <a:r>
              <a:rPr sz="24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4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mponents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are a </a:t>
            </a:r>
            <a:r>
              <a:rPr sz="24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4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og</a:t>
            </a:r>
            <a:r>
              <a:rPr sz="24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4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p</a:t>
            </a:r>
            <a:r>
              <a:rPr sz="24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4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ece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of cod</a:t>
            </a:r>
            <a:r>
              <a:rPr sz="24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for</a:t>
            </a:r>
            <a:r>
              <a:rPr sz="2400" spc="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4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gu</a:t>
            </a:r>
            <a:r>
              <a:rPr sz="24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4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ar</a:t>
            </a:r>
            <a:r>
              <a:rPr sz="24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ap</a:t>
            </a:r>
            <a:r>
              <a:rPr sz="24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p</a:t>
            </a:r>
            <a:r>
              <a:rPr sz="24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li</a:t>
            </a:r>
            <a:r>
              <a:rPr sz="24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ca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ti</a:t>
            </a:r>
            <a:r>
              <a:rPr sz="24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4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n.</a:t>
            </a:r>
            <a:endParaRPr sz="2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2030"/>
              </a:spcBef>
            </a:pPr>
            <a:r>
              <a:rPr sz="1900" spc="-55" dirty="0">
                <a:latin typeface="Microsoft Sans Serif"/>
                <a:cs typeface="Microsoft Sans Serif"/>
              </a:rPr>
              <a:t>A </a:t>
            </a:r>
            <a:r>
              <a:rPr sz="1900" i="1" spc="-85" dirty="0">
                <a:latin typeface="Microsoft Sans Serif"/>
                <a:cs typeface="Microsoft Sans Serif"/>
              </a:rPr>
              <a:t>C</a:t>
            </a:r>
            <a:r>
              <a:rPr sz="1900" i="1" spc="-75" dirty="0">
                <a:latin typeface="Microsoft Sans Serif"/>
                <a:cs typeface="Microsoft Sans Serif"/>
              </a:rPr>
              <a:t>o</a:t>
            </a:r>
            <a:r>
              <a:rPr sz="1900" i="1" spc="-80" dirty="0">
                <a:latin typeface="Microsoft Sans Serif"/>
                <a:cs typeface="Microsoft Sans Serif"/>
              </a:rPr>
              <a:t>mp</a:t>
            </a:r>
            <a:r>
              <a:rPr sz="1900" i="1" spc="-75" dirty="0">
                <a:latin typeface="Microsoft Sans Serif"/>
                <a:cs typeface="Microsoft Sans Serif"/>
              </a:rPr>
              <a:t>o</a:t>
            </a:r>
            <a:r>
              <a:rPr sz="1900" i="1" spc="-65" dirty="0">
                <a:latin typeface="Microsoft Sans Serif"/>
                <a:cs typeface="Microsoft Sans Serif"/>
              </a:rPr>
              <a:t>n</a:t>
            </a:r>
            <a:r>
              <a:rPr sz="1900" i="1" spc="-75" dirty="0">
                <a:latin typeface="Microsoft Sans Serif"/>
                <a:cs typeface="Microsoft Sans Serif"/>
              </a:rPr>
              <a:t>e</a:t>
            </a:r>
            <a:r>
              <a:rPr sz="1900" i="1" spc="-50" dirty="0">
                <a:latin typeface="Microsoft Sans Serif"/>
                <a:cs typeface="Microsoft Sans Serif"/>
              </a:rPr>
              <a:t>nt</a:t>
            </a:r>
            <a:r>
              <a:rPr sz="1900" i="1" spc="-25" dirty="0">
                <a:latin typeface="Microsoft Sans Serif"/>
                <a:cs typeface="Microsoft Sans Serif"/>
              </a:rPr>
              <a:t> </a:t>
            </a:r>
            <a:r>
              <a:rPr sz="1900" i="1" spc="-65" dirty="0">
                <a:latin typeface="Microsoft Sans Serif"/>
                <a:cs typeface="Microsoft Sans Serif"/>
              </a:rPr>
              <a:t>co</a:t>
            </a:r>
            <a:r>
              <a:rPr sz="1900" i="1" spc="-75" dirty="0">
                <a:latin typeface="Microsoft Sans Serif"/>
                <a:cs typeface="Microsoft Sans Serif"/>
              </a:rPr>
              <a:t>n</a:t>
            </a:r>
            <a:r>
              <a:rPr sz="1900" i="1" spc="-45" dirty="0">
                <a:latin typeface="Microsoft Sans Serif"/>
                <a:cs typeface="Microsoft Sans Serif"/>
              </a:rPr>
              <a:t>sists of th</a:t>
            </a:r>
            <a:r>
              <a:rPr sz="1900" i="1" spc="-75" dirty="0">
                <a:latin typeface="Microsoft Sans Serif"/>
                <a:cs typeface="Microsoft Sans Serif"/>
              </a:rPr>
              <a:t>e</a:t>
            </a:r>
            <a:r>
              <a:rPr sz="1900" i="1" spc="-40" dirty="0">
                <a:latin typeface="Microsoft Sans Serif"/>
                <a:cs typeface="Microsoft Sans Serif"/>
              </a:rPr>
              <a:t> foll</a:t>
            </a:r>
            <a:r>
              <a:rPr sz="1900" i="1" spc="-75" dirty="0">
                <a:latin typeface="Microsoft Sans Serif"/>
                <a:cs typeface="Microsoft Sans Serif"/>
              </a:rPr>
              <a:t>o</a:t>
            </a:r>
            <a:r>
              <a:rPr sz="1900" i="1" spc="-85" dirty="0">
                <a:latin typeface="Microsoft Sans Serif"/>
                <a:cs typeface="Microsoft Sans Serif"/>
              </a:rPr>
              <a:t>w</a:t>
            </a:r>
            <a:r>
              <a:rPr sz="1900" i="1" spc="-40" dirty="0">
                <a:latin typeface="Microsoft Sans Serif"/>
                <a:cs typeface="Microsoft Sans Serif"/>
              </a:rPr>
              <a:t>i</a:t>
            </a:r>
            <a:r>
              <a:rPr sz="1900" i="1" spc="-65" dirty="0">
                <a:latin typeface="Microsoft Sans Serif"/>
                <a:cs typeface="Microsoft Sans Serif"/>
              </a:rPr>
              <a:t>n</a:t>
            </a:r>
            <a:r>
              <a:rPr sz="1900" i="1" spc="-75" dirty="0">
                <a:latin typeface="Microsoft Sans Serif"/>
                <a:cs typeface="Microsoft Sans Serif"/>
              </a:rPr>
              <a:t>g</a:t>
            </a:r>
            <a:r>
              <a:rPr sz="1900" i="1" spc="-15" dirty="0">
                <a:latin typeface="Microsoft Sans Serif"/>
                <a:cs typeface="Microsoft Sans Serif"/>
              </a:rPr>
              <a:t> </a:t>
            </a:r>
            <a:r>
              <a:rPr sz="1900" i="1" spc="-70" dirty="0">
                <a:latin typeface="Microsoft Sans Serif"/>
                <a:cs typeface="Microsoft Sans Serif"/>
              </a:rPr>
              <a:t>−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435851" y="2991612"/>
            <a:ext cx="3629660" cy="629920"/>
          </a:xfrm>
          <a:custGeom>
            <a:avLst/>
            <a:gdLst/>
            <a:ahLst/>
            <a:cxnLst/>
            <a:rect l="l" t="t" r="r" b="b"/>
            <a:pathLst>
              <a:path w="3629659" h="629920">
                <a:moveTo>
                  <a:pt x="0" y="0"/>
                </a:moveTo>
                <a:lnTo>
                  <a:pt x="0" y="314949"/>
                </a:lnTo>
                <a:lnTo>
                  <a:pt x="3629162" y="314949"/>
                </a:lnTo>
                <a:lnTo>
                  <a:pt x="3629162" y="629777"/>
                </a:lnTo>
              </a:path>
            </a:pathLst>
          </a:custGeom>
          <a:ln w="6095">
            <a:solidFill>
              <a:srgbClr val="A7380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435851" y="2991612"/>
            <a:ext cx="0" cy="629920"/>
          </a:xfrm>
          <a:custGeom>
            <a:avLst/>
            <a:gdLst/>
            <a:ahLst/>
            <a:cxnLst/>
            <a:rect l="l" t="t" r="r" b="b"/>
            <a:pathLst>
              <a:path h="629920">
                <a:moveTo>
                  <a:pt x="0" y="0"/>
                </a:moveTo>
                <a:lnTo>
                  <a:pt x="0" y="629777"/>
                </a:lnTo>
              </a:path>
            </a:pathLst>
          </a:custGeom>
          <a:ln w="6095">
            <a:solidFill>
              <a:srgbClr val="A7380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807207" y="2991612"/>
            <a:ext cx="3629660" cy="629920"/>
          </a:xfrm>
          <a:custGeom>
            <a:avLst/>
            <a:gdLst/>
            <a:ahLst/>
            <a:cxnLst/>
            <a:rect l="l" t="t" r="r" b="b"/>
            <a:pathLst>
              <a:path w="3629660" h="629920">
                <a:moveTo>
                  <a:pt x="3629162" y="0"/>
                </a:moveTo>
                <a:lnTo>
                  <a:pt x="3629162" y="314949"/>
                </a:lnTo>
                <a:lnTo>
                  <a:pt x="0" y="314949"/>
                </a:lnTo>
                <a:lnTo>
                  <a:pt x="0" y="629777"/>
                </a:lnTo>
              </a:path>
            </a:pathLst>
          </a:custGeom>
          <a:ln w="6095">
            <a:solidFill>
              <a:srgbClr val="A7380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936235" y="2331720"/>
            <a:ext cx="2999231" cy="6598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r>
              <a:rPr lang="en-US" sz="2400" b="1" dirty="0" err="1">
                <a:solidFill>
                  <a:srgbClr val="FFFF00"/>
                </a:solidFill>
              </a:rPr>
              <a:t>Appcomponent</a:t>
            </a:r>
            <a:endParaRPr sz="2400" b="1" dirty="0">
              <a:solidFill>
                <a:srgbClr val="FFFF00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307591" y="3621023"/>
            <a:ext cx="2999231" cy="69951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r>
              <a:rPr lang="en-US" sz="2400" b="1" dirty="0">
                <a:solidFill>
                  <a:srgbClr val="FFFF00"/>
                </a:solidFill>
              </a:rPr>
              <a:t>App.component.html</a:t>
            </a:r>
          </a:p>
        </p:txBody>
      </p:sp>
      <p:sp>
        <p:nvSpPr>
          <p:cNvPr id="12" name="object 12"/>
          <p:cNvSpPr/>
          <p:nvPr/>
        </p:nvSpPr>
        <p:spPr>
          <a:xfrm>
            <a:off x="4936235" y="3621023"/>
            <a:ext cx="2999231" cy="68732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r>
              <a:rPr lang="en-US" sz="2400" b="1" dirty="0" err="1">
                <a:solidFill>
                  <a:srgbClr val="FFFF00"/>
                </a:solidFill>
              </a:rPr>
              <a:t>App.component.ts</a:t>
            </a:r>
            <a:endParaRPr lang="en-US" sz="2400" b="1" dirty="0">
              <a:solidFill>
                <a:srgbClr val="FFFF00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564879" y="3621023"/>
            <a:ext cx="2999231" cy="73304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r>
              <a:rPr lang="en-US" sz="2400" b="1" dirty="0">
                <a:solidFill>
                  <a:srgbClr val="FFFF00"/>
                </a:solidFill>
              </a:rPr>
              <a:t>App.component.css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61182" y="4423396"/>
            <a:ext cx="3221990" cy="19005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marR="95885" indent="-286385">
              <a:lnSpc>
                <a:spcPct val="150000"/>
              </a:lnSpc>
              <a:buFont typeface="Wingdings"/>
              <a:buChar char=""/>
              <a:tabLst>
                <a:tab pos="299720" algn="l"/>
              </a:tabLst>
            </a:pPr>
            <a:r>
              <a:rPr sz="1800" dirty="0">
                <a:latin typeface="Microsoft Sans Serif"/>
                <a:cs typeface="Microsoft Sans Serif"/>
              </a:rPr>
              <a:t>Temp</a:t>
            </a:r>
            <a:r>
              <a:rPr sz="1800" spc="-10" dirty="0">
                <a:latin typeface="Microsoft Sans Serif"/>
                <a:cs typeface="Microsoft Sans Serif"/>
              </a:rPr>
              <a:t>l</a:t>
            </a:r>
            <a:r>
              <a:rPr sz="1800" spc="-5" dirty="0">
                <a:latin typeface="Microsoft Sans Serif"/>
                <a:cs typeface="Microsoft Sans Serif"/>
              </a:rPr>
              <a:t>at</a:t>
            </a:r>
            <a:r>
              <a:rPr sz="1800" spc="-10" dirty="0">
                <a:latin typeface="Microsoft Sans Serif"/>
                <a:cs typeface="Microsoft Sans Serif"/>
              </a:rPr>
              <a:t>e</a:t>
            </a:r>
            <a:r>
              <a:rPr sz="1800" spc="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is </a:t>
            </a:r>
            <a:r>
              <a:rPr sz="1800" spc="-5" dirty="0">
                <a:latin typeface="Microsoft Sans Serif"/>
                <a:cs typeface="Microsoft Sans Serif"/>
              </a:rPr>
              <a:t>us</a:t>
            </a:r>
            <a:r>
              <a:rPr sz="1800" spc="-10" dirty="0">
                <a:latin typeface="Microsoft Sans Serif"/>
                <a:cs typeface="Microsoft Sans Serif"/>
              </a:rPr>
              <a:t>e</a:t>
            </a:r>
            <a:r>
              <a:rPr sz="1800" spc="-15" dirty="0">
                <a:latin typeface="Microsoft Sans Serif"/>
                <a:cs typeface="Microsoft Sans Serif"/>
              </a:rPr>
              <a:t>d to re</a:t>
            </a:r>
            <a:r>
              <a:rPr sz="1800" spc="-5" dirty="0">
                <a:latin typeface="Microsoft Sans Serif"/>
                <a:cs typeface="Microsoft Sans Serif"/>
              </a:rPr>
              <a:t>n</a:t>
            </a:r>
            <a:r>
              <a:rPr sz="1800" spc="-10" dirty="0">
                <a:latin typeface="Microsoft Sans Serif"/>
                <a:cs typeface="Microsoft Sans Serif"/>
              </a:rPr>
              <a:t>d</a:t>
            </a:r>
            <a:r>
              <a:rPr sz="1800" spc="-15" dirty="0">
                <a:latin typeface="Microsoft Sans Serif"/>
                <a:cs typeface="Microsoft Sans Serif"/>
              </a:rPr>
              <a:t>er </a:t>
            </a:r>
            <a:r>
              <a:rPr sz="1800" dirty="0">
                <a:latin typeface="Microsoft Sans Serif"/>
                <a:cs typeface="Microsoft Sans Serif"/>
              </a:rPr>
              <a:t>th</a:t>
            </a:r>
            <a:r>
              <a:rPr sz="1800" spc="-10" dirty="0">
                <a:latin typeface="Microsoft Sans Serif"/>
                <a:cs typeface="Microsoft Sans Serif"/>
              </a:rPr>
              <a:t>e vi</a:t>
            </a:r>
            <a:r>
              <a:rPr sz="1800" spc="-20" dirty="0">
                <a:latin typeface="Microsoft Sans Serif"/>
                <a:cs typeface="Microsoft Sans Serif"/>
              </a:rPr>
              <a:t>ew</a:t>
            </a:r>
            <a:r>
              <a:rPr sz="180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for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</a:t>
            </a:r>
            <a:r>
              <a:rPr sz="1800" spc="-10" dirty="0">
                <a:latin typeface="Microsoft Sans Serif"/>
                <a:cs typeface="Microsoft Sans Serif"/>
              </a:rPr>
              <a:t>e a</a:t>
            </a:r>
            <a:r>
              <a:rPr sz="1800" spc="-25" dirty="0">
                <a:latin typeface="Microsoft Sans Serif"/>
                <a:cs typeface="Microsoft Sans Serif"/>
              </a:rPr>
              <a:t>p</a:t>
            </a:r>
            <a:r>
              <a:rPr sz="1800" spc="-5" dirty="0">
                <a:latin typeface="Microsoft Sans Serif"/>
                <a:cs typeface="Microsoft Sans Serif"/>
              </a:rPr>
              <a:t>p</a:t>
            </a:r>
            <a:r>
              <a:rPr sz="1800" spc="-10" dirty="0">
                <a:latin typeface="Microsoft Sans Serif"/>
                <a:cs typeface="Microsoft Sans Serif"/>
              </a:rPr>
              <a:t>l</a:t>
            </a:r>
            <a:r>
              <a:rPr sz="1800" dirty="0">
                <a:latin typeface="Microsoft Sans Serif"/>
                <a:cs typeface="Microsoft Sans Serif"/>
              </a:rPr>
              <a:t>ic</a:t>
            </a:r>
            <a:r>
              <a:rPr sz="1800" spc="-10" dirty="0">
                <a:latin typeface="Microsoft Sans Serif"/>
                <a:cs typeface="Microsoft Sans Serif"/>
              </a:rPr>
              <a:t>a</a:t>
            </a:r>
            <a:r>
              <a:rPr sz="1800" dirty="0">
                <a:latin typeface="Microsoft Sans Serif"/>
                <a:cs typeface="Microsoft Sans Serif"/>
              </a:rPr>
              <a:t>tio</a:t>
            </a:r>
            <a:r>
              <a:rPr sz="1800" spc="-15" dirty="0">
                <a:latin typeface="Microsoft Sans Serif"/>
                <a:cs typeface="Microsoft Sans Serif"/>
              </a:rPr>
              <a:t>n</a:t>
            </a:r>
            <a:r>
              <a:rPr sz="1800" spc="-5" dirty="0">
                <a:latin typeface="Microsoft Sans Serif"/>
                <a:cs typeface="Microsoft Sans Serif"/>
              </a:rPr>
              <a:t>. </a:t>
            </a:r>
            <a:endParaRPr sz="1800">
              <a:latin typeface="Microsoft Sans Serif"/>
              <a:cs typeface="Microsoft Sans Serif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Wingdings"/>
              <a:buChar char=""/>
              <a:tabLst>
                <a:tab pos="299720" algn="l"/>
              </a:tabLst>
            </a:pPr>
            <a:r>
              <a:rPr sz="1800" dirty="0">
                <a:latin typeface="Microsoft Sans Serif"/>
                <a:cs typeface="Microsoft Sans Serif"/>
              </a:rPr>
              <a:t>Th</a:t>
            </a:r>
            <a:r>
              <a:rPr sz="1800" spc="-10" dirty="0">
                <a:latin typeface="Microsoft Sans Serif"/>
                <a:cs typeface="Microsoft Sans Serif"/>
              </a:rPr>
              <a:t>i</a:t>
            </a:r>
            <a:r>
              <a:rPr sz="1800" dirty="0">
                <a:latin typeface="Microsoft Sans Serif"/>
                <a:cs typeface="Microsoft Sans Serif"/>
              </a:rPr>
              <a:t>s c</a:t>
            </a:r>
            <a:r>
              <a:rPr sz="1800" spc="-10" dirty="0">
                <a:latin typeface="Microsoft Sans Serif"/>
                <a:cs typeface="Microsoft Sans Serif"/>
              </a:rPr>
              <a:t>on</a:t>
            </a:r>
            <a:r>
              <a:rPr sz="1800" dirty="0">
                <a:latin typeface="Microsoft Sans Serif"/>
                <a:cs typeface="Microsoft Sans Serif"/>
              </a:rPr>
              <a:t>ta</a:t>
            </a:r>
            <a:r>
              <a:rPr sz="1800" spc="-10" dirty="0">
                <a:latin typeface="Microsoft Sans Serif"/>
                <a:cs typeface="Microsoft Sans Serif"/>
              </a:rPr>
              <a:t>in</a:t>
            </a:r>
            <a:r>
              <a:rPr sz="1800" dirty="0">
                <a:latin typeface="Microsoft Sans Serif"/>
                <a:cs typeface="Microsoft Sans Serif"/>
              </a:rPr>
              <a:t>s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</a:t>
            </a:r>
            <a:r>
              <a:rPr sz="1800" spc="-10" dirty="0">
                <a:latin typeface="Microsoft Sans Serif"/>
                <a:cs typeface="Microsoft Sans Serif"/>
              </a:rPr>
              <a:t>e</a:t>
            </a:r>
            <a:r>
              <a:rPr sz="1800" dirty="0">
                <a:latin typeface="Microsoft Sans Serif"/>
                <a:cs typeface="Microsoft Sans Serif"/>
              </a:rPr>
              <a:t> HTML t</a:t>
            </a:r>
            <a:r>
              <a:rPr sz="1800" spc="-15" dirty="0">
                <a:latin typeface="Microsoft Sans Serif"/>
                <a:cs typeface="Microsoft Sans Serif"/>
              </a:rPr>
              <a:t>h</a:t>
            </a:r>
            <a:r>
              <a:rPr sz="1800" spc="-10" dirty="0">
                <a:latin typeface="Microsoft Sans Serif"/>
                <a:cs typeface="Microsoft Sans Serif"/>
              </a:rPr>
              <a:t>a</a:t>
            </a:r>
            <a:r>
              <a:rPr sz="1800" dirty="0">
                <a:latin typeface="Microsoft Sans Serif"/>
                <a:cs typeface="Microsoft Sans Serif"/>
              </a:rPr>
              <a:t>t </a:t>
            </a:r>
            <a:endParaRPr sz="1800">
              <a:latin typeface="Microsoft Sans Serif"/>
              <a:cs typeface="Microsoft Sans Serif"/>
            </a:endParaRPr>
          </a:p>
          <a:p>
            <a:pPr marL="299085" marR="74930">
              <a:lnSpc>
                <a:spcPct val="150000"/>
              </a:lnSpc>
            </a:pPr>
            <a:r>
              <a:rPr sz="1800" spc="-5" dirty="0">
                <a:latin typeface="Microsoft Sans Serif"/>
                <a:cs typeface="Microsoft Sans Serif"/>
              </a:rPr>
              <a:t>n</a:t>
            </a:r>
            <a:r>
              <a:rPr sz="1800" spc="-10" dirty="0">
                <a:latin typeface="Microsoft Sans Serif"/>
                <a:cs typeface="Microsoft Sans Serif"/>
              </a:rPr>
              <a:t>e</a:t>
            </a:r>
            <a:r>
              <a:rPr sz="1800" spc="-5" dirty="0">
                <a:latin typeface="Microsoft Sans Serif"/>
                <a:cs typeface="Microsoft Sans Serif"/>
              </a:rPr>
              <a:t>e</a:t>
            </a:r>
            <a:r>
              <a:rPr sz="1800" spc="-10" dirty="0">
                <a:latin typeface="Microsoft Sans Serif"/>
                <a:cs typeface="Microsoft Sans Serif"/>
              </a:rPr>
              <a:t>ds</a:t>
            </a:r>
            <a:r>
              <a:rPr sz="1800" spc="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to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b</a:t>
            </a:r>
            <a:r>
              <a:rPr sz="1800" spc="-10" dirty="0">
                <a:latin typeface="Microsoft Sans Serif"/>
                <a:cs typeface="Microsoft Sans Serif"/>
              </a:rPr>
              <a:t>e</a:t>
            </a:r>
            <a:r>
              <a:rPr sz="1800" spc="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re</a:t>
            </a:r>
            <a:r>
              <a:rPr sz="1800" spc="-10" dirty="0">
                <a:latin typeface="Microsoft Sans Serif"/>
                <a:cs typeface="Microsoft Sans Serif"/>
              </a:rPr>
              <a:t>n</a:t>
            </a:r>
            <a:r>
              <a:rPr sz="1800" spc="-5" dirty="0">
                <a:latin typeface="Microsoft Sans Serif"/>
                <a:cs typeface="Microsoft Sans Serif"/>
              </a:rPr>
              <a:t>d</a:t>
            </a:r>
            <a:r>
              <a:rPr sz="1800" spc="-10" dirty="0">
                <a:latin typeface="Microsoft Sans Serif"/>
                <a:cs typeface="Microsoft Sans Serif"/>
              </a:rPr>
              <a:t>e</a:t>
            </a:r>
            <a:r>
              <a:rPr sz="1800" dirty="0">
                <a:latin typeface="Microsoft Sans Serif"/>
                <a:cs typeface="Microsoft Sans Serif"/>
              </a:rPr>
              <a:t>re</a:t>
            </a:r>
            <a:r>
              <a:rPr sz="1800" spc="-10" dirty="0">
                <a:latin typeface="Microsoft Sans Serif"/>
                <a:cs typeface="Microsoft Sans Serif"/>
              </a:rPr>
              <a:t>d</a:t>
            </a:r>
            <a:r>
              <a:rPr sz="1800" spc="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</a:t>
            </a:r>
            <a:r>
              <a:rPr sz="1800" spc="-10" dirty="0">
                <a:latin typeface="Microsoft Sans Serif"/>
                <a:cs typeface="Microsoft Sans Serif"/>
              </a:rPr>
              <a:t>n</a:t>
            </a:r>
            <a:r>
              <a:rPr sz="1800" spc="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</a:t>
            </a:r>
            <a:r>
              <a:rPr sz="1800" spc="-10" dirty="0">
                <a:latin typeface="Microsoft Sans Serif"/>
                <a:cs typeface="Microsoft Sans Serif"/>
              </a:rPr>
              <a:t>e</a:t>
            </a:r>
            <a:r>
              <a:rPr sz="1800" spc="-5" dirty="0">
                <a:latin typeface="Microsoft Sans Serif"/>
                <a:cs typeface="Microsoft Sans Serif"/>
              </a:rPr>
              <a:t> a</a:t>
            </a:r>
            <a:r>
              <a:rPr sz="1800" spc="-10" dirty="0">
                <a:latin typeface="Microsoft Sans Serif"/>
                <a:cs typeface="Microsoft Sans Serif"/>
              </a:rPr>
              <a:t>p</a:t>
            </a:r>
            <a:r>
              <a:rPr sz="1800" spc="-5" dirty="0">
                <a:latin typeface="Microsoft Sans Serif"/>
                <a:cs typeface="Microsoft Sans Serif"/>
              </a:rPr>
              <a:t>p</a:t>
            </a:r>
            <a:r>
              <a:rPr sz="1800" spc="-10" dirty="0">
                <a:latin typeface="Microsoft Sans Serif"/>
                <a:cs typeface="Microsoft Sans Serif"/>
              </a:rPr>
              <a:t>l</a:t>
            </a:r>
            <a:r>
              <a:rPr sz="1800" dirty="0">
                <a:latin typeface="Microsoft Sans Serif"/>
                <a:cs typeface="Microsoft Sans Serif"/>
              </a:rPr>
              <a:t>ic</a:t>
            </a:r>
            <a:r>
              <a:rPr sz="1800" spc="-10" dirty="0">
                <a:latin typeface="Microsoft Sans Serif"/>
                <a:cs typeface="Microsoft Sans Serif"/>
              </a:rPr>
              <a:t>a</a:t>
            </a:r>
            <a:r>
              <a:rPr sz="1800" dirty="0">
                <a:latin typeface="Microsoft Sans Serif"/>
                <a:cs typeface="Microsoft Sans Serif"/>
              </a:rPr>
              <a:t>tio</a:t>
            </a:r>
            <a:r>
              <a:rPr sz="1800" spc="-15" dirty="0">
                <a:latin typeface="Microsoft Sans Serif"/>
                <a:cs typeface="Microsoft Sans Serif"/>
              </a:rPr>
              <a:t>n</a:t>
            </a:r>
            <a:r>
              <a:rPr sz="1800" spc="-5" dirty="0">
                <a:latin typeface="Microsoft Sans Serif"/>
                <a:cs typeface="Microsoft Sans Serif"/>
              </a:rPr>
              <a:t>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29174" y="4454503"/>
            <a:ext cx="3686810" cy="1901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marR="5080" indent="-286385">
              <a:lnSpc>
                <a:spcPct val="150000"/>
              </a:lnSpc>
              <a:buFont typeface="Wingdings"/>
              <a:buChar char=""/>
              <a:tabLst>
                <a:tab pos="299720" algn="l"/>
              </a:tabLst>
            </a:pPr>
            <a:r>
              <a:rPr sz="1800" spc="-10" dirty="0">
                <a:latin typeface="Microsoft Sans Serif"/>
                <a:cs typeface="Microsoft Sans Serif"/>
              </a:rPr>
              <a:t>This is l</a:t>
            </a:r>
            <a:r>
              <a:rPr sz="1800" spc="-15" dirty="0">
                <a:latin typeface="Microsoft Sans Serif"/>
                <a:cs typeface="Microsoft Sans Serif"/>
              </a:rPr>
              <a:t>i</a:t>
            </a:r>
            <a:r>
              <a:rPr sz="1800" spc="-10" dirty="0">
                <a:latin typeface="Microsoft Sans Serif"/>
                <a:cs typeface="Microsoft Sans Serif"/>
              </a:rPr>
              <a:t>ke</a:t>
            </a:r>
            <a:r>
              <a:rPr sz="1800" dirty="0">
                <a:latin typeface="Microsoft Sans Serif"/>
                <a:cs typeface="Microsoft Sans Serif"/>
              </a:rPr>
              <a:t> </a:t>
            </a:r>
            <a:r>
              <a:rPr sz="1800" spc="-15" dirty="0">
                <a:latin typeface="Microsoft Sans Serif"/>
                <a:cs typeface="Microsoft Sans Serif"/>
              </a:rPr>
              <a:t>a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cl</a:t>
            </a:r>
            <a:r>
              <a:rPr sz="1800" spc="-10" dirty="0">
                <a:latin typeface="Microsoft Sans Serif"/>
                <a:cs typeface="Microsoft Sans Serif"/>
              </a:rPr>
              <a:t>ass</a:t>
            </a:r>
            <a:r>
              <a:rPr sz="1800" spc="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d</a:t>
            </a:r>
            <a:r>
              <a:rPr sz="1800" spc="-10" dirty="0">
                <a:latin typeface="Microsoft Sans Serif"/>
                <a:cs typeface="Microsoft Sans Serif"/>
              </a:rPr>
              <a:t>e</a:t>
            </a:r>
            <a:r>
              <a:rPr sz="1800" dirty="0">
                <a:latin typeface="Microsoft Sans Serif"/>
                <a:cs typeface="Microsoft Sans Serif"/>
              </a:rPr>
              <a:t>fin</a:t>
            </a:r>
            <a:r>
              <a:rPr sz="1800" spc="-15" dirty="0">
                <a:latin typeface="Microsoft Sans Serif"/>
                <a:cs typeface="Microsoft Sans Serif"/>
              </a:rPr>
              <a:t>ed</a:t>
            </a:r>
            <a:r>
              <a:rPr sz="1800" dirty="0">
                <a:latin typeface="Microsoft Sans Serif"/>
                <a:cs typeface="Microsoft Sans Serif"/>
              </a:rPr>
              <a:t> i</a:t>
            </a:r>
            <a:r>
              <a:rPr sz="1800" spc="-10" dirty="0">
                <a:latin typeface="Microsoft Sans Serif"/>
                <a:cs typeface="Microsoft Sans Serif"/>
              </a:rPr>
              <a:t>n a</a:t>
            </a:r>
            <a:r>
              <a:rPr sz="1800" spc="-25" dirty="0">
                <a:latin typeface="Microsoft Sans Serif"/>
                <a:cs typeface="Microsoft Sans Serif"/>
              </a:rPr>
              <a:t>n</a:t>
            </a:r>
            <a:r>
              <a:rPr sz="1800" spc="-10" dirty="0">
                <a:latin typeface="Microsoft Sans Serif"/>
                <a:cs typeface="Microsoft Sans Serif"/>
              </a:rPr>
              <a:t>y </a:t>
            </a:r>
            <a:r>
              <a:rPr sz="1800" dirty="0">
                <a:latin typeface="Microsoft Sans Serif"/>
                <a:cs typeface="Microsoft Sans Serif"/>
              </a:rPr>
              <a:t>l</a:t>
            </a:r>
            <a:r>
              <a:rPr sz="1800" spc="-10" dirty="0">
                <a:latin typeface="Microsoft Sans Serif"/>
                <a:cs typeface="Microsoft Sans Serif"/>
              </a:rPr>
              <a:t>a</a:t>
            </a:r>
            <a:r>
              <a:rPr sz="1800" spc="-5" dirty="0">
                <a:latin typeface="Microsoft Sans Serif"/>
                <a:cs typeface="Microsoft Sans Serif"/>
              </a:rPr>
              <a:t>n</a:t>
            </a:r>
            <a:r>
              <a:rPr sz="1800" spc="-10" dirty="0">
                <a:latin typeface="Microsoft Sans Serif"/>
                <a:cs typeface="Microsoft Sans Serif"/>
              </a:rPr>
              <a:t>g</a:t>
            </a:r>
            <a:r>
              <a:rPr sz="1800" spc="-5" dirty="0">
                <a:latin typeface="Microsoft Sans Serif"/>
                <a:cs typeface="Microsoft Sans Serif"/>
              </a:rPr>
              <a:t>u</a:t>
            </a:r>
            <a:r>
              <a:rPr sz="1800" spc="-10" dirty="0">
                <a:latin typeface="Microsoft Sans Serif"/>
                <a:cs typeface="Microsoft Sans Serif"/>
              </a:rPr>
              <a:t>a</a:t>
            </a:r>
            <a:r>
              <a:rPr sz="1800" spc="-5" dirty="0">
                <a:latin typeface="Microsoft Sans Serif"/>
                <a:cs typeface="Microsoft Sans Serif"/>
              </a:rPr>
              <a:t>g</a:t>
            </a:r>
            <a:r>
              <a:rPr sz="1800" spc="-10" dirty="0">
                <a:latin typeface="Microsoft Sans Serif"/>
                <a:cs typeface="Microsoft Sans Serif"/>
              </a:rPr>
              <a:t>e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suc</a:t>
            </a:r>
            <a:r>
              <a:rPr sz="1800" spc="-10" dirty="0">
                <a:latin typeface="Microsoft Sans Serif"/>
                <a:cs typeface="Microsoft Sans Serif"/>
              </a:rPr>
              <a:t>h</a:t>
            </a:r>
            <a:r>
              <a:rPr sz="1800" spc="0" dirty="0">
                <a:latin typeface="Microsoft Sans Serif"/>
                <a:cs typeface="Microsoft Sans Serif"/>
              </a:rPr>
              <a:t> </a:t>
            </a:r>
            <a:r>
              <a:rPr sz="1800" spc="-15" dirty="0">
                <a:latin typeface="Microsoft Sans Serif"/>
                <a:cs typeface="Microsoft Sans Serif"/>
              </a:rPr>
              <a:t>as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C</a:t>
            </a:r>
            <a:r>
              <a:rPr sz="1800" spc="-10" dirty="0">
                <a:latin typeface="Microsoft Sans Serif"/>
                <a:cs typeface="Microsoft Sans Serif"/>
              </a:rPr>
              <a:t>#</a:t>
            </a:r>
            <a:r>
              <a:rPr sz="1800" spc="-5" dirty="0">
                <a:latin typeface="Microsoft Sans Serif"/>
                <a:cs typeface="Microsoft Sans Serif"/>
              </a:rPr>
              <a:t>. </a:t>
            </a:r>
            <a:endParaRPr sz="1800">
              <a:latin typeface="Microsoft Sans Serif"/>
              <a:cs typeface="Microsoft Sans Serif"/>
            </a:endParaRPr>
          </a:p>
          <a:p>
            <a:pPr marL="299085" marR="95885" indent="-286385">
              <a:lnSpc>
                <a:spcPct val="150000"/>
              </a:lnSpc>
              <a:buFont typeface="Wingdings"/>
              <a:buChar char=""/>
              <a:tabLst>
                <a:tab pos="299720" algn="l"/>
              </a:tabLst>
            </a:pPr>
            <a:r>
              <a:rPr sz="1800" spc="-10" dirty="0">
                <a:latin typeface="Microsoft Sans Serif"/>
                <a:cs typeface="Microsoft Sans Serif"/>
              </a:rPr>
              <a:t>This </a:t>
            </a:r>
            <a:r>
              <a:rPr sz="1800" spc="-5" dirty="0">
                <a:latin typeface="Microsoft Sans Serif"/>
                <a:cs typeface="Microsoft Sans Serif"/>
              </a:rPr>
              <a:t>h</a:t>
            </a:r>
            <a:r>
              <a:rPr sz="1800" spc="-10" dirty="0">
                <a:latin typeface="Microsoft Sans Serif"/>
                <a:cs typeface="Microsoft Sans Serif"/>
              </a:rPr>
              <a:t>as the c</a:t>
            </a:r>
            <a:r>
              <a:rPr sz="1800" spc="-20" dirty="0">
                <a:latin typeface="Microsoft Sans Serif"/>
                <a:cs typeface="Microsoft Sans Serif"/>
              </a:rPr>
              <a:t>o</a:t>
            </a:r>
            <a:r>
              <a:rPr sz="1800" spc="-5" dirty="0">
                <a:latin typeface="Microsoft Sans Serif"/>
                <a:cs typeface="Microsoft Sans Serif"/>
              </a:rPr>
              <a:t>d</a:t>
            </a:r>
            <a:r>
              <a:rPr sz="1800" spc="-10" dirty="0">
                <a:latin typeface="Microsoft Sans Serif"/>
                <a:cs typeface="Microsoft Sans Serif"/>
              </a:rPr>
              <a:t>e</a:t>
            </a:r>
            <a:r>
              <a:rPr sz="1800" spc="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w</a:t>
            </a:r>
            <a:r>
              <a:rPr sz="1800" spc="-10" dirty="0">
                <a:latin typeface="Microsoft Sans Serif"/>
                <a:cs typeface="Microsoft Sans Serif"/>
              </a:rPr>
              <a:t>h</a:t>
            </a:r>
            <a:r>
              <a:rPr sz="1800" dirty="0">
                <a:latin typeface="Microsoft Sans Serif"/>
                <a:cs typeface="Microsoft Sans Serif"/>
              </a:rPr>
              <a:t>ic</a:t>
            </a:r>
            <a:r>
              <a:rPr sz="1800" spc="-10" dirty="0">
                <a:latin typeface="Microsoft Sans Serif"/>
                <a:cs typeface="Microsoft Sans Serif"/>
              </a:rPr>
              <a:t>h</a:t>
            </a:r>
            <a:r>
              <a:rPr sz="1800" spc="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is </a:t>
            </a:r>
            <a:r>
              <a:rPr sz="1800" spc="-15" dirty="0">
                <a:latin typeface="Microsoft Sans Serif"/>
                <a:cs typeface="Microsoft Sans Serif"/>
              </a:rPr>
              <a:t>u</a:t>
            </a:r>
            <a:r>
              <a:rPr sz="1800" dirty="0">
                <a:latin typeface="Microsoft Sans Serif"/>
                <a:cs typeface="Microsoft Sans Serif"/>
              </a:rPr>
              <a:t>se</a:t>
            </a:r>
            <a:r>
              <a:rPr sz="1800" spc="-10" dirty="0">
                <a:latin typeface="Microsoft Sans Serif"/>
                <a:cs typeface="Microsoft Sans Serif"/>
              </a:rPr>
              <a:t>d to su</a:t>
            </a:r>
            <a:r>
              <a:rPr sz="1800" spc="-25" dirty="0">
                <a:latin typeface="Microsoft Sans Serif"/>
                <a:cs typeface="Microsoft Sans Serif"/>
              </a:rPr>
              <a:t>p</a:t>
            </a:r>
            <a:r>
              <a:rPr sz="1800" spc="-5" dirty="0">
                <a:latin typeface="Microsoft Sans Serif"/>
                <a:cs typeface="Microsoft Sans Serif"/>
              </a:rPr>
              <a:t>p</a:t>
            </a:r>
            <a:r>
              <a:rPr sz="1800" spc="-10" dirty="0">
                <a:latin typeface="Microsoft Sans Serif"/>
                <a:cs typeface="Microsoft Sans Serif"/>
              </a:rPr>
              <a:t>ort </a:t>
            </a:r>
            <a:r>
              <a:rPr sz="1800" dirty="0">
                <a:latin typeface="Microsoft Sans Serif"/>
                <a:cs typeface="Microsoft Sans Serif"/>
              </a:rPr>
              <a:t>th</a:t>
            </a:r>
            <a:r>
              <a:rPr sz="1800" spc="-10" dirty="0">
                <a:latin typeface="Microsoft Sans Serif"/>
                <a:cs typeface="Microsoft Sans Serif"/>
              </a:rPr>
              <a:t>e vi</a:t>
            </a:r>
            <a:r>
              <a:rPr sz="1800" spc="-20" dirty="0">
                <a:latin typeface="Microsoft Sans Serif"/>
                <a:cs typeface="Microsoft Sans Serif"/>
              </a:rPr>
              <a:t>e</a:t>
            </a:r>
            <a:r>
              <a:rPr sz="1800" spc="-15" dirty="0">
                <a:latin typeface="Microsoft Sans Serif"/>
                <a:cs typeface="Microsoft Sans Serif"/>
              </a:rPr>
              <a:t>w. </a:t>
            </a:r>
            <a:endParaRPr sz="1800">
              <a:latin typeface="Microsoft Sans Serif"/>
              <a:cs typeface="Microsoft Sans Serif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Wingdings"/>
              <a:buChar char=""/>
              <a:tabLst>
                <a:tab pos="299720" algn="l"/>
              </a:tabLst>
            </a:pPr>
            <a:r>
              <a:rPr sz="1800" spc="-5" dirty="0">
                <a:latin typeface="Microsoft Sans Serif"/>
                <a:cs typeface="Microsoft Sans Serif"/>
              </a:rPr>
              <a:t>It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is </a:t>
            </a:r>
            <a:r>
              <a:rPr sz="1800" spc="-15" dirty="0">
                <a:latin typeface="Microsoft Sans Serif"/>
                <a:cs typeface="Microsoft Sans Serif"/>
              </a:rPr>
              <a:t>d</a:t>
            </a:r>
            <a:r>
              <a:rPr sz="1800" spc="-5" dirty="0">
                <a:latin typeface="Microsoft Sans Serif"/>
                <a:cs typeface="Microsoft Sans Serif"/>
              </a:rPr>
              <a:t>efi</a:t>
            </a:r>
            <a:r>
              <a:rPr sz="1800" spc="-10" dirty="0">
                <a:latin typeface="Microsoft Sans Serif"/>
                <a:cs typeface="Microsoft Sans Serif"/>
              </a:rPr>
              <a:t>n</a:t>
            </a:r>
            <a:r>
              <a:rPr sz="1800" spc="-5" dirty="0">
                <a:latin typeface="Microsoft Sans Serif"/>
                <a:cs typeface="Microsoft Sans Serif"/>
              </a:rPr>
              <a:t>e</a:t>
            </a:r>
            <a:r>
              <a:rPr sz="1800" spc="-10" dirty="0">
                <a:latin typeface="Microsoft Sans Serif"/>
                <a:cs typeface="Microsoft Sans Serif"/>
              </a:rPr>
              <a:t>d</a:t>
            </a:r>
            <a:r>
              <a:rPr sz="1800" spc="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</a:t>
            </a:r>
            <a:r>
              <a:rPr sz="1800" spc="-10" dirty="0">
                <a:latin typeface="Microsoft Sans Serif"/>
                <a:cs typeface="Microsoft Sans Serif"/>
              </a:rPr>
              <a:t>n</a:t>
            </a:r>
            <a:r>
              <a:rPr sz="1800" dirty="0">
                <a:latin typeface="Microsoft Sans Serif"/>
                <a:cs typeface="Microsoft Sans Serif"/>
              </a:rPr>
              <a:t> Typ</a:t>
            </a:r>
            <a:r>
              <a:rPr sz="1800" spc="-10" dirty="0">
                <a:latin typeface="Microsoft Sans Serif"/>
                <a:cs typeface="Microsoft Sans Serif"/>
              </a:rPr>
              <a:t>e</a:t>
            </a:r>
            <a:r>
              <a:rPr sz="1800" dirty="0">
                <a:latin typeface="Microsoft Sans Serif"/>
                <a:cs typeface="Microsoft Sans Serif"/>
              </a:rPr>
              <a:t>Scri</a:t>
            </a:r>
            <a:r>
              <a:rPr sz="1800" spc="-10" dirty="0">
                <a:latin typeface="Microsoft Sans Serif"/>
                <a:cs typeface="Microsoft Sans Serif"/>
              </a:rPr>
              <a:t>p</a:t>
            </a:r>
            <a:r>
              <a:rPr sz="1800" spc="-5" dirty="0">
                <a:latin typeface="Microsoft Sans Serif"/>
                <a:cs typeface="Microsoft Sans Serif"/>
              </a:rPr>
              <a:t>t.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336408" y="4454497"/>
            <a:ext cx="3280410" cy="1249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marR="22225" indent="-286385">
              <a:lnSpc>
                <a:spcPct val="150000"/>
              </a:lnSpc>
              <a:buFont typeface="Wingdings"/>
              <a:buChar char=""/>
              <a:tabLst>
                <a:tab pos="299720" algn="l"/>
              </a:tabLst>
            </a:pPr>
            <a:r>
              <a:rPr sz="1800" spc="-10" dirty="0">
                <a:latin typeface="Microsoft Sans Serif"/>
                <a:cs typeface="Microsoft Sans Serif"/>
              </a:rPr>
              <a:t>This </a:t>
            </a:r>
            <a:r>
              <a:rPr sz="1800" spc="-20" dirty="0">
                <a:latin typeface="Microsoft Sans Serif"/>
                <a:cs typeface="Microsoft Sans Serif"/>
              </a:rPr>
              <a:t>h</a:t>
            </a:r>
            <a:r>
              <a:rPr sz="1800" spc="-15" dirty="0">
                <a:latin typeface="Microsoft Sans Serif"/>
                <a:cs typeface="Microsoft Sans Serif"/>
              </a:rPr>
              <a:t>as </a:t>
            </a:r>
            <a:r>
              <a:rPr lang="en-US" sz="1800" spc="-15">
                <a:latin typeface="Microsoft Sans Serif"/>
                <a:cs typeface="Microsoft Sans Serif"/>
              </a:rPr>
              <a:t>the styles </a:t>
            </a:r>
            <a:r>
              <a:rPr sz="1800" spc="-5">
                <a:latin typeface="Microsoft Sans Serif"/>
                <a:cs typeface="Microsoft Sans Serif"/>
              </a:rPr>
              <a:t>d</a:t>
            </a:r>
            <a:r>
              <a:rPr sz="1800" spc="-10">
                <a:latin typeface="Microsoft Sans Serif"/>
                <a:cs typeface="Microsoft Sans Serif"/>
              </a:rPr>
              <a:t>e</a:t>
            </a:r>
            <a:r>
              <a:rPr sz="1800">
                <a:latin typeface="Microsoft Sans Serif"/>
                <a:cs typeface="Microsoft Sans Serif"/>
              </a:rPr>
              <a:t>fin</a:t>
            </a:r>
            <a:r>
              <a:rPr sz="1800" spc="-15">
                <a:latin typeface="Microsoft Sans Serif"/>
                <a:cs typeface="Microsoft Sans Serif"/>
              </a:rPr>
              <a:t>ed</a:t>
            </a:r>
            <a:r>
              <a:rPr sz="180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for th</a:t>
            </a:r>
            <a:r>
              <a:rPr sz="1800" spc="-20" dirty="0">
                <a:latin typeface="Microsoft Sans Serif"/>
                <a:cs typeface="Microsoft Sans Serif"/>
              </a:rPr>
              <a:t>e</a:t>
            </a:r>
            <a:r>
              <a:rPr sz="1800" spc="-10" dirty="0">
                <a:latin typeface="Microsoft Sans Serif"/>
                <a:cs typeface="Microsoft Sans Serif"/>
              </a:rPr>
              <a:t> An</a:t>
            </a:r>
            <a:r>
              <a:rPr sz="1800" spc="-25" dirty="0">
                <a:latin typeface="Microsoft Sans Serif"/>
                <a:cs typeface="Microsoft Sans Serif"/>
              </a:rPr>
              <a:t>g</a:t>
            </a:r>
            <a:r>
              <a:rPr sz="1800" spc="-5" dirty="0">
                <a:latin typeface="Microsoft Sans Serif"/>
                <a:cs typeface="Microsoft Sans Serif"/>
              </a:rPr>
              <a:t>u</a:t>
            </a:r>
            <a:r>
              <a:rPr sz="1800" spc="-10" dirty="0">
                <a:latin typeface="Microsoft Sans Serif"/>
                <a:cs typeface="Microsoft Sans Serif"/>
              </a:rPr>
              <a:t>l</a:t>
            </a:r>
            <a:r>
              <a:rPr sz="1800" spc="-15" dirty="0">
                <a:latin typeface="Microsoft Sans Serif"/>
                <a:cs typeface="Microsoft Sans Serif"/>
              </a:rPr>
              <a:t>ar</a:t>
            </a:r>
            <a:r>
              <a:rPr sz="1800" dirty="0">
                <a:latin typeface="Microsoft Sans Serif"/>
                <a:cs typeface="Microsoft Sans Serif"/>
              </a:rPr>
              <a:t> </a:t>
            </a:r>
            <a:r>
              <a:rPr lang="en-US" dirty="0">
                <a:latin typeface="Microsoft Sans Serif"/>
                <a:cs typeface="Microsoft Sans Serif"/>
              </a:rPr>
              <a:t>html file</a:t>
            </a:r>
            <a:r>
              <a:rPr sz="1800" spc="-5" dirty="0">
                <a:latin typeface="Microsoft Sans Serif"/>
                <a:cs typeface="Microsoft Sans Serif"/>
              </a:rPr>
              <a:t>.</a:t>
            </a:r>
            <a:endParaRPr sz="18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  <a:tabLst>
                <a:tab pos="360680" algn="l"/>
              </a:tabLst>
            </a:pPr>
            <a:endParaRPr sz="18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6615" y="667510"/>
            <a:ext cx="7499604" cy="60944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113525" y="3807714"/>
            <a:ext cx="2451735" cy="76200"/>
          </a:xfrm>
          <a:custGeom>
            <a:avLst/>
            <a:gdLst/>
            <a:ahLst/>
            <a:cxnLst/>
            <a:rect l="l" t="t" r="r" b="b"/>
            <a:pathLst>
              <a:path w="2451734" h="76200">
                <a:moveTo>
                  <a:pt x="2375032" y="0"/>
                </a:moveTo>
                <a:lnTo>
                  <a:pt x="2375032" y="76199"/>
                </a:lnTo>
                <a:lnTo>
                  <a:pt x="2431420" y="48005"/>
                </a:lnTo>
                <a:lnTo>
                  <a:pt x="2387726" y="48005"/>
                </a:lnTo>
                <a:lnTo>
                  <a:pt x="2387726" y="28193"/>
                </a:lnTo>
                <a:lnTo>
                  <a:pt x="2431420" y="28193"/>
                </a:lnTo>
                <a:lnTo>
                  <a:pt x="2375032" y="0"/>
                </a:lnTo>
                <a:close/>
              </a:path>
              <a:path w="2451734" h="76200">
                <a:moveTo>
                  <a:pt x="2375032" y="28193"/>
                </a:moveTo>
                <a:lnTo>
                  <a:pt x="0" y="28193"/>
                </a:lnTo>
                <a:lnTo>
                  <a:pt x="0" y="48005"/>
                </a:lnTo>
                <a:lnTo>
                  <a:pt x="2375032" y="48005"/>
                </a:lnTo>
                <a:lnTo>
                  <a:pt x="2375032" y="28193"/>
                </a:lnTo>
                <a:close/>
              </a:path>
              <a:path w="2451734" h="76200">
                <a:moveTo>
                  <a:pt x="2431420" y="28193"/>
                </a:moveTo>
                <a:lnTo>
                  <a:pt x="2387726" y="28193"/>
                </a:lnTo>
                <a:lnTo>
                  <a:pt x="2387726" y="48005"/>
                </a:lnTo>
                <a:lnTo>
                  <a:pt x="2431420" y="48005"/>
                </a:lnTo>
                <a:lnTo>
                  <a:pt x="2451232" y="38099"/>
                </a:lnTo>
                <a:lnTo>
                  <a:pt x="2431420" y="28193"/>
                </a:lnTo>
                <a:close/>
              </a:path>
            </a:pathLst>
          </a:custGeom>
          <a:solidFill>
            <a:srgbClr val="D247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35473" y="4629530"/>
            <a:ext cx="2921635" cy="76200"/>
          </a:xfrm>
          <a:custGeom>
            <a:avLst/>
            <a:gdLst/>
            <a:ahLst/>
            <a:cxnLst/>
            <a:rect l="l" t="t" r="r" b="b"/>
            <a:pathLst>
              <a:path w="2921634" h="76200">
                <a:moveTo>
                  <a:pt x="2901816" y="28062"/>
                </a:moveTo>
                <a:lnTo>
                  <a:pt x="2857743" y="28062"/>
                </a:lnTo>
                <a:lnTo>
                  <a:pt x="2857896" y="47874"/>
                </a:lnTo>
                <a:lnTo>
                  <a:pt x="2845172" y="47932"/>
                </a:lnTo>
                <a:lnTo>
                  <a:pt x="2845307" y="76199"/>
                </a:lnTo>
                <a:lnTo>
                  <a:pt x="2921386" y="37718"/>
                </a:lnTo>
                <a:lnTo>
                  <a:pt x="2901816" y="28062"/>
                </a:lnTo>
                <a:close/>
              </a:path>
              <a:path w="2921634" h="76200">
                <a:moveTo>
                  <a:pt x="2845077" y="28120"/>
                </a:moveTo>
                <a:lnTo>
                  <a:pt x="0" y="41016"/>
                </a:lnTo>
                <a:lnTo>
                  <a:pt x="0" y="60828"/>
                </a:lnTo>
                <a:lnTo>
                  <a:pt x="2845172" y="47932"/>
                </a:lnTo>
                <a:lnTo>
                  <a:pt x="2845077" y="28120"/>
                </a:lnTo>
                <a:close/>
              </a:path>
              <a:path w="2921634" h="76200">
                <a:moveTo>
                  <a:pt x="2857743" y="28062"/>
                </a:moveTo>
                <a:lnTo>
                  <a:pt x="2845077" y="28120"/>
                </a:lnTo>
                <a:lnTo>
                  <a:pt x="2845172" y="47932"/>
                </a:lnTo>
                <a:lnTo>
                  <a:pt x="2857896" y="47874"/>
                </a:lnTo>
                <a:lnTo>
                  <a:pt x="2857743" y="28062"/>
                </a:lnTo>
                <a:close/>
              </a:path>
              <a:path w="2921634" h="76200">
                <a:moveTo>
                  <a:pt x="2844942" y="0"/>
                </a:moveTo>
                <a:lnTo>
                  <a:pt x="2845077" y="28120"/>
                </a:lnTo>
                <a:lnTo>
                  <a:pt x="2901816" y="28062"/>
                </a:lnTo>
                <a:lnTo>
                  <a:pt x="2844942" y="0"/>
                </a:lnTo>
                <a:close/>
              </a:path>
            </a:pathLst>
          </a:custGeom>
          <a:solidFill>
            <a:srgbClr val="D247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319515" y="1735836"/>
            <a:ext cx="1198245" cy="370840"/>
          </a:xfrm>
          <a:prstGeom prst="rect">
            <a:avLst/>
          </a:prstGeom>
          <a:ln w="12191">
            <a:solidFill>
              <a:srgbClr val="9A2C1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6360">
              <a:lnSpc>
                <a:spcPct val="100000"/>
              </a:lnSpc>
            </a:pPr>
            <a:r>
              <a:rPr sz="1800" spc="-5" dirty="0">
                <a:latin typeface="Microsoft Sans Serif"/>
                <a:cs typeface="Microsoft Sans Serif"/>
              </a:rPr>
              <a:t>D</a:t>
            </a:r>
            <a:r>
              <a:rPr sz="1800" spc="-15" dirty="0">
                <a:latin typeface="Microsoft Sans Serif"/>
                <a:cs typeface="Microsoft Sans Serif"/>
              </a:rPr>
              <a:t>e</a:t>
            </a:r>
            <a:r>
              <a:rPr sz="1800" dirty="0">
                <a:latin typeface="Microsoft Sans Serif"/>
                <a:cs typeface="Microsoft Sans Serif"/>
              </a:rPr>
              <a:t>c</a:t>
            </a:r>
            <a:r>
              <a:rPr sz="1800" spc="-10" dirty="0">
                <a:latin typeface="Microsoft Sans Serif"/>
                <a:cs typeface="Microsoft Sans Serif"/>
              </a:rPr>
              <a:t>o</a:t>
            </a:r>
            <a:r>
              <a:rPr sz="1800" dirty="0">
                <a:latin typeface="Microsoft Sans Serif"/>
                <a:cs typeface="Microsoft Sans Serif"/>
              </a:rPr>
              <a:t>r</a:t>
            </a:r>
            <a:r>
              <a:rPr sz="1800" spc="-10" dirty="0">
                <a:latin typeface="Microsoft Sans Serif"/>
                <a:cs typeface="Microsoft Sans Serif"/>
              </a:rPr>
              <a:t>a</a:t>
            </a:r>
            <a:r>
              <a:rPr sz="1800" dirty="0">
                <a:latin typeface="Microsoft Sans Serif"/>
                <a:cs typeface="Microsoft Sans Serif"/>
              </a:rPr>
              <a:t>tor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19515" y="2281428"/>
            <a:ext cx="3758565" cy="368935"/>
          </a:xfrm>
          <a:prstGeom prst="rect">
            <a:avLst/>
          </a:prstGeom>
          <a:ln w="12191">
            <a:solidFill>
              <a:srgbClr val="9A2C1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6360">
              <a:lnSpc>
                <a:spcPct val="100000"/>
              </a:lnSpc>
            </a:pPr>
            <a:r>
              <a:rPr sz="1800" spc="-5" dirty="0">
                <a:latin typeface="Microsoft Sans Serif"/>
                <a:cs typeface="Microsoft Sans Serif"/>
              </a:rPr>
              <a:t>Defi</a:t>
            </a:r>
            <a:r>
              <a:rPr sz="1800" spc="-10" dirty="0">
                <a:latin typeface="Microsoft Sans Serif"/>
                <a:cs typeface="Microsoft Sans Serif"/>
              </a:rPr>
              <a:t>n</a:t>
            </a:r>
            <a:r>
              <a:rPr sz="1800" spc="-15" dirty="0">
                <a:latin typeface="Microsoft Sans Serif"/>
                <a:cs typeface="Microsoft Sans Serif"/>
              </a:rPr>
              <a:t>es</a:t>
            </a:r>
            <a:r>
              <a:rPr sz="1800" spc="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</a:t>
            </a:r>
            <a:r>
              <a:rPr sz="1800" spc="-10" dirty="0">
                <a:latin typeface="Microsoft Sans Serif"/>
                <a:cs typeface="Microsoft Sans Serif"/>
              </a:rPr>
              <a:t>e n</a:t>
            </a:r>
            <a:r>
              <a:rPr sz="1800" spc="-25" dirty="0">
                <a:latin typeface="Microsoft Sans Serif"/>
                <a:cs typeface="Microsoft Sans Serif"/>
              </a:rPr>
              <a:t>a</a:t>
            </a:r>
            <a:r>
              <a:rPr sz="1800" spc="-10" dirty="0">
                <a:latin typeface="Microsoft Sans Serif"/>
                <a:cs typeface="Microsoft Sans Serif"/>
              </a:rPr>
              <a:t>me </a:t>
            </a:r>
            <a:r>
              <a:rPr sz="1800" spc="-20" dirty="0">
                <a:latin typeface="Microsoft Sans Serif"/>
                <a:cs typeface="Microsoft Sans Serif"/>
              </a:rPr>
              <a:t>o</a:t>
            </a:r>
            <a:r>
              <a:rPr sz="1800" spc="-5" dirty="0">
                <a:latin typeface="Microsoft Sans Serif"/>
                <a:cs typeface="Microsoft Sans Serif"/>
              </a:rPr>
              <a:t>f </a:t>
            </a:r>
            <a:r>
              <a:rPr sz="1800" dirty="0">
                <a:latin typeface="Microsoft Sans Serif"/>
                <a:cs typeface="Microsoft Sans Serif"/>
              </a:rPr>
              <a:t>t</a:t>
            </a:r>
            <a:r>
              <a:rPr sz="1800" spc="-5" dirty="0">
                <a:latin typeface="Microsoft Sans Serif"/>
                <a:cs typeface="Microsoft Sans Serif"/>
              </a:rPr>
              <a:t>h</a:t>
            </a:r>
            <a:r>
              <a:rPr sz="1800" spc="-10" dirty="0">
                <a:latin typeface="Microsoft Sans Serif"/>
                <a:cs typeface="Microsoft Sans Serif"/>
              </a:rPr>
              <a:t>e</a:t>
            </a:r>
            <a:r>
              <a:rPr sz="1800" spc="-15" dirty="0">
                <a:latin typeface="Microsoft Sans Serif"/>
                <a:cs typeface="Microsoft Sans Serif"/>
              </a:rPr>
              <a:t> HTML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ta</a:t>
            </a:r>
            <a:r>
              <a:rPr sz="1800" spc="-10" dirty="0">
                <a:latin typeface="Microsoft Sans Serif"/>
                <a:cs typeface="Microsoft Sans Serif"/>
              </a:rPr>
              <a:t>g</a:t>
            </a:r>
            <a:r>
              <a:rPr sz="1800" spc="-5" dirty="0">
                <a:latin typeface="Microsoft Sans Serif"/>
                <a:cs typeface="Microsoft Sans Serif"/>
              </a:rPr>
              <a:t>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19515" y="2924556"/>
            <a:ext cx="3519170" cy="368935"/>
          </a:xfrm>
          <a:prstGeom prst="rect">
            <a:avLst/>
          </a:prstGeom>
          <a:ln w="12191">
            <a:solidFill>
              <a:srgbClr val="9A2C1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6360">
              <a:lnSpc>
                <a:spcPct val="100000"/>
              </a:lnSpc>
            </a:pPr>
            <a:r>
              <a:rPr sz="1800" spc="-5" dirty="0">
                <a:latin typeface="Microsoft Sans Serif"/>
                <a:cs typeface="Microsoft Sans Serif"/>
              </a:rPr>
              <a:t>I</a:t>
            </a:r>
            <a:r>
              <a:rPr sz="1800" dirty="0">
                <a:latin typeface="Microsoft Sans Serif"/>
                <a:cs typeface="Microsoft Sans Serif"/>
              </a:rPr>
              <a:t>t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h</a:t>
            </a:r>
            <a:r>
              <a:rPr sz="1800" spc="-10" dirty="0">
                <a:latin typeface="Microsoft Sans Serif"/>
                <a:cs typeface="Microsoft Sans Serif"/>
              </a:rPr>
              <a:t>o</a:t>
            </a:r>
            <a:r>
              <a:rPr sz="1800" dirty="0">
                <a:latin typeface="Microsoft Sans Serif"/>
                <a:cs typeface="Microsoft Sans Serif"/>
              </a:rPr>
              <a:t>l</a:t>
            </a:r>
            <a:r>
              <a:rPr sz="1800" spc="-10" dirty="0">
                <a:latin typeface="Microsoft Sans Serif"/>
                <a:cs typeface="Microsoft Sans Serif"/>
              </a:rPr>
              <a:t>ds</a:t>
            </a:r>
            <a:r>
              <a:rPr sz="1800" spc="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o</a:t>
            </a:r>
            <a:r>
              <a:rPr sz="1800" spc="-10" dirty="0">
                <a:latin typeface="Microsoft Sans Serif"/>
                <a:cs typeface="Microsoft Sans Serif"/>
              </a:rPr>
              <a:t>ur HTML</a:t>
            </a:r>
            <a:r>
              <a:rPr sz="1800" dirty="0">
                <a:latin typeface="Microsoft Sans Serif"/>
                <a:cs typeface="Microsoft Sans Serif"/>
              </a:rPr>
              <a:t> tem</a:t>
            </a:r>
            <a:r>
              <a:rPr sz="1800" spc="-10" dirty="0">
                <a:latin typeface="Microsoft Sans Serif"/>
                <a:cs typeface="Microsoft Sans Serif"/>
              </a:rPr>
              <a:t>p</a:t>
            </a:r>
            <a:r>
              <a:rPr sz="1800" dirty="0">
                <a:latin typeface="Microsoft Sans Serif"/>
                <a:cs typeface="Microsoft Sans Serif"/>
              </a:rPr>
              <a:t>l</a:t>
            </a:r>
            <a:r>
              <a:rPr sz="1800" spc="-10" dirty="0">
                <a:latin typeface="Microsoft Sans Serif"/>
                <a:cs typeface="Microsoft Sans Serif"/>
              </a:rPr>
              <a:t>ate.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87740" y="3503676"/>
            <a:ext cx="3251200" cy="646430"/>
          </a:xfrm>
          <a:prstGeom prst="rect">
            <a:avLst/>
          </a:prstGeom>
          <a:ln w="12191">
            <a:solidFill>
              <a:srgbClr val="9A2C1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6360" marR="325755">
              <a:lnSpc>
                <a:spcPct val="100000"/>
              </a:lnSpc>
            </a:pPr>
            <a:r>
              <a:rPr sz="1800" dirty="0">
                <a:latin typeface="Microsoft Sans Serif"/>
                <a:cs typeface="Microsoft Sans Serif"/>
              </a:rPr>
              <a:t>Th</a:t>
            </a:r>
            <a:r>
              <a:rPr sz="1800" spc="-10" dirty="0">
                <a:latin typeface="Microsoft Sans Serif"/>
                <a:cs typeface="Microsoft Sans Serif"/>
              </a:rPr>
              <a:t>e styles </a:t>
            </a:r>
            <a:r>
              <a:rPr sz="1800" spc="-20" dirty="0">
                <a:latin typeface="Microsoft Sans Serif"/>
                <a:cs typeface="Microsoft Sans Serif"/>
              </a:rPr>
              <a:t>o</a:t>
            </a:r>
            <a:r>
              <a:rPr sz="1800" spc="-5" dirty="0">
                <a:latin typeface="Microsoft Sans Serif"/>
                <a:cs typeface="Microsoft Sans Serif"/>
              </a:rPr>
              <a:t>pti</a:t>
            </a:r>
            <a:r>
              <a:rPr sz="1800" spc="-10" dirty="0">
                <a:latin typeface="Microsoft Sans Serif"/>
                <a:cs typeface="Microsoft Sans Serif"/>
              </a:rPr>
              <a:t>o</a:t>
            </a:r>
            <a:r>
              <a:rPr sz="1800" spc="-15" dirty="0">
                <a:latin typeface="Microsoft Sans Serif"/>
                <a:cs typeface="Microsoft Sans Serif"/>
              </a:rPr>
              <a:t>n</a:t>
            </a:r>
            <a:r>
              <a:rPr sz="180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is </a:t>
            </a:r>
            <a:r>
              <a:rPr sz="1800" spc="-15" dirty="0">
                <a:latin typeface="Microsoft Sans Serif"/>
                <a:cs typeface="Microsoft Sans Serif"/>
              </a:rPr>
              <a:t>u</a:t>
            </a:r>
            <a:r>
              <a:rPr sz="1800" dirty="0">
                <a:latin typeface="Microsoft Sans Serif"/>
                <a:cs typeface="Microsoft Sans Serif"/>
              </a:rPr>
              <a:t>se</a:t>
            </a:r>
            <a:r>
              <a:rPr sz="1800" spc="-10" dirty="0">
                <a:latin typeface="Microsoft Sans Serif"/>
                <a:cs typeface="Microsoft Sans Serif"/>
              </a:rPr>
              <a:t>d to style </a:t>
            </a:r>
            <a:r>
              <a:rPr sz="1800" spc="-20" dirty="0">
                <a:latin typeface="Microsoft Sans Serif"/>
                <a:cs typeface="Microsoft Sans Serif"/>
              </a:rPr>
              <a:t>a</a:t>
            </a:r>
            <a:r>
              <a:rPr sz="1800" spc="-10" dirty="0">
                <a:latin typeface="Microsoft Sans Serif"/>
                <a:cs typeface="Microsoft Sans Serif"/>
              </a:rPr>
              <a:t> sp</a:t>
            </a:r>
            <a:r>
              <a:rPr sz="1800" spc="-25" dirty="0">
                <a:latin typeface="Microsoft Sans Serif"/>
                <a:cs typeface="Microsoft Sans Serif"/>
              </a:rPr>
              <a:t>e</a:t>
            </a:r>
            <a:r>
              <a:rPr sz="1800" spc="-10" dirty="0">
                <a:latin typeface="Microsoft Sans Serif"/>
                <a:cs typeface="Microsoft Sans Serif"/>
              </a:rPr>
              <a:t>cific</a:t>
            </a:r>
            <a:r>
              <a:rPr sz="1800" spc="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com</a:t>
            </a:r>
            <a:r>
              <a:rPr sz="1800" spc="-10" dirty="0">
                <a:latin typeface="Microsoft Sans Serif"/>
                <a:cs typeface="Microsoft Sans Serif"/>
              </a:rPr>
              <a:t>p</a:t>
            </a:r>
            <a:r>
              <a:rPr sz="1800" spc="-5" dirty="0">
                <a:latin typeface="Microsoft Sans Serif"/>
                <a:cs typeface="Microsoft Sans Serif"/>
              </a:rPr>
              <a:t>o</a:t>
            </a:r>
            <a:r>
              <a:rPr sz="1800" spc="-10" dirty="0">
                <a:latin typeface="Microsoft Sans Serif"/>
                <a:cs typeface="Microsoft Sans Serif"/>
              </a:rPr>
              <a:t>n</a:t>
            </a:r>
            <a:r>
              <a:rPr sz="1800" spc="-5" dirty="0">
                <a:latin typeface="Microsoft Sans Serif"/>
                <a:cs typeface="Microsoft Sans Serif"/>
              </a:rPr>
              <a:t>e</a:t>
            </a:r>
            <a:r>
              <a:rPr sz="1800" spc="-10" dirty="0">
                <a:latin typeface="Microsoft Sans Serif"/>
                <a:cs typeface="Microsoft Sans Serif"/>
              </a:rPr>
              <a:t>n</a:t>
            </a:r>
            <a:r>
              <a:rPr sz="1800" spc="-5" dirty="0">
                <a:latin typeface="Microsoft Sans Serif"/>
                <a:cs typeface="Microsoft Sans Serif"/>
              </a:rPr>
              <a:t>t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06511" y="4328160"/>
            <a:ext cx="4156075" cy="2170430"/>
          </a:xfrm>
          <a:prstGeom prst="rect">
            <a:avLst/>
          </a:prstGeom>
          <a:ln w="12191">
            <a:solidFill>
              <a:srgbClr val="9A2C1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72745" marR="1431925" indent="-287020">
              <a:lnSpc>
                <a:spcPct val="150000"/>
              </a:lnSpc>
              <a:buFont typeface="Wingdings"/>
              <a:buChar char=""/>
              <a:tabLst>
                <a:tab pos="372745" algn="l"/>
              </a:tabLst>
            </a:pPr>
            <a:r>
              <a:rPr sz="1800" spc="-5" dirty="0">
                <a:latin typeface="Microsoft Sans Serif"/>
                <a:cs typeface="Microsoft Sans Serif"/>
              </a:rPr>
              <a:t>D</a:t>
            </a:r>
            <a:r>
              <a:rPr sz="1800" spc="-10" dirty="0">
                <a:latin typeface="Microsoft Sans Serif"/>
                <a:cs typeface="Microsoft Sans Serif"/>
              </a:rPr>
              <a:t>e</a:t>
            </a:r>
            <a:r>
              <a:rPr sz="1800" dirty="0">
                <a:latin typeface="Microsoft Sans Serif"/>
                <a:cs typeface="Microsoft Sans Serif"/>
              </a:rPr>
              <a:t>fin</a:t>
            </a:r>
            <a:r>
              <a:rPr sz="1800" spc="-10" dirty="0">
                <a:latin typeface="Microsoft Sans Serif"/>
                <a:cs typeface="Microsoft Sans Serif"/>
              </a:rPr>
              <a:t>i</a:t>
            </a:r>
            <a:r>
              <a:rPr sz="1800" spc="-5" dirty="0">
                <a:latin typeface="Microsoft Sans Serif"/>
                <a:cs typeface="Microsoft Sans Serif"/>
              </a:rPr>
              <a:t>n</a:t>
            </a:r>
            <a:r>
              <a:rPr sz="1800" spc="-10" dirty="0">
                <a:latin typeface="Microsoft Sans Serif"/>
                <a:cs typeface="Microsoft Sans Serif"/>
              </a:rPr>
              <a:t>g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15" dirty="0">
                <a:latin typeface="Microsoft Sans Serif"/>
                <a:cs typeface="Microsoft Sans Serif"/>
              </a:rPr>
              <a:t>a class c</a:t>
            </a:r>
            <a:r>
              <a:rPr sz="1800" spc="-20" dirty="0">
                <a:latin typeface="Microsoft Sans Serif"/>
                <a:cs typeface="Microsoft Sans Serif"/>
              </a:rPr>
              <a:t>a</a:t>
            </a:r>
            <a:r>
              <a:rPr sz="1800" dirty="0">
                <a:latin typeface="Microsoft Sans Serif"/>
                <a:cs typeface="Microsoft Sans Serif"/>
              </a:rPr>
              <a:t>ll</a:t>
            </a:r>
            <a:r>
              <a:rPr sz="1800" spc="-10" dirty="0">
                <a:latin typeface="Microsoft Sans Serif"/>
                <a:cs typeface="Microsoft Sans Serif"/>
              </a:rPr>
              <a:t>e</a:t>
            </a:r>
            <a:r>
              <a:rPr sz="1800" spc="-15" dirty="0">
                <a:latin typeface="Microsoft Sans Serif"/>
                <a:cs typeface="Microsoft Sans Serif"/>
              </a:rPr>
              <a:t>d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10" dirty="0">
                <a:latin typeface="Microsoft Sans Serif"/>
                <a:cs typeface="Microsoft Sans Serif"/>
              </a:rPr>
              <a:t>p</a:t>
            </a:r>
            <a:r>
              <a:rPr sz="1800" spc="-5" dirty="0">
                <a:latin typeface="Microsoft Sans Serif"/>
                <a:cs typeface="Microsoft Sans Serif"/>
              </a:rPr>
              <a:t>p</a:t>
            </a:r>
            <a:r>
              <a:rPr sz="1800" spc="-10" dirty="0">
                <a:latin typeface="Microsoft Sans Serif"/>
                <a:cs typeface="Microsoft Sans Serif"/>
              </a:rPr>
              <a:t>C</a:t>
            </a:r>
            <a:r>
              <a:rPr sz="1800" spc="-5" dirty="0">
                <a:latin typeface="Microsoft Sans Serif"/>
                <a:cs typeface="Microsoft Sans Serif"/>
              </a:rPr>
              <a:t>om</a:t>
            </a:r>
            <a:r>
              <a:rPr sz="1800" spc="-10" dirty="0">
                <a:latin typeface="Microsoft Sans Serif"/>
                <a:cs typeface="Microsoft Sans Serif"/>
              </a:rPr>
              <a:t>p</a:t>
            </a:r>
            <a:r>
              <a:rPr sz="1800" spc="-5" dirty="0">
                <a:latin typeface="Microsoft Sans Serif"/>
                <a:cs typeface="Microsoft Sans Serif"/>
              </a:rPr>
              <a:t>o</a:t>
            </a:r>
            <a:r>
              <a:rPr sz="1800" spc="-10" dirty="0">
                <a:latin typeface="Microsoft Sans Serif"/>
                <a:cs typeface="Microsoft Sans Serif"/>
              </a:rPr>
              <a:t>n</a:t>
            </a:r>
            <a:r>
              <a:rPr sz="1800" spc="-5" dirty="0">
                <a:latin typeface="Microsoft Sans Serif"/>
                <a:cs typeface="Microsoft Sans Serif"/>
              </a:rPr>
              <a:t>e</a:t>
            </a:r>
            <a:r>
              <a:rPr sz="1800" spc="-10" dirty="0">
                <a:latin typeface="Microsoft Sans Serif"/>
                <a:cs typeface="Microsoft Sans Serif"/>
              </a:rPr>
              <a:t>n</a:t>
            </a:r>
            <a:r>
              <a:rPr sz="1800" dirty="0">
                <a:latin typeface="Microsoft Sans Serif"/>
                <a:cs typeface="Microsoft Sans Serif"/>
              </a:rPr>
              <a:t>t</a:t>
            </a:r>
            <a:r>
              <a:rPr sz="1800" spc="-5" dirty="0">
                <a:latin typeface="Microsoft Sans Serif"/>
                <a:cs typeface="Microsoft Sans Serif"/>
              </a:rPr>
              <a:t>.</a:t>
            </a:r>
            <a:endParaRPr sz="1800">
              <a:latin typeface="Microsoft Sans Serif"/>
              <a:cs typeface="Microsoft Sans Serif"/>
            </a:endParaRPr>
          </a:p>
          <a:p>
            <a:pPr marL="372745" marR="74930" indent="-287020">
              <a:lnSpc>
                <a:spcPct val="150000"/>
              </a:lnSpc>
              <a:buFont typeface="Wingdings"/>
              <a:buChar char=""/>
              <a:tabLst>
                <a:tab pos="372745" algn="l"/>
              </a:tabLst>
            </a:pPr>
            <a:r>
              <a:rPr sz="1800" dirty="0">
                <a:latin typeface="Microsoft Sans Serif"/>
                <a:cs typeface="Microsoft Sans Serif"/>
              </a:rPr>
              <a:t>Th</a:t>
            </a:r>
            <a:r>
              <a:rPr sz="1800" spc="-10" dirty="0">
                <a:latin typeface="Microsoft Sans Serif"/>
                <a:cs typeface="Microsoft Sans Serif"/>
              </a:rPr>
              <a:t>e ex</a:t>
            </a:r>
            <a:r>
              <a:rPr sz="1800" spc="-25" dirty="0">
                <a:latin typeface="Microsoft Sans Serif"/>
                <a:cs typeface="Microsoft Sans Serif"/>
              </a:rPr>
              <a:t>p</a:t>
            </a:r>
            <a:r>
              <a:rPr sz="1800" spc="-15" dirty="0">
                <a:latin typeface="Microsoft Sans Serif"/>
                <a:cs typeface="Microsoft Sans Serif"/>
              </a:rPr>
              <a:t>ort key</a:t>
            </a:r>
            <a:r>
              <a:rPr sz="1800" spc="-25" dirty="0">
                <a:latin typeface="Microsoft Sans Serif"/>
                <a:cs typeface="Microsoft Sans Serif"/>
              </a:rPr>
              <a:t>w</a:t>
            </a:r>
            <a:r>
              <a:rPr sz="1800" spc="-5" dirty="0">
                <a:latin typeface="Microsoft Sans Serif"/>
                <a:cs typeface="Microsoft Sans Serif"/>
              </a:rPr>
              <a:t>or</a:t>
            </a:r>
            <a:r>
              <a:rPr sz="1800" spc="-10" dirty="0">
                <a:latin typeface="Microsoft Sans Serif"/>
                <a:cs typeface="Microsoft Sans Serif"/>
              </a:rPr>
              <a:t>d</a:t>
            </a:r>
            <a:r>
              <a:rPr sz="1800" spc="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is </a:t>
            </a:r>
            <a:r>
              <a:rPr sz="1800" spc="-15" dirty="0">
                <a:latin typeface="Microsoft Sans Serif"/>
                <a:cs typeface="Microsoft Sans Serif"/>
              </a:rPr>
              <a:t>u</a:t>
            </a:r>
            <a:r>
              <a:rPr sz="1800" dirty="0">
                <a:latin typeface="Microsoft Sans Serif"/>
                <a:cs typeface="Microsoft Sans Serif"/>
              </a:rPr>
              <a:t>se</a:t>
            </a:r>
            <a:r>
              <a:rPr sz="1800" spc="-10" dirty="0">
                <a:latin typeface="Microsoft Sans Serif"/>
                <a:cs typeface="Microsoft Sans Serif"/>
              </a:rPr>
              <a:t>d</a:t>
            </a:r>
            <a:r>
              <a:rPr sz="1800" spc="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so th</a:t>
            </a:r>
            <a:r>
              <a:rPr sz="1800" spc="-20" dirty="0">
                <a:latin typeface="Microsoft Sans Serif"/>
                <a:cs typeface="Microsoft Sans Serif"/>
              </a:rPr>
              <a:t>a</a:t>
            </a:r>
            <a:r>
              <a:rPr sz="1800" spc="-5" dirty="0">
                <a:latin typeface="Microsoft Sans Serif"/>
                <a:cs typeface="Microsoft Sans Serif"/>
              </a:rPr>
              <a:t>t </a:t>
            </a:r>
            <a:r>
              <a:rPr sz="1800" dirty="0">
                <a:latin typeface="Microsoft Sans Serif"/>
                <a:cs typeface="Microsoft Sans Serif"/>
              </a:rPr>
              <a:t>th</a:t>
            </a:r>
            <a:r>
              <a:rPr sz="1800" spc="-10" dirty="0">
                <a:latin typeface="Microsoft Sans Serif"/>
                <a:cs typeface="Microsoft Sans Serif"/>
              </a:rPr>
              <a:t>e com</a:t>
            </a:r>
            <a:r>
              <a:rPr sz="1800" spc="-20" dirty="0">
                <a:latin typeface="Microsoft Sans Serif"/>
                <a:cs typeface="Microsoft Sans Serif"/>
              </a:rPr>
              <a:t>p</a:t>
            </a:r>
            <a:r>
              <a:rPr sz="1800" spc="-5" dirty="0">
                <a:latin typeface="Microsoft Sans Serif"/>
                <a:cs typeface="Microsoft Sans Serif"/>
              </a:rPr>
              <a:t>o</a:t>
            </a:r>
            <a:r>
              <a:rPr sz="1800" spc="-10" dirty="0">
                <a:latin typeface="Microsoft Sans Serif"/>
                <a:cs typeface="Microsoft Sans Serif"/>
              </a:rPr>
              <a:t>n</a:t>
            </a:r>
            <a:r>
              <a:rPr sz="1800" spc="-5" dirty="0">
                <a:latin typeface="Microsoft Sans Serif"/>
                <a:cs typeface="Microsoft Sans Serif"/>
              </a:rPr>
              <a:t>e</a:t>
            </a:r>
            <a:r>
              <a:rPr sz="1800" spc="-10" dirty="0">
                <a:latin typeface="Microsoft Sans Serif"/>
                <a:cs typeface="Microsoft Sans Serif"/>
              </a:rPr>
              <a:t>n</a:t>
            </a:r>
            <a:r>
              <a:rPr sz="1800" spc="-5" dirty="0">
                <a:latin typeface="Microsoft Sans Serif"/>
                <a:cs typeface="Microsoft Sans Serif"/>
              </a:rPr>
              <a:t>t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ca</a:t>
            </a:r>
            <a:r>
              <a:rPr sz="1800" spc="-10" dirty="0">
                <a:latin typeface="Microsoft Sans Serif"/>
                <a:cs typeface="Microsoft Sans Serif"/>
              </a:rPr>
              <a:t>n b</a:t>
            </a:r>
            <a:r>
              <a:rPr sz="1800" spc="-25" dirty="0">
                <a:latin typeface="Microsoft Sans Serif"/>
                <a:cs typeface="Microsoft Sans Serif"/>
              </a:rPr>
              <a:t>e</a:t>
            </a:r>
            <a:r>
              <a:rPr sz="1800" spc="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us</a:t>
            </a:r>
            <a:r>
              <a:rPr sz="1800" spc="-10" dirty="0">
                <a:latin typeface="Microsoft Sans Serif"/>
                <a:cs typeface="Microsoft Sans Serif"/>
              </a:rPr>
              <a:t>e</a:t>
            </a:r>
            <a:r>
              <a:rPr sz="1800" spc="-15" dirty="0">
                <a:latin typeface="Microsoft Sans Serif"/>
                <a:cs typeface="Microsoft Sans Serif"/>
              </a:rPr>
              <a:t>d in</a:t>
            </a:r>
            <a:r>
              <a:rPr sz="180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ot</a:t>
            </a:r>
            <a:r>
              <a:rPr sz="1800" spc="-10" dirty="0">
                <a:latin typeface="Microsoft Sans Serif"/>
                <a:cs typeface="Microsoft Sans Serif"/>
              </a:rPr>
              <a:t>h</a:t>
            </a:r>
            <a:r>
              <a:rPr sz="1800" spc="-15" dirty="0">
                <a:latin typeface="Microsoft Sans Serif"/>
                <a:cs typeface="Microsoft Sans Serif"/>
              </a:rPr>
              <a:t>er </a:t>
            </a:r>
            <a:r>
              <a:rPr sz="1800" dirty="0">
                <a:latin typeface="Microsoft Sans Serif"/>
                <a:cs typeface="Microsoft Sans Serif"/>
              </a:rPr>
              <a:t>mo</a:t>
            </a:r>
            <a:r>
              <a:rPr sz="1800" spc="-10" dirty="0">
                <a:latin typeface="Microsoft Sans Serif"/>
                <a:cs typeface="Microsoft Sans Serif"/>
              </a:rPr>
              <a:t>d</a:t>
            </a:r>
            <a:r>
              <a:rPr sz="1800" spc="-5" dirty="0">
                <a:latin typeface="Microsoft Sans Serif"/>
                <a:cs typeface="Microsoft Sans Serif"/>
              </a:rPr>
              <a:t>u</a:t>
            </a:r>
            <a:r>
              <a:rPr sz="1800" spc="-10" dirty="0">
                <a:latin typeface="Microsoft Sans Serif"/>
                <a:cs typeface="Microsoft Sans Serif"/>
              </a:rPr>
              <a:t>l</a:t>
            </a:r>
            <a:r>
              <a:rPr sz="1800" spc="-15" dirty="0">
                <a:latin typeface="Microsoft Sans Serif"/>
                <a:cs typeface="Microsoft Sans Serif"/>
              </a:rPr>
              <a:t>es</a:t>
            </a:r>
            <a:r>
              <a:rPr sz="1800" dirty="0">
                <a:latin typeface="Microsoft Sans Serif"/>
                <a:cs typeface="Microsoft Sans Serif"/>
              </a:rPr>
              <a:t> i</a:t>
            </a:r>
            <a:r>
              <a:rPr sz="1800" spc="-10" dirty="0">
                <a:latin typeface="Microsoft Sans Serif"/>
                <a:cs typeface="Microsoft Sans Serif"/>
              </a:rPr>
              <a:t>n</a:t>
            </a:r>
            <a:r>
              <a:rPr sz="1800" spc="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</a:t>
            </a:r>
            <a:r>
              <a:rPr sz="1800" spc="-10" dirty="0">
                <a:latin typeface="Microsoft Sans Serif"/>
                <a:cs typeface="Microsoft Sans Serif"/>
              </a:rPr>
              <a:t>e </a:t>
            </a:r>
            <a:r>
              <a:rPr sz="1800" spc="-5" dirty="0">
                <a:latin typeface="Microsoft Sans Serif"/>
                <a:cs typeface="Microsoft Sans Serif"/>
              </a:rPr>
              <a:t>a</a:t>
            </a:r>
            <a:r>
              <a:rPr sz="1800" spc="-10" dirty="0">
                <a:latin typeface="Microsoft Sans Serif"/>
                <a:cs typeface="Microsoft Sans Serif"/>
              </a:rPr>
              <a:t>p</a:t>
            </a:r>
            <a:r>
              <a:rPr sz="1800" spc="-5" dirty="0">
                <a:latin typeface="Microsoft Sans Serif"/>
                <a:cs typeface="Microsoft Sans Serif"/>
              </a:rPr>
              <a:t>p</a:t>
            </a:r>
            <a:r>
              <a:rPr sz="1800" spc="-10" dirty="0">
                <a:latin typeface="Microsoft Sans Serif"/>
                <a:cs typeface="Microsoft Sans Serif"/>
              </a:rPr>
              <a:t>l</a:t>
            </a:r>
            <a:r>
              <a:rPr sz="1800" dirty="0">
                <a:latin typeface="Microsoft Sans Serif"/>
                <a:cs typeface="Microsoft Sans Serif"/>
              </a:rPr>
              <a:t>ic</a:t>
            </a:r>
            <a:r>
              <a:rPr sz="1800" spc="-10" dirty="0">
                <a:latin typeface="Microsoft Sans Serif"/>
                <a:cs typeface="Microsoft Sans Serif"/>
              </a:rPr>
              <a:t>a</a:t>
            </a:r>
            <a:r>
              <a:rPr sz="1800" dirty="0">
                <a:latin typeface="Microsoft Sans Serif"/>
                <a:cs typeface="Microsoft Sans Serif"/>
              </a:rPr>
              <a:t>tio</a:t>
            </a:r>
            <a:r>
              <a:rPr sz="1800" spc="-15" dirty="0">
                <a:latin typeface="Microsoft Sans Serif"/>
                <a:cs typeface="Microsoft Sans Serif"/>
              </a:rPr>
              <a:t>n</a:t>
            </a:r>
            <a:r>
              <a:rPr sz="1800" spc="-5" dirty="0">
                <a:latin typeface="Microsoft Sans Serif"/>
                <a:cs typeface="Microsoft Sans Serif"/>
              </a:rPr>
              <a:t>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832859" y="5622035"/>
            <a:ext cx="3919854" cy="922019"/>
          </a:xfrm>
          <a:custGeom>
            <a:avLst/>
            <a:gdLst/>
            <a:ahLst/>
            <a:cxnLst/>
            <a:rect l="l" t="t" r="r" b="b"/>
            <a:pathLst>
              <a:path w="3919854" h="922020">
                <a:moveTo>
                  <a:pt x="0" y="922019"/>
                </a:moveTo>
                <a:lnTo>
                  <a:pt x="3919727" y="922019"/>
                </a:lnTo>
                <a:lnTo>
                  <a:pt x="3919727" y="0"/>
                </a:lnTo>
                <a:lnTo>
                  <a:pt x="0" y="0"/>
                </a:lnTo>
                <a:lnTo>
                  <a:pt x="0" y="9220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832859" y="5622035"/>
            <a:ext cx="3919854" cy="922019"/>
          </a:xfrm>
          <a:prstGeom prst="rect">
            <a:avLst/>
          </a:prstGeom>
          <a:solidFill>
            <a:srgbClr val="FFFFFF"/>
          </a:solidFill>
          <a:ln w="12191">
            <a:solidFill>
              <a:srgbClr val="9A2C1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72745" indent="-286385">
              <a:lnSpc>
                <a:spcPct val="100000"/>
              </a:lnSpc>
              <a:buFont typeface="Wingdings"/>
              <a:buChar char=""/>
              <a:tabLst>
                <a:tab pos="373380" algn="l"/>
              </a:tabLst>
            </a:pPr>
            <a:r>
              <a:rPr sz="1800" dirty="0">
                <a:latin typeface="Microsoft Sans Serif"/>
                <a:cs typeface="Microsoft Sans Serif"/>
              </a:rPr>
              <a:t>titl</a:t>
            </a:r>
            <a:r>
              <a:rPr sz="1800" spc="-10" dirty="0">
                <a:latin typeface="Microsoft Sans Serif"/>
                <a:cs typeface="Microsoft Sans Serif"/>
              </a:rPr>
              <a:t>e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 t</a:t>
            </a:r>
            <a:r>
              <a:rPr sz="1800" spc="-10" dirty="0">
                <a:latin typeface="Microsoft Sans Serif"/>
                <a:cs typeface="Microsoft Sans Serif"/>
              </a:rPr>
              <a:t>he</a:t>
            </a:r>
            <a:r>
              <a:rPr sz="180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na</a:t>
            </a:r>
            <a:r>
              <a:rPr sz="1800" dirty="0">
                <a:latin typeface="Microsoft Sans Serif"/>
                <a:cs typeface="Microsoft Sans Serif"/>
              </a:rPr>
              <a:t>me </a:t>
            </a:r>
            <a:r>
              <a:rPr sz="1800" spc="-15" dirty="0">
                <a:latin typeface="Microsoft Sans Serif"/>
                <a:cs typeface="Microsoft Sans Serif"/>
              </a:rPr>
              <a:t>o</a:t>
            </a:r>
            <a:r>
              <a:rPr sz="1800" dirty="0">
                <a:latin typeface="Microsoft Sans Serif"/>
                <a:cs typeface="Microsoft Sans Serif"/>
              </a:rPr>
              <a:t>f </a:t>
            </a:r>
            <a:r>
              <a:rPr sz="1800" spc="5" dirty="0">
                <a:latin typeface="Microsoft Sans Serif"/>
                <a:cs typeface="Microsoft Sans Serif"/>
              </a:rPr>
              <a:t>t</a:t>
            </a:r>
            <a:r>
              <a:rPr sz="1800" spc="-10" dirty="0">
                <a:latin typeface="Microsoft Sans Serif"/>
                <a:cs typeface="Microsoft Sans Serif"/>
              </a:rPr>
              <a:t>he</a:t>
            </a:r>
            <a:r>
              <a:rPr sz="180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p</a:t>
            </a:r>
            <a:r>
              <a:rPr sz="1800" dirty="0">
                <a:latin typeface="Microsoft Sans Serif"/>
                <a:cs typeface="Microsoft Sans Serif"/>
              </a:rPr>
              <a:t>r</a:t>
            </a:r>
            <a:r>
              <a:rPr sz="1800" spc="-10" dirty="0">
                <a:latin typeface="Microsoft Sans Serif"/>
                <a:cs typeface="Microsoft Sans Serif"/>
              </a:rPr>
              <a:t>ope</a:t>
            </a:r>
            <a:r>
              <a:rPr sz="1800" dirty="0">
                <a:latin typeface="Microsoft Sans Serif"/>
                <a:cs typeface="Microsoft Sans Serif"/>
              </a:rPr>
              <a:t>rty.</a:t>
            </a:r>
            <a:endParaRPr sz="1800">
              <a:latin typeface="Microsoft Sans Serif"/>
              <a:cs typeface="Microsoft Sans Serif"/>
            </a:endParaRPr>
          </a:p>
          <a:p>
            <a:pPr marL="372745" indent="-286385">
              <a:lnSpc>
                <a:spcPct val="100000"/>
              </a:lnSpc>
              <a:buFont typeface="Wingdings"/>
              <a:buChar char=""/>
              <a:tabLst>
                <a:tab pos="373380" algn="l"/>
              </a:tabLst>
            </a:pPr>
            <a:r>
              <a:rPr sz="1800" dirty="0">
                <a:latin typeface="Microsoft Sans Serif"/>
                <a:cs typeface="Microsoft Sans Serif"/>
              </a:rPr>
              <a:t>Th</a:t>
            </a:r>
            <a:r>
              <a:rPr sz="1800" spc="-10" dirty="0">
                <a:latin typeface="Microsoft Sans Serif"/>
                <a:cs typeface="Microsoft Sans Serif"/>
              </a:rPr>
              <a:t>e</a:t>
            </a:r>
            <a:r>
              <a:rPr sz="1800" spc="-5" dirty="0">
                <a:latin typeface="Microsoft Sans Serif"/>
                <a:cs typeface="Microsoft Sans Serif"/>
              </a:rPr>
              <a:t> pr</a:t>
            </a:r>
            <a:r>
              <a:rPr sz="1800" spc="-10" dirty="0">
                <a:latin typeface="Microsoft Sans Serif"/>
                <a:cs typeface="Microsoft Sans Serif"/>
              </a:rPr>
              <a:t>o</a:t>
            </a:r>
            <a:r>
              <a:rPr sz="1800" spc="-5" dirty="0">
                <a:latin typeface="Microsoft Sans Serif"/>
                <a:cs typeface="Microsoft Sans Serif"/>
              </a:rPr>
              <a:t>p</a:t>
            </a:r>
            <a:r>
              <a:rPr sz="1800" spc="-10" dirty="0">
                <a:latin typeface="Microsoft Sans Serif"/>
                <a:cs typeface="Microsoft Sans Serif"/>
              </a:rPr>
              <a:t>erty is giv</a:t>
            </a:r>
            <a:r>
              <a:rPr sz="1800" spc="-20" dirty="0">
                <a:latin typeface="Microsoft Sans Serif"/>
                <a:cs typeface="Microsoft Sans Serif"/>
              </a:rPr>
              <a:t>e</a:t>
            </a:r>
            <a:r>
              <a:rPr sz="1800" spc="-15" dirty="0">
                <a:latin typeface="Microsoft Sans Serif"/>
                <a:cs typeface="Microsoft Sans Serif"/>
              </a:rPr>
              <a:t>n</a:t>
            </a:r>
            <a:r>
              <a:rPr sz="1800" dirty="0">
                <a:latin typeface="Microsoft Sans Serif"/>
                <a:cs typeface="Microsoft Sans Serif"/>
              </a:rPr>
              <a:t> </a:t>
            </a:r>
            <a:r>
              <a:rPr sz="1800" spc="-15" dirty="0">
                <a:latin typeface="Microsoft Sans Serif"/>
                <a:cs typeface="Microsoft Sans Serif"/>
              </a:rPr>
              <a:t>a v</a:t>
            </a:r>
            <a:r>
              <a:rPr sz="1800" spc="-20" dirty="0">
                <a:latin typeface="Microsoft Sans Serif"/>
                <a:cs typeface="Microsoft Sans Serif"/>
              </a:rPr>
              <a:t>a</a:t>
            </a:r>
            <a:r>
              <a:rPr sz="1800" dirty="0">
                <a:latin typeface="Microsoft Sans Serif"/>
                <a:cs typeface="Microsoft Sans Serif"/>
              </a:rPr>
              <a:t>l</a:t>
            </a:r>
            <a:r>
              <a:rPr sz="1800" spc="-10" dirty="0">
                <a:latin typeface="Microsoft Sans Serif"/>
                <a:cs typeface="Microsoft Sans Serif"/>
              </a:rPr>
              <a:t>u</a:t>
            </a:r>
            <a:r>
              <a:rPr sz="1800" spc="-15" dirty="0">
                <a:latin typeface="Microsoft Sans Serif"/>
                <a:cs typeface="Microsoft Sans Serif"/>
              </a:rPr>
              <a:t>e</a:t>
            </a:r>
            <a:r>
              <a:rPr sz="1800" dirty="0">
                <a:latin typeface="Microsoft Sans Serif"/>
                <a:cs typeface="Microsoft Sans Serif"/>
              </a:rPr>
              <a:t> </a:t>
            </a:r>
            <a:r>
              <a:rPr sz="1800" spc="-15" dirty="0">
                <a:latin typeface="Microsoft Sans Serif"/>
                <a:cs typeface="Microsoft Sans Serif"/>
              </a:rPr>
              <a:t>of </a:t>
            </a:r>
            <a:endParaRPr sz="1800">
              <a:latin typeface="Microsoft Sans Serif"/>
              <a:cs typeface="Microsoft Sans Serif"/>
            </a:endParaRPr>
          </a:p>
          <a:p>
            <a:pPr marL="372745">
              <a:lnSpc>
                <a:spcPct val="100000"/>
              </a:lnSpc>
            </a:pPr>
            <a:r>
              <a:rPr sz="1800" dirty="0">
                <a:latin typeface="Microsoft Sans Serif"/>
                <a:cs typeface="Microsoft Sans Serif"/>
              </a:rPr>
              <a:t>‘</a:t>
            </a:r>
            <a:r>
              <a:rPr sz="1800" spc="-10" dirty="0">
                <a:latin typeface="Microsoft Sans Serif"/>
                <a:cs typeface="Microsoft Sans Serif"/>
              </a:rPr>
              <a:t>a</a:t>
            </a:r>
            <a:r>
              <a:rPr sz="1800" dirty="0">
                <a:latin typeface="Microsoft Sans Serif"/>
                <a:cs typeface="Microsoft Sans Serif"/>
              </a:rPr>
              <a:t>p</a:t>
            </a:r>
            <a:r>
              <a:rPr sz="1800" spc="-10" dirty="0">
                <a:latin typeface="Microsoft Sans Serif"/>
                <a:cs typeface="Microsoft Sans Serif"/>
              </a:rPr>
              <a:t>p</a:t>
            </a:r>
            <a:r>
              <a:rPr sz="1800" dirty="0">
                <a:latin typeface="Microsoft Sans Serif"/>
                <a:cs typeface="Microsoft Sans Serif"/>
              </a:rPr>
              <a:t>’.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464051" y="5134105"/>
            <a:ext cx="1776730" cy="433705"/>
          </a:xfrm>
          <a:custGeom>
            <a:avLst/>
            <a:gdLst/>
            <a:ahLst/>
            <a:cxnLst/>
            <a:rect l="l" t="t" r="r" b="b"/>
            <a:pathLst>
              <a:path w="1776729" h="433704">
                <a:moveTo>
                  <a:pt x="1734363" y="359051"/>
                </a:moveTo>
                <a:lnTo>
                  <a:pt x="1701027" y="364735"/>
                </a:lnTo>
                <a:lnTo>
                  <a:pt x="1751594" y="433446"/>
                </a:lnTo>
                <a:lnTo>
                  <a:pt x="1770507" y="370831"/>
                </a:lnTo>
                <a:lnTo>
                  <a:pt x="1734433" y="370831"/>
                </a:lnTo>
                <a:lnTo>
                  <a:pt x="1734363" y="359051"/>
                </a:lnTo>
                <a:close/>
              </a:path>
              <a:path w="1776729" h="433704">
                <a:moveTo>
                  <a:pt x="1747062" y="356885"/>
                </a:moveTo>
                <a:lnTo>
                  <a:pt x="1734363" y="359051"/>
                </a:lnTo>
                <a:lnTo>
                  <a:pt x="1734433" y="370831"/>
                </a:lnTo>
                <a:lnTo>
                  <a:pt x="1747144" y="370831"/>
                </a:lnTo>
                <a:lnTo>
                  <a:pt x="1747062" y="356885"/>
                </a:lnTo>
                <a:close/>
              </a:path>
              <a:path w="1776729" h="433704">
                <a:moveTo>
                  <a:pt x="1776221" y="351912"/>
                </a:moveTo>
                <a:lnTo>
                  <a:pt x="1747062" y="356885"/>
                </a:lnTo>
                <a:lnTo>
                  <a:pt x="1747144" y="370831"/>
                </a:lnTo>
                <a:lnTo>
                  <a:pt x="1770507" y="370831"/>
                </a:lnTo>
                <a:lnTo>
                  <a:pt x="1776221" y="351912"/>
                </a:lnTo>
                <a:close/>
              </a:path>
              <a:path w="1776729" h="433704">
                <a:moveTo>
                  <a:pt x="1732269" y="6345"/>
                </a:moveTo>
                <a:lnTo>
                  <a:pt x="1734363" y="359051"/>
                </a:lnTo>
                <a:lnTo>
                  <a:pt x="1747062" y="356885"/>
                </a:lnTo>
                <a:lnTo>
                  <a:pt x="1745054" y="12691"/>
                </a:lnTo>
                <a:lnTo>
                  <a:pt x="1738640" y="12691"/>
                </a:lnTo>
                <a:lnTo>
                  <a:pt x="1732269" y="6345"/>
                </a:lnTo>
                <a:close/>
              </a:path>
              <a:path w="1776729" h="433704">
                <a:moveTo>
                  <a:pt x="1744979" y="0"/>
                </a:moveTo>
                <a:lnTo>
                  <a:pt x="0" y="0"/>
                </a:lnTo>
                <a:lnTo>
                  <a:pt x="0" y="12691"/>
                </a:lnTo>
                <a:lnTo>
                  <a:pt x="1732307" y="12691"/>
                </a:lnTo>
                <a:lnTo>
                  <a:pt x="1732269" y="6345"/>
                </a:lnTo>
                <a:lnTo>
                  <a:pt x="1745016" y="6345"/>
                </a:lnTo>
                <a:lnTo>
                  <a:pt x="1744979" y="0"/>
                </a:lnTo>
                <a:close/>
              </a:path>
              <a:path w="1776729" h="433704">
                <a:moveTo>
                  <a:pt x="1745016" y="6345"/>
                </a:moveTo>
                <a:lnTo>
                  <a:pt x="1732269" y="6345"/>
                </a:lnTo>
                <a:lnTo>
                  <a:pt x="1738640" y="12691"/>
                </a:lnTo>
                <a:lnTo>
                  <a:pt x="1745054" y="12691"/>
                </a:lnTo>
                <a:lnTo>
                  <a:pt x="1745016" y="6345"/>
                </a:lnTo>
                <a:close/>
              </a:path>
            </a:pathLst>
          </a:custGeom>
          <a:solidFill>
            <a:srgbClr val="D247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962655" y="1790700"/>
            <a:ext cx="5358130" cy="788670"/>
          </a:xfrm>
          <a:custGeom>
            <a:avLst/>
            <a:gdLst/>
            <a:ahLst/>
            <a:cxnLst/>
            <a:rect l="l" t="t" r="r" b="b"/>
            <a:pathLst>
              <a:path w="5358130" h="788669">
                <a:moveTo>
                  <a:pt x="2672455" y="775594"/>
                </a:moveTo>
                <a:lnTo>
                  <a:pt x="0" y="775594"/>
                </a:lnTo>
                <a:lnTo>
                  <a:pt x="0" y="788273"/>
                </a:lnTo>
                <a:lnTo>
                  <a:pt x="2685166" y="788273"/>
                </a:lnTo>
                <a:lnTo>
                  <a:pt x="2685166" y="781933"/>
                </a:lnTo>
                <a:lnTo>
                  <a:pt x="2672455" y="781933"/>
                </a:lnTo>
                <a:lnTo>
                  <a:pt x="2672455" y="775594"/>
                </a:lnTo>
                <a:close/>
              </a:path>
              <a:path w="5358130" h="788669">
                <a:moveTo>
                  <a:pt x="5281421" y="31760"/>
                </a:moveTo>
                <a:lnTo>
                  <a:pt x="2672455" y="31760"/>
                </a:lnTo>
                <a:lnTo>
                  <a:pt x="2672455" y="781933"/>
                </a:lnTo>
                <a:lnTo>
                  <a:pt x="2678826" y="775594"/>
                </a:lnTo>
                <a:lnTo>
                  <a:pt x="2685166" y="775594"/>
                </a:lnTo>
                <a:lnTo>
                  <a:pt x="2685166" y="44439"/>
                </a:lnTo>
                <a:lnTo>
                  <a:pt x="2678826" y="44439"/>
                </a:lnTo>
                <a:lnTo>
                  <a:pt x="2685166" y="38099"/>
                </a:lnTo>
                <a:lnTo>
                  <a:pt x="5281421" y="38099"/>
                </a:lnTo>
                <a:lnTo>
                  <a:pt x="5281421" y="31760"/>
                </a:lnTo>
                <a:close/>
              </a:path>
              <a:path w="5358130" h="788669">
                <a:moveTo>
                  <a:pt x="2685166" y="775594"/>
                </a:moveTo>
                <a:lnTo>
                  <a:pt x="2678826" y="775594"/>
                </a:lnTo>
                <a:lnTo>
                  <a:pt x="2672455" y="781933"/>
                </a:lnTo>
                <a:lnTo>
                  <a:pt x="2685166" y="781933"/>
                </a:lnTo>
                <a:lnTo>
                  <a:pt x="2685166" y="775594"/>
                </a:lnTo>
                <a:close/>
              </a:path>
              <a:path w="5358130" h="788669">
                <a:moveTo>
                  <a:pt x="5281421" y="0"/>
                </a:moveTo>
                <a:lnTo>
                  <a:pt x="5281421" y="76199"/>
                </a:lnTo>
                <a:lnTo>
                  <a:pt x="5344942" y="44439"/>
                </a:lnTo>
                <a:lnTo>
                  <a:pt x="5294132" y="44439"/>
                </a:lnTo>
                <a:lnTo>
                  <a:pt x="5294132" y="31760"/>
                </a:lnTo>
                <a:lnTo>
                  <a:pt x="5344942" y="31760"/>
                </a:lnTo>
                <a:lnTo>
                  <a:pt x="5281421" y="0"/>
                </a:lnTo>
                <a:close/>
              </a:path>
              <a:path w="5358130" h="788669">
                <a:moveTo>
                  <a:pt x="2685166" y="38099"/>
                </a:moveTo>
                <a:lnTo>
                  <a:pt x="2678826" y="44439"/>
                </a:lnTo>
                <a:lnTo>
                  <a:pt x="2685166" y="44439"/>
                </a:lnTo>
                <a:lnTo>
                  <a:pt x="2685166" y="38099"/>
                </a:lnTo>
                <a:close/>
              </a:path>
              <a:path w="5358130" h="788669">
                <a:moveTo>
                  <a:pt x="5281421" y="38099"/>
                </a:moveTo>
                <a:lnTo>
                  <a:pt x="2685166" y="38099"/>
                </a:lnTo>
                <a:lnTo>
                  <a:pt x="2685166" y="44439"/>
                </a:lnTo>
                <a:lnTo>
                  <a:pt x="5281421" y="44439"/>
                </a:lnTo>
                <a:lnTo>
                  <a:pt x="5281421" y="38099"/>
                </a:lnTo>
                <a:close/>
              </a:path>
              <a:path w="5358130" h="788669">
                <a:moveTo>
                  <a:pt x="5344942" y="31760"/>
                </a:moveTo>
                <a:lnTo>
                  <a:pt x="5294132" y="31760"/>
                </a:lnTo>
                <a:lnTo>
                  <a:pt x="5294132" y="44439"/>
                </a:lnTo>
                <a:lnTo>
                  <a:pt x="5344942" y="44439"/>
                </a:lnTo>
                <a:lnTo>
                  <a:pt x="5357621" y="38099"/>
                </a:lnTo>
                <a:lnTo>
                  <a:pt x="5344942" y="31760"/>
                </a:lnTo>
                <a:close/>
              </a:path>
            </a:pathLst>
          </a:custGeom>
          <a:solidFill>
            <a:srgbClr val="D247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340351" y="2427732"/>
            <a:ext cx="3980179" cy="514984"/>
          </a:xfrm>
          <a:custGeom>
            <a:avLst/>
            <a:gdLst/>
            <a:ahLst/>
            <a:cxnLst/>
            <a:rect l="l" t="t" r="r" b="b"/>
            <a:pathLst>
              <a:path w="3980179" h="514985">
                <a:moveTo>
                  <a:pt x="1983485" y="501914"/>
                </a:moveTo>
                <a:lnTo>
                  <a:pt x="0" y="501914"/>
                </a:lnTo>
                <a:lnTo>
                  <a:pt x="0" y="514593"/>
                </a:lnTo>
                <a:lnTo>
                  <a:pt x="1996196" y="514593"/>
                </a:lnTo>
                <a:lnTo>
                  <a:pt x="1996196" y="508253"/>
                </a:lnTo>
                <a:lnTo>
                  <a:pt x="1983485" y="508253"/>
                </a:lnTo>
                <a:lnTo>
                  <a:pt x="1983485" y="501914"/>
                </a:lnTo>
                <a:close/>
              </a:path>
              <a:path w="3980179" h="514985">
                <a:moveTo>
                  <a:pt x="3903360" y="31760"/>
                </a:moveTo>
                <a:lnTo>
                  <a:pt x="1983485" y="31760"/>
                </a:lnTo>
                <a:lnTo>
                  <a:pt x="1983485" y="508253"/>
                </a:lnTo>
                <a:lnTo>
                  <a:pt x="1989825" y="501914"/>
                </a:lnTo>
                <a:lnTo>
                  <a:pt x="1996196" y="501914"/>
                </a:lnTo>
                <a:lnTo>
                  <a:pt x="1996196" y="44439"/>
                </a:lnTo>
                <a:lnTo>
                  <a:pt x="1989825" y="44439"/>
                </a:lnTo>
                <a:lnTo>
                  <a:pt x="1996196" y="38099"/>
                </a:lnTo>
                <a:lnTo>
                  <a:pt x="3903360" y="38099"/>
                </a:lnTo>
                <a:lnTo>
                  <a:pt x="3903360" y="31760"/>
                </a:lnTo>
                <a:close/>
              </a:path>
              <a:path w="3980179" h="514985">
                <a:moveTo>
                  <a:pt x="1996196" y="501914"/>
                </a:moveTo>
                <a:lnTo>
                  <a:pt x="1989825" y="501914"/>
                </a:lnTo>
                <a:lnTo>
                  <a:pt x="1983485" y="508253"/>
                </a:lnTo>
                <a:lnTo>
                  <a:pt x="1996196" y="508253"/>
                </a:lnTo>
                <a:lnTo>
                  <a:pt x="1996196" y="501914"/>
                </a:lnTo>
                <a:close/>
              </a:path>
              <a:path w="3980179" h="514985">
                <a:moveTo>
                  <a:pt x="3903360" y="0"/>
                </a:moveTo>
                <a:lnTo>
                  <a:pt x="3903360" y="76199"/>
                </a:lnTo>
                <a:lnTo>
                  <a:pt x="3966880" y="44439"/>
                </a:lnTo>
                <a:lnTo>
                  <a:pt x="3916039" y="44439"/>
                </a:lnTo>
                <a:lnTo>
                  <a:pt x="3916039" y="31760"/>
                </a:lnTo>
                <a:lnTo>
                  <a:pt x="3966880" y="31760"/>
                </a:lnTo>
                <a:lnTo>
                  <a:pt x="3903360" y="0"/>
                </a:lnTo>
                <a:close/>
              </a:path>
              <a:path w="3980179" h="514985">
                <a:moveTo>
                  <a:pt x="1996196" y="38099"/>
                </a:moveTo>
                <a:lnTo>
                  <a:pt x="1989825" y="44439"/>
                </a:lnTo>
                <a:lnTo>
                  <a:pt x="1996196" y="44439"/>
                </a:lnTo>
                <a:lnTo>
                  <a:pt x="1996196" y="38099"/>
                </a:lnTo>
                <a:close/>
              </a:path>
              <a:path w="3980179" h="514985">
                <a:moveTo>
                  <a:pt x="3903360" y="38099"/>
                </a:moveTo>
                <a:lnTo>
                  <a:pt x="1996196" y="38099"/>
                </a:lnTo>
                <a:lnTo>
                  <a:pt x="1996196" y="44439"/>
                </a:lnTo>
                <a:lnTo>
                  <a:pt x="3903360" y="44439"/>
                </a:lnTo>
                <a:lnTo>
                  <a:pt x="3903360" y="38099"/>
                </a:lnTo>
                <a:close/>
              </a:path>
              <a:path w="3980179" h="514985">
                <a:moveTo>
                  <a:pt x="3966880" y="31760"/>
                </a:moveTo>
                <a:lnTo>
                  <a:pt x="3916039" y="31760"/>
                </a:lnTo>
                <a:lnTo>
                  <a:pt x="3916039" y="44439"/>
                </a:lnTo>
                <a:lnTo>
                  <a:pt x="3966880" y="44439"/>
                </a:lnTo>
                <a:lnTo>
                  <a:pt x="3979560" y="38099"/>
                </a:lnTo>
                <a:lnTo>
                  <a:pt x="3966880" y="31760"/>
                </a:lnTo>
                <a:close/>
              </a:path>
            </a:pathLst>
          </a:custGeom>
          <a:solidFill>
            <a:srgbClr val="D247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112763" y="3070860"/>
            <a:ext cx="2206625" cy="229235"/>
          </a:xfrm>
          <a:custGeom>
            <a:avLst/>
            <a:gdLst/>
            <a:ahLst/>
            <a:cxnLst/>
            <a:rect l="l" t="t" r="r" b="b"/>
            <a:pathLst>
              <a:path w="2206625" h="229235">
                <a:moveTo>
                  <a:pt x="1096914" y="216407"/>
                </a:moveTo>
                <a:lnTo>
                  <a:pt x="0" y="216407"/>
                </a:lnTo>
                <a:lnTo>
                  <a:pt x="0" y="229118"/>
                </a:lnTo>
                <a:lnTo>
                  <a:pt x="1109593" y="229118"/>
                </a:lnTo>
                <a:lnTo>
                  <a:pt x="1109593" y="222747"/>
                </a:lnTo>
                <a:lnTo>
                  <a:pt x="1096914" y="222747"/>
                </a:lnTo>
                <a:lnTo>
                  <a:pt x="1096914" y="216407"/>
                </a:lnTo>
                <a:close/>
              </a:path>
              <a:path w="2206625" h="229235">
                <a:moveTo>
                  <a:pt x="2130430" y="31760"/>
                </a:moveTo>
                <a:lnTo>
                  <a:pt x="1096914" y="31760"/>
                </a:lnTo>
                <a:lnTo>
                  <a:pt x="1096914" y="222747"/>
                </a:lnTo>
                <a:lnTo>
                  <a:pt x="1103254" y="216407"/>
                </a:lnTo>
                <a:lnTo>
                  <a:pt x="1109593" y="216407"/>
                </a:lnTo>
                <a:lnTo>
                  <a:pt x="1109593" y="44439"/>
                </a:lnTo>
                <a:lnTo>
                  <a:pt x="1103254" y="44439"/>
                </a:lnTo>
                <a:lnTo>
                  <a:pt x="1109593" y="38099"/>
                </a:lnTo>
                <a:lnTo>
                  <a:pt x="2130430" y="38099"/>
                </a:lnTo>
                <a:lnTo>
                  <a:pt x="2130430" y="31760"/>
                </a:lnTo>
                <a:close/>
              </a:path>
              <a:path w="2206625" h="229235">
                <a:moveTo>
                  <a:pt x="1109593" y="216407"/>
                </a:moveTo>
                <a:lnTo>
                  <a:pt x="1103254" y="216407"/>
                </a:lnTo>
                <a:lnTo>
                  <a:pt x="1096914" y="222747"/>
                </a:lnTo>
                <a:lnTo>
                  <a:pt x="1109593" y="222747"/>
                </a:lnTo>
                <a:lnTo>
                  <a:pt x="1109593" y="216407"/>
                </a:lnTo>
                <a:close/>
              </a:path>
              <a:path w="2206625" h="229235">
                <a:moveTo>
                  <a:pt x="2130430" y="0"/>
                </a:moveTo>
                <a:lnTo>
                  <a:pt x="2130430" y="76199"/>
                </a:lnTo>
                <a:lnTo>
                  <a:pt x="2193950" y="44439"/>
                </a:lnTo>
                <a:lnTo>
                  <a:pt x="2143140" y="44439"/>
                </a:lnTo>
                <a:lnTo>
                  <a:pt x="2143140" y="31760"/>
                </a:lnTo>
                <a:lnTo>
                  <a:pt x="2193950" y="31760"/>
                </a:lnTo>
                <a:lnTo>
                  <a:pt x="2130430" y="0"/>
                </a:lnTo>
                <a:close/>
              </a:path>
              <a:path w="2206625" h="229235">
                <a:moveTo>
                  <a:pt x="1109593" y="38099"/>
                </a:moveTo>
                <a:lnTo>
                  <a:pt x="1103254" y="44439"/>
                </a:lnTo>
                <a:lnTo>
                  <a:pt x="1109593" y="44439"/>
                </a:lnTo>
                <a:lnTo>
                  <a:pt x="1109593" y="38099"/>
                </a:lnTo>
                <a:close/>
              </a:path>
              <a:path w="2206625" h="229235">
                <a:moveTo>
                  <a:pt x="2130430" y="38099"/>
                </a:moveTo>
                <a:lnTo>
                  <a:pt x="1109593" y="38099"/>
                </a:lnTo>
                <a:lnTo>
                  <a:pt x="1109593" y="44439"/>
                </a:lnTo>
                <a:lnTo>
                  <a:pt x="2130430" y="44439"/>
                </a:lnTo>
                <a:lnTo>
                  <a:pt x="2130430" y="38099"/>
                </a:lnTo>
                <a:close/>
              </a:path>
              <a:path w="2206625" h="229235">
                <a:moveTo>
                  <a:pt x="2193950" y="31760"/>
                </a:moveTo>
                <a:lnTo>
                  <a:pt x="2143140" y="31760"/>
                </a:lnTo>
                <a:lnTo>
                  <a:pt x="2143140" y="44439"/>
                </a:lnTo>
                <a:lnTo>
                  <a:pt x="2193950" y="44439"/>
                </a:lnTo>
                <a:lnTo>
                  <a:pt x="2206630" y="38099"/>
                </a:lnTo>
                <a:lnTo>
                  <a:pt x="2193950" y="31760"/>
                </a:lnTo>
                <a:close/>
              </a:path>
            </a:pathLst>
          </a:custGeom>
          <a:solidFill>
            <a:srgbClr val="D247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787895" y="864108"/>
            <a:ext cx="1249680" cy="778510"/>
          </a:xfrm>
          <a:custGeom>
            <a:avLst/>
            <a:gdLst/>
            <a:ahLst/>
            <a:cxnLst/>
            <a:rect l="l" t="t" r="r" b="b"/>
            <a:pathLst>
              <a:path w="1249679" h="778510">
                <a:moveTo>
                  <a:pt x="618225" y="765809"/>
                </a:moveTo>
                <a:lnTo>
                  <a:pt x="0" y="765809"/>
                </a:lnTo>
                <a:lnTo>
                  <a:pt x="0" y="778520"/>
                </a:lnTo>
                <a:lnTo>
                  <a:pt x="630935" y="778520"/>
                </a:lnTo>
                <a:lnTo>
                  <a:pt x="630935" y="772149"/>
                </a:lnTo>
                <a:lnTo>
                  <a:pt x="618225" y="772149"/>
                </a:lnTo>
                <a:lnTo>
                  <a:pt x="618225" y="765809"/>
                </a:lnTo>
                <a:close/>
              </a:path>
              <a:path w="1249679" h="778510">
                <a:moveTo>
                  <a:pt x="1173114" y="31760"/>
                </a:moveTo>
                <a:lnTo>
                  <a:pt x="618225" y="31760"/>
                </a:lnTo>
                <a:lnTo>
                  <a:pt x="618225" y="772149"/>
                </a:lnTo>
                <a:lnTo>
                  <a:pt x="624596" y="765809"/>
                </a:lnTo>
                <a:lnTo>
                  <a:pt x="630935" y="765809"/>
                </a:lnTo>
                <a:lnTo>
                  <a:pt x="630935" y="44439"/>
                </a:lnTo>
                <a:lnTo>
                  <a:pt x="624596" y="44439"/>
                </a:lnTo>
                <a:lnTo>
                  <a:pt x="630935" y="38099"/>
                </a:lnTo>
                <a:lnTo>
                  <a:pt x="1173114" y="38099"/>
                </a:lnTo>
                <a:lnTo>
                  <a:pt x="1173114" y="31760"/>
                </a:lnTo>
                <a:close/>
              </a:path>
              <a:path w="1249679" h="778510">
                <a:moveTo>
                  <a:pt x="630935" y="765809"/>
                </a:moveTo>
                <a:lnTo>
                  <a:pt x="624596" y="765809"/>
                </a:lnTo>
                <a:lnTo>
                  <a:pt x="618225" y="772149"/>
                </a:lnTo>
                <a:lnTo>
                  <a:pt x="630935" y="772149"/>
                </a:lnTo>
                <a:lnTo>
                  <a:pt x="630935" y="765809"/>
                </a:lnTo>
                <a:close/>
              </a:path>
              <a:path w="1249679" h="778510">
                <a:moveTo>
                  <a:pt x="1173114" y="0"/>
                </a:moveTo>
                <a:lnTo>
                  <a:pt x="1173114" y="76199"/>
                </a:lnTo>
                <a:lnTo>
                  <a:pt x="1236634" y="44439"/>
                </a:lnTo>
                <a:lnTo>
                  <a:pt x="1185793" y="44439"/>
                </a:lnTo>
                <a:lnTo>
                  <a:pt x="1185793" y="31760"/>
                </a:lnTo>
                <a:lnTo>
                  <a:pt x="1236634" y="31760"/>
                </a:lnTo>
                <a:lnTo>
                  <a:pt x="1173114" y="0"/>
                </a:lnTo>
                <a:close/>
              </a:path>
              <a:path w="1249679" h="778510">
                <a:moveTo>
                  <a:pt x="630935" y="38099"/>
                </a:moveTo>
                <a:lnTo>
                  <a:pt x="624596" y="44439"/>
                </a:lnTo>
                <a:lnTo>
                  <a:pt x="630935" y="44439"/>
                </a:lnTo>
                <a:lnTo>
                  <a:pt x="630935" y="38099"/>
                </a:lnTo>
                <a:close/>
              </a:path>
              <a:path w="1249679" h="778510">
                <a:moveTo>
                  <a:pt x="1173114" y="38099"/>
                </a:moveTo>
                <a:lnTo>
                  <a:pt x="630935" y="38099"/>
                </a:lnTo>
                <a:lnTo>
                  <a:pt x="630935" y="44439"/>
                </a:lnTo>
                <a:lnTo>
                  <a:pt x="1173114" y="44439"/>
                </a:lnTo>
                <a:lnTo>
                  <a:pt x="1173114" y="38099"/>
                </a:lnTo>
                <a:close/>
              </a:path>
              <a:path w="1249679" h="778510">
                <a:moveTo>
                  <a:pt x="1236634" y="31760"/>
                </a:moveTo>
                <a:lnTo>
                  <a:pt x="1185793" y="31760"/>
                </a:lnTo>
                <a:lnTo>
                  <a:pt x="1185793" y="44439"/>
                </a:lnTo>
                <a:lnTo>
                  <a:pt x="1236634" y="44439"/>
                </a:lnTo>
                <a:lnTo>
                  <a:pt x="1249314" y="38099"/>
                </a:lnTo>
                <a:lnTo>
                  <a:pt x="1236634" y="31760"/>
                </a:lnTo>
                <a:close/>
              </a:path>
            </a:pathLst>
          </a:custGeom>
          <a:solidFill>
            <a:srgbClr val="D247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036052" y="705612"/>
            <a:ext cx="4026535" cy="923925"/>
          </a:xfrm>
          <a:prstGeom prst="rect">
            <a:avLst/>
          </a:prstGeom>
          <a:ln w="12191">
            <a:solidFill>
              <a:srgbClr val="9A2C1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6360" marR="280035">
              <a:lnSpc>
                <a:spcPct val="100000"/>
              </a:lnSpc>
            </a:pPr>
            <a:r>
              <a:rPr sz="1800" spc="-10" dirty="0">
                <a:latin typeface="Microsoft Sans Serif"/>
                <a:cs typeface="Microsoft Sans Serif"/>
              </a:rPr>
              <a:t>We ar</a:t>
            </a:r>
            <a:r>
              <a:rPr sz="1800" spc="-20" dirty="0">
                <a:latin typeface="Microsoft Sans Serif"/>
                <a:cs typeface="Microsoft Sans Serif"/>
              </a:rPr>
              <a:t>e</a:t>
            </a:r>
            <a:r>
              <a:rPr sz="1800" spc="-10" dirty="0">
                <a:latin typeface="Microsoft Sans Serif"/>
                <a:cs typeface="Microsoft Sans Serif"/>
              </a:rPr>
              <a:t> us</a:t>
            </a:r>
            <a:r>
              <a:rPr sz="1800" spc="-15" dirty="0">
                <a:latin typeface="Microsoft Sans Serif"/>
                <a:cs typeface="Microsoft Sans Serif"/>
              </a:rPr>
              <a:t>i</a:t>
            </a:r>
            <a:r>
              <a:rPr sz="1800" spc="-5" dirty="0">
                <a:latin typeface="Microsoft Sans Serif"/>
                <a:cs typeface="Microsoft Sans Serif"/>
              </a:rPr>
              <a:t>n</a:t>
            </a:r>
            <a:r>
              <a:rPr sz="1800" spc="-10" dirty="0">
                <a:latin typeface="Microsoft Sans Serif"/>
                <a:cs typeface="Microsoft Sans Serif"/>
              </a:rPr>
              <a:t>g</a:t>
            </a:r>
            <a:r>
              <a:rPr sz="1800" spc="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</a:t>
            </a:r>
            <a:r>
              <a:rPr sz="1800" spc="-10" dirty="0">
                <a:latin typeface="Microsoft Sans Serif"/>
                <a:cs typeface="Microsoft Sans Serif"/>
              </a:rPr>
              <a:t>e im</a:t>
            </a:r>
            <a:r>
              <a:rPr sz="1800" spc="-20" dirty="0">
                <a:latin typeface="Microsoft Sans Serif"/>
                <a:cs typeface="Microsoft Sans Serif"/>
              </a:rPr>
              <a:t>p</a:t>
            </a:r>
            <a:r>
              <a:rPr sz="1800" spc="-15" dirty="0">
                <a:latin typeface="Microsoft Sans Serif"/>
                <a:cs typeface="Microsoft Sans Serif"/>
              </a:rPr>
              <a:t>ort key</a:t>
            </a:r>
            <a:r>
              <a:rPr sz="1800" spc="-25" dirty="0">
                <a:latin typeface="Microsoft Sans Serif"/>
                <a:cs typeface="Microsoft Sans Serif"/>
              </a:rPr>
              <a:t>w</a:t>
            </a:r>
            <a:r>
              <a:rPr sz="1800" spc="-5" dirty="0">
                <a:latin typeface="Microsoft Sans Serif"/>
                <a:cs typeface="Microsoft Sans Serif"/>
              </a:rPr>
              <a:t>or</a:t>
            </a:r>
            <a:r>
              <a:rPr sz="1800" spc="-10" dirty="0">
                <a:latin typeface="Microsoft Sans Serif"/>
                <a:cs typeface="Microsoft Sans Serif"/>
              </a:rPr>
              <a:t>d</a:t>
            </a:r>
            <a:r>
              <a:rPr sz="1800" spc="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to </a:t>
            </a:r>
            <a:r>
              <a:rPr sz="1800" dirty="0">
                <a:latin typeface="Microsoft Sans Serif"/>
                <a:cs typeface="Microsoft Sans Serif"/>
              </a:rPr>
              <a:t>im</a:t>
            </a:r>
            <a:r>
              <a:rPr sz="1800" spc="-10" dirty="0">
                <a:latin typeface="Microsoft Sans Serif"/>
                <a:cs typeface="Microsoft Sans Serif"/>
              </a:rPr>
              <a:t>p</a:t>
            </a:r>
            <a:r>
              <a:rPr sz="1800" spc="-15" dirty="0">
                <a:latin typeface="Microsoft Sans Serif"/>
                <a:cs typeface="Microsoft Sans Serif"/>
              </a:rPr>
              <a:t>ort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</a:t>
            </a:r>
            <a:r>
              <a:rPr sz="1800" spc="-10" dirty="0">
                <a:latin typeface="Microsoft Sans Serif"/>
                <a:cs typeface="Microsoft Sans Serif"/>
              </a:rPr>
              <a:t>e</a:t>
            </a:r>
            <a:r>
              <a:rPr sz="1800" dirty="0">
                <a:latin typeface="Microsoft Sans Serif"/>
                <a:cs typeface="Microsoft Sans Serif"/>
              </a:rPr>
              <a:t> ‘</a:t>
            </a:r>
            <a:r>
              <a:rPr sz="1800" spc="-10" dirty="0">
                <a:latin typeface="Microsoft Sans Serif"/>
                <a:cs typeface="Microsoft Sans Serif"/>
              </a:rPr>
              <a:t>C</a:t>
            </a:r>
            <a:r>
              <a:rPr sz="1800" dirty="0">
                <a:latin typeface="Microsoft Sans Serif"/>
                <a:cs typeface="Microsoft Sans Serif"/>
              </a:rPr>
              <a:t>om</a:t>
            </a:r>
            <a:r>
              <a:rPr sz="1800" spc="-10" dirty="0">
                <a:latin typeface="Microsoft Sans Serif"/>
                <a:cs typeface="Microsoft Sans Serif"/>
              </a:rPr>
              <a:t>p</a:t>
            </a:r>
            <a:r>
              <a:rPr sz="1800" dirty="0">
                <a:latin typeface="Microsoft Sans Serif"/>
                <a:cs typeface="Microsoft Sans Serif"/>
              </a:rPr>
              <a:t>o</a:t>
            </a:r>
            <a:r>
              <a:rPr sz="1800" spc="-10" dirty="0">
                <a:latin typeface="Microsoft Sans Serif"/>
                <a:cs typeface="Microsoft Sans Serif"/>
              </a:rPr>
              <a:t>n</a:t>
            </a:r>
            <a:r>
              <a:rPr sz="1800" dirty="0">
                <a:latin typeface="Microsoft Sans Serif"/>
                <a:cs typeface="Microsoft Sans Serif"/>
              </a:rPr>
              <a:t>e</a:t>
            </a:r>
            <a:r>
              <a:rPr sz="1800" spc="-10" dirty="0">
                <a:latin typeface="Microsoft Sans Serif"/>
                <a:cs typeface="Microsoft Sans Serif"/>
              </a:rPr>
              <a:t>n</a:t>
            </a:r>
            <a:r>
              <a:rPr sz="1800" dirty="0">
                <a:latin typeface="Microsoft Sans Serif"/>
                <a:cs typeface="Microsoft Sans Serif"/>
              </a:rPr>
              <a:t>t’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d</a:t>
            </a:r>
            <a:r>
              <a:rPr sz="1800" spc="-10" dirty="0">
                <a:latin typeface="Microsoft Sans Serif"/>
                <a:cs typeface="Microsoft Sans Serif"/>
              </a:rPr>
              <a:t>e</a:t>
            </a:r>
            <a:r>
              <a:rPr sz="1800" dirty="0">
                <a:latin typeface="Microsoft Sans Serif"/>
                <a:cs typeface="Microsoft Sans Serif"/>
              </a:rPr>
              <a:t>cor</a:t>
            </a:r>
            <a:r>
              <a:rPr sz="1800" spc="-10" dirty="0">
                <a:latin typeface="Microsoft Sans Serif"/>
                <a:cs typeface="Microsoft Sans Serif"/>
              </a:rPr>
              <a:t>ator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from </a:t>
            </a:r>
            <a:r>
              <a:rPr sz="1800" dirty="0">
                <a:latin typeface="Microsoft Sans Serif"/>
                <a:cs typeface="Microsoft Sans Serif"/>
              </a:rPr>
              <a:t>th</a:t>
            </a:r>
            <a:r>
              <a:rPr sz="1800" spc="-10" dirty="0">
                <a:latin typeface="Microsoft Sans Serif"/>
                <a:cs typeface="Microsoft Sans Serif"/>
              </a:rPr>
              <a:t>e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a</a:t>
            </a:r>
            <a:r>
              <a:rPr sz="1800" spc="-10" dirty="0">
                <a:latin typeface="Microsoft Sans Serif"/>
                <a:cs typeface="Microsoft Sans Serif"/>
              </a:rPr>
              <a:t>n</a:t>
            </a:r>
            <a:r>
              <a:rPr sz="1800" spc="-5" dirty="0">
                <a:latin typeface="Microsoft Sans Serif"/>
                <a:cs typeface="Microsoft Sans Serif"/>
              </a:rPr>
              <a:t>g</a:t>
            </a:r>
            <a:r>
              <a:rPr sz="1800" spc="-10" dirty="0">
                <a:latin typeface="Microsoft Sans Serif"/>
                <a:cs typeface="Microsoft Sans Serif"/>
              </a:rPr>
              <a:t>u</a:t>
            </a:r>
            <a:r>
              <a:rPr sz="1800" dirty="0">
                <a:latin typeface="Microsoft Sans Serif"/>
                <a:cs typeface="Microsoft Sans Serif"/>
              </a:rPr>
              <a:t>l</a:t>
            </a:r>
            <a:r>
              <a:rPr sz="1800" spc="-10" dirty="0">
                <a:latin typeface="Microsoft Sans Serif"/>
                <a:cs typeface="Microsoft Sans Serif"/>
              </a:rPr>
              <a:t>ar/core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mo</a:t>
            </a:r>
            <a:r>
              <a:rPr sz="1800" spc="-10" dirty="0">
                <a:latin typeface="Microsoft Sans Serif"/>
                <a:cs typeface="Microsoft Sans Serif"/>
              </a:rPr>
              <a:t>d</a:t>
            </a:r>
            <a:r>
              <a:rPr sz="1800" spc="-5" dirty="0">
                <a:latin typeface="Microsoft Sans Serif"/>
                <a:cs typeface="Microsoft Sans Serif"/>
              </a:rPr>
              <a:t>u</a:t>
            </a:r>
            <a:r>
              <a:rPr sz="1800" spc="-10" dirty="0">
                <a:latin typeface="Microsoft Sans Serif"/>
                <a:cs typeface="Microsoft Sans Serif"/>
              </a:rPr>
              <a:t>l</a:t>
            </a:r>
            <a:r>
              <a:rPr sz="1800" spc="-15" dirty="0">
                <a:latin typeface="Microsoft Sans Serif"/>
                <a:cs typeface="Microsoft Sans Serif"/>
              </a:rPr>
              <a:t>e.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45947"/>
            <a:ext cx="5145023" cy="11216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35" dirty="0">
                <a:solidFill>
                  <a:srgbClr val="696363"/>
                </a:solidFill>
              </a:rPr>
              <a:t>C</a:t>
            </a:r>
            <a:r>
              <a:rPr sz="4000" dirty="0">
                <a:solidFill>
                  <a:srgbClr val="696363"/>
                </a:solidFill>
              </a:rPr>
              <a:t>r</a:t>
            </a:r>
            <a:r>
              <a:rPr sz="4000" spc="-30" dirty="0">
                <a:solidFill>
                  <a:srgbClr val="696363"/>
                </a:solidFill>
              </a:rPr>
              <a:t>e</a:t>
            </a:r>
            <a:r>
              <a:rPr sz="4000" spc="-10" dirty="0">
                <a:solidFill>
                  <a:srgbClr val="696363"/>
                </a:solidFill>
              </a:rPr>
              <a:t>a</a:t>
            </a:r>
            <a:r>
              <a:rPr sz="4000" spc="-5" dirty="0">
                <a:solidFill>
                  <a:srgbClr val="696363"/>
                </a:solidFill>
              </a:rPr>
              <a:t>t</a:t>
            </a:r>
            <a:r>
              <a:rPr sz="4000" spc="-25" dirty="0">
                <a:solidFill>
                  <a:srgbClr val="696363"/>
                </a:solidFill>
              </a:rPr>
              <a:t>ing</a:t>
            </a:r>
            <a:r>
              <a:rPr sz="4000" spc="-50" dirty="0">
                <a:solidFill>
                  <a:srgbClr val="696363"/>
                </a:solidFill>
              </a:rPr>
              <a:t> </a:t>
            </a:r>
            <a:r>
              <a:rPr sz="4000" spc="-35" dirty="0">
                <a:solidFill>
                  <a:srgbClr val="696363"/>
                </a:solidFill>
              </a:rPr>
              <a:t>C</a:t>
            </a:r>
            <a:r>
              <a:rPr sz="4000" spc="-15" dirty="0">
                <a:solidFill>
                  <a:srgbClr val="696363"/>
                </a:solidFill>
              </a:rPr>
              <a:t>o</a:t>
            </a:r>
            <a:r>
              <a:rPr sz="4000" spc="-35" dirty="0">
                <a:solidFill>
                  <a:srgbClr val="696363"/>
                </a:solidFill>
              </a:rPr>
              <a:t>m</a:t>
            </a:r>
            <a:r>
              <a:rPr sz="4000" spc="-15" dirty="0">
                <a:solidFill>
                  <a:srgbClr val="696363"/>
                </a:solidFill>
              </a:rPr>
              <a:t>p</a:t>
            </a:r>
            <a:r>
              <a:rPr sz="4000" spc="-30" dirty="0">
                <a:solidFill>
                  <a:srgbClr val="696363"/>
                </a:solidFill>
              </a:rPr>
              <a:t>o</a:t>
            </a:r>
            <a:r>
              <a:rPr sz="4000" spc="-10" dirty="0">
                <a:solidFill>
                  <a:srgbClr val="696363"/>
                </a:solidFill>
              </a:rPr>
              <a:t>n</a:t>
            </a:r>
            <a:r>
              <a:rPr sz="4000" spc="-25" dirty="0">
                <a:solidFill>
                  <a:srgbClr val="696363"/>
                </a:solidFill>
              </a:rPr>
              <a:t>ent</a:t>
            </a:r>
            <a:endParaRPr sz="4000"/>
          </a:p>
        </p:txBody>
      </p:sp>
      <p:sp>
        <p:nvSpPr>
          <p:cNvPr id="4" name="object 4"/>
          <p:cNvSpPr/>
          <p:nvPr/>
        </p:nvSpPr>
        <p:spPr>
          <a:xfrm>
            <a:off x="146303" y="1255776"/>
            <a:ext cx="8966200" cy="462280"/>
          </a:xfrm>
          <a:custGeom>
            <a:avLst/>
            <a:gdLst/>
            <a:ahLst/>
            <a:cxnLst/>
            <a:rect l="l" t="t" r="r" b="b"/>
            <a:pathLst>
              <a:path w="8966200" h="462280">
                <a:moveTo>
                  <a:pt x="0" y="461771"/>
                </a:moveTo>
                <a:lnTo>
                  <a:pt x="8965691" y="461771"/>
                </a:lnTo>
                <a:lnTo>
                  <a:pt x="8965691" y="0"/>
                </a:lnTo>
                <a:lnTo>
                  <a:pt x="0" y="0"/>
                </a:lnTo>
                <a:lnTo>
                  <a:pt x="0" y="4617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6303" y="1255776"/>
            <a:ext cx="8966200" cy="462280"/>
          </a:xfrm>
          <a:custGeom>
            <a:avLst/>
            <a:gdLst/>
            <a:ahLst/>
            <a:cxnLst/>
            <a:rect l="l" t="t" r="r" b="b"/>
            <a:pathLst>
              <a:path w="8966200" h="462280">
                <a:moveTo>
                  <a:pt x="0" y="461771"/>
                </a:moveTo>
                <a:lnTo>
                  <a:pt x="8965691" y="461771"/>
                </a:lnTo>
                <a:lnTo>
                  <a:pt x="8965691" y="0"/>
                </a:lnTo>
                <a:lnTo>
                  <a:pt x="0" y="0"/>
                </a:lnTo>
                <a:lnTo>
                  <a:pt x="0" y="461771"/>
                </a:lnTo>
                <a:close/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75792" y="1337211"/>
            <a:ext cx="7578090" cy="332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6FC0"/>
              </a:buClr>
              <a:buFont typeface="Wingdings"/>
              <a:buChar char=""/>
              <a:tabLst>
                <a:tab pos="356235" algn="l"/>
              </a:tabLst>
            </a:pPr>
            <a:r>
              <a:rPr sz="24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2400" spc="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gene</a:t>
            </a:r>
            <a:r>
              <a:rPr sz="24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4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4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man</a:t>
            </a:r>
            <a:r>
              <a:rPr sz="24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4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4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 u</a:t>
            </a:r>
            <a:r>
              <a:rPr sz="24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ed</a:t>
            </a:r>
            <a:r>
              <a:rPr sz="24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f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or</a:t>
            </a:r>
            <a:r>
              <a:rPr sz="24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4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ate</a:t>
            </a:r>
            <a:r>
              <a:rPr sz="24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4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p</a:t>
            </a:r>
            <a:r>
              <a:rPr sz="24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onent. 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8005" y="2134362"/>
            <a:ext cx="6527800" cy="1940560"/>
          </a:xfrm>
          <a:custGeom>
            <a:avLst/>
            <a:gdLst/>
            <a:ahLst/>
            <a:cxnLst/>
            <a:rect l="l" t="t" r="r" b="b"/>
            <a:pathLst>
              <a:path w="6527800" h="1940560">
                <a:moveTo>
                  <a:pt x="0" y="1940051"/>
                </a:moveTo>
                <a:lnTo>
                  <a:pt x="6527291" y="1940051"/>
                </a:lnTo>
                <a:lnTo>
                  <a:pt x="6527291" y="0"/>
                </a:lnTo>
                <a:lnTo>
                  <a:pt x="0" y="0"/>
                </a:lnTo>
                <a:lnTo>
                  <a:pt x="0" y="1940051"/>
                </a:lnTo>
                <a:close/>
              </a:path>
            </a:pathLst>
          </a:custGeom>
          <a:solidFill>
            <a:srgbClr val="9A2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829816" y="2468268"/>
            <a:ext cx="10414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S</a:t>
            </a: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yn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tax 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842259" y="2768224"/>
            <a:ext cx="935990" cy="0"/>
          </a:xfrm>
          <a:custGeom>
            <a:avLst/>
            <a:gdLst/>
            <a:ahLst/>
            <a:cxnLst/>
            <a:rect l="l" t="t" r="r" b="b"/>
            <a:pathLst>
              <a:path w="935989">
                <a:moveTo>
                  <a:pt x="0" y="0"/>
                </a:moveTo>
                <a:lnTo>
                  <a:pt x="935735" y="0"/>
                </a:lnTo>
              </a:path>
            </a:pathLst>
          </a:custGeom>
          <a:ln w="1650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25984" y="2948328"/>
            <a:ext cx="6125210" cy="1062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n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g</a:t>
            </a:r>
            <a:r>
              <a:rPr sz="24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gene</a:t>
            </a:r>
            <a:r>
              <a:rPr sz="24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r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at</a:t>
            </a: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e</a:t>
            </a:r>
            <a:r>
              <a:rPr sz="24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co</a:t>
            </a:r>
            <a:r>
              <a:rPr sz="24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m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p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o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n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nt</a:t>
            </a:r>
            <a:r>
              <a:rPr sz="2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25" dirty="0">
                <a:solidFill>
                  <a:srgbClr val="FFFFFF"/>
                </a:solidFill>
                <a:latin typeface="Microsoft Sans Serif"/>
                <a:cs typeface="Microsoft Sans Serif"/>
              </a:rPr>
              <a:t>&lt;</a:t>
            </a: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c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om</a:t>
            </a: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p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o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n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ent_na</a:t>
            </a: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me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&gt;</a:t>
            </a:r>
            <a:endParaRPr sz="2400">
              <a:latin typeface="Microsoft Sans Serif"/>
              <a:cs typeface="Microsoft Sans Serif"/>
            </a:endParaRPr>
          </a:p>
          <a:p>
            <a:pPr marL="243204" algn="ctr">
              <a:lnSpc>
                <a:spcPct val="100000"/>
              </a:lnSpc>
            </a:pP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or</a:t>
            </a:r>
            <a:endParaRPr sz="2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n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g</a:t>
            </a:r>
            <a:r>
              <a:rPr sz="24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g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c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0" dirty="0">
                <a:solidFill>
                  <a:srgbClr val="FFFFFF"/>
                </a:solidFill>
                <a:latin typeface="Microsoft Sans Serif"/>
                <a:cs typeface="Microsoft Sans Serif"/>
              </a:rPr>
              <a:t>&lt;</a:t>
            </a: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c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omp</a:t>
            </a: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o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n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nt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_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nam</a:t>
            </a:r>
            <a:r>
              <a:rPr sz="24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e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&gt;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778752" y="2147316"/>
            <a:ext cx="5187950" cy="1754505"/>
          </a:xfrm>
          <a:custGeom>
            <a:avLst/>
            <a:gdLst/>
            <a:ahLst/>
            <a:cxnLst/>
            <a:rect l="l" t="t" r="r" b="b"/>
            <a:pathLst>
              <a:path w="5187950" h="1754504">
                <a:moveTo>
                  <a:pt x="0" y="1754123"/>
                </a:moveTo>
                <a:lnTo>
                  <a:pt x="5187695" y="1754123"/>
                </a:lnTo>
                <a:lnTo>
                  <a:pt x="5187695" y="0"/>
                </a:lnTo>
                <a:lnTo>
                  <a:pt x="0" y="0"/>
                </a:lnTo>
                <a:lnTo>
                  <a:pt x="0" y="1754123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778752" y="2147316"/>
            <a:ext cx="5187950" cy="1754505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0" rIns="0" bIns="0" rtlCol="0">
            <a:spAutoFit/>
          </a:bodyPr>
          <a:lstStyle/>
          <a:p>
            <a:pPr marL="92710" marR="403860" indent="1905000">
              <a:lnSpc>
                <a:spcPct val="150000"/>
              </a:lnSpc>
            </a:pPr>
            <a:r>
              <a:rPr sz="2400" u="heavy" dirty="0">
                <a:solidFill>
                  <a:srgbClr val="FFFFFF"/>
                </a:solidFill>
                <a:latin typeface="Microsoft Sans Serif"/>
                <a:cs typeface="Microsoft Sans Serif"/>
              </a:rPr>
              <a:t>E</a:t>
            </a:r>
            <a:r>
              <a:rPr sz="2400" u="heavy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x</a:t>
            </a:r>
            <a:r>
              <a:rPr sz="2400" u="heavy" dirty="0">
                <a:solidFill>
                  <a:srgbClr val="FFFFFF"/>
                </a:solidFill>
                <a:latin typeface="Microsoft Sans Serif"/>
                <a:cs typeface="Microsoft Sans Serif"/>
              </a:rPr>
              <a:t>am</a:t>
            </a:r>
            <a:r>
              <a:rPr sz="2400" u="heavy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p</a:t>
            </a:r>
            <a:r>
              <a:rPr sz="2400" u="heavy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l</a:t>
            </a:r>
            <a:r>
              <a:rPr sz="2400" u="heavy" dirty="0">
                <a:solidFill>
                  <a:srgbClr val="FFFFFF"/>
                </a:solidFill>
                <a:latin typeface="Microsoft Sans Serif"/>
                <a:cs typeface="Microsoft Sans Serif"/>
              </a:rPr>
              <a:t>e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F:/Angu</a:t>
            </a:r>
            <a:r>
              <a:rPr sz="2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l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ar4/</a:t>
            </a: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M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yF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i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rs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tD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moApp&gt;</a:t>
            </a:r>
            <a:r>
              <a:rPr sz="2400" spc="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  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n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g</a:t>
            </a:r>
            <a:r>
              <a:rPr sz="24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g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c se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r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ver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192779" y="4869179"/>
            <a:ext cx="7173468" cy="14843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45947"/>
            <a:ext cx="5090161" cy="11216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35" dirty="0">
                <a:solidFill>
                  <a:srgbClr val="696363"/>
                </a:solidFill>
              </a:rPr>
              <a:t>C</a:t>
            </a:r>
            <a:r>
              <a:rPr sz="4000" spc="-15" dirty="0">
                <a:solidFill>
                  <a:srgbClr val="696363"/>
                </a:solidFill>
              </a:rPr>
              <a:t>o</a:t>
            </a:r>
            <a:r>
              <a:rPr sz="4000" spc="-35" dirty="0">
                <a:solidFill>
                  <a:srgbClr val="696363"/>
                </a:solidFill>
              </a:rPr>
              <a:t>m</a:t>
            </a:r>
            <a:r>
              <a:rPr sz="4000" spc="-15" dirty="0">
                <a:solidFill>
                  <a:srgbClr val="696363"/>
                </a:solidFill>
              </a:rPr>
              <a:t>p</a:t>
            </a:r>
            <a:r>
              <a:rPr sz="4000" spc="-30" dirty="0">
                <a:solidFill>
                  <a:srgbClr val="696363"/>
                </a:solidFill>
              </a:rPr>
              <a:t>o</a:t>
            </a:r>
            <a:r>
              <a:rPr sz="4000" spc="-10" dirty="0">
                <a:solidFill>
                  <a:srgbClr val="696363"/>
                </a:solidFill>
              </a:rPr>
              <a:t>n</a:t>
            </a:r>
            <a:r>
              <a:rPr sz="4000" spc="-30" dirty="0">
                <a:solidFill>
                  <a:srgbClr val="696363"/>
                </a:solidFill>
              </a:rPr>
              <a:t>en</a:t>
            </a:r>
            <a:r>
              <a:rPr sz="4000" spc="-10" dirty="0">
                <a:solidFill>
                  <a:srgbClr val="696363"/>
                </a:solidFill>
              </a:rPr>
              <a:t>t</a:t>
            </a:r>
            <a:r>
              <a:rPr sz="4000" spc="-50" dirty="0">
                <a:solidFill>
                  <a:srgbClr val="696363"/>
                </a:solidFill>
              </a:rPr>
              <a:t> </a:t>
            </a:r>
            <a:r>
              <a:rPr sz="4000" spc="-30" dirty="0">
                <a:solidFill>
                  <a:srgbClr val="696363"/>
                </a:solidFill>
              </a:rPr>
              <a:t>S</a:t>
            </a:r>
            <a:r>
              <a:rPr sz="4000" spc="-10" dirty="0">
                <a:solidFill>
                  <a:srgbClr val="696363"/>
                </a:solidFill>
              </a:rPr>
              <a:t>e</a:t>
            </a:r>
            <a:r>
              <a:rPr sz="4000" spc="-5" dirty="0">
                <a:solidFill>
                  <a:srgbClr val="696363"/>
                </a:solidFill>
              </a:rPr>
              <a:t>l</a:t>
            </a:r>
            <a:r>
              <a:rPr sz="4000" spc="-30" dirty="0">
                <a:solidFill>
                  <a:srgbClr val="696363"/>
                </a:solidFill>
              </a:rPr>
              <a:t>e</a:t>
            </a:r>
            <a:r>
              <a:rPr sz="4000" spc="-10" dirty="0">
                <a:solidFill>
                  <a:srgbClr val="696363"/>
                </a:solidFill>
              </a:rPr>
              <a:t>c</a:t>
            </a:r>
            <a:r>
              <a:rPr sz="4000" spc="-20" dirty="0">
                <a:solidFill>
                  <a:srgbClr val="696363"/>
                </a:solidFill>
              </a:rPr>
              <a:t>tor</a:t>
            </a:r>
            <a:endParaRPr sz="4000"/>
          </a:p>
        </p:txBody>
      </p:sp>
      <p:sp>
        <p:nvSpPr>
          <p:cNvPr id="4" name="object 4"/>
          <p:cNvSpPr/>
          <p:nvPr/>
        </p:nvSpPr>
        <p:spPr>
          <a:xfrm>
            <a:off x="190500" y="1202436"/>
            <a:ext cx="2920365" cy="607060"/>
          </a:xfrm>
          <a:custGeom>
            <a:avLst/>
            <a:gdLst/>
            <a:ahLst/>
            <a:cxnLst/>
            <a:rect l="l" t="t" r="r" b="b"/>
            <a:pathLst>
              <a:path w="2920365" h="607060">
                <a:moveTo>
                  <a:pt x="2818887" y="0"/>
                </a:moveTo>
                <a:lnTo>
                  <a:pt x="101107" y="0"/>
                </a:lnTo>
                <a:lnTo>
                  <a:pt x="97277" y="71"/>
                </a:lnTo>
                <a:lnTo>
                  <a:pt x="56120" y="10523"/>
                </a:lnTo>
                <a:lnTo>
                  <a:pt x="23745" y="35977"/>
                </a:lnTo>
                <a:lnTo>
                  <a:pt x="4091" y="72517"/>
                </a:lnTo>
                <a:lnTo>
                  <a:pt x="0" y="101102"/>
                </a:lnTo>
                <a:lnTo>
                  <a:pt x="0" y="606551"/>
                </a:lnTo>
                <a:lnTo>
                  <a:pt x="2919983" y="606551"/>
                </a:lnTo>
                <a:lnTo>
                  <a:pt x="2919913" y="97277"/>
                </a:lnTo>
                <a:lnTo>
                  <a:pt x="2909463" y="56095"/>
                </a:lnTo>
                <a:lnTo>
                  <a:pt x="2884010" y="23725"/>
                </a:lnTo>
                <a:lnTo>
                  <a:pt x="2847471" y="4086"/>
                </a:lnTo>
                <a:lnTo>
                  <a:pt x="2818887" y="0"/>
                </a:lnTo>
                <a:close/>
              </a:path>
            </a:pathLst>
          </a:custGeom>
          <a:solidFill>
            <a:srgbClr val="9A2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0500" y="1202436"/>
            <a:ext cx="2920365" cy="607060"/>
          </a:xfrm>
          <a:custGeom>
            <a:avLst/>
            <a:gdLst/>
            <a:ahLst/>
            <a:cxnLst/>
            <a:rect l="l" t="t" r="r" b="b"/>
            <a:pathLst>
              <a:path w="2920365" h="607060">
                <a:moveTo>
                  <a:pt x="101107" y="0"/>
                </a:moveTo>
                <a:lnTo>
                  <a:pt x="2818887" y="0"/>
                </a:lnTo>
                <a:lnTo>
                  <a:pt x="2833505" y="1045"/>
                </a:lnTo>
                <a:lnTo>
                  <a:pt x="2872869" y="15571"/>
                </a:lnTo>
                <a:lnTo>
                  <a:pt x="2902452" y="44132"/>
                </a:lnTo>
                <a:lnTo>
                  <a:pt x="2918339" y="82812"/>
                </a:lnTo>
                <a:lnTo>
                  <a:pt x="2919983" y="606551"/>
                </a:lnTo>
                <a:lnTo>
                  <a:pt x="0" y="606551"/>
                </a:lnTo>
                <a:lnTo>
                  <a:pt x="0" y="101102"/>
                </a:lnTo>
                <a:lnTo>
                  <a:pt x="1047" y="86484"/>
                </a:lnTo>
                <a:lnTo>
                  <a:pt x="15586" y="47119"/>
                </a:lnTo>
                <a:lnTo>
                  <a:pt x="44158" y="17534"/>
                </a:lnTo>
                <a:lnTo>
                  <a:pt x="82825" y="1646"/>
                </a:lnTo>
                <a:lnTo>
                  <a:pt x="101107" y="0"/>
                </a:lnTo>
                <a:close/>
              </a:path>
            </a:pathLst>
          </a:custGeom>
          <a:ln w="12191">
            <a:solidFill>
              <a:srgbClr val="9A2C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56897" y="1355499"/>
            <a:ext cx="1586230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B</a:t>
            </a:r>
            <a:r>
              <a:rPr sz="24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y</a:t>
            </a:r>
            <a:r>
              <a:rPr sz="2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Ele</a:t>
            </a:r>
            <a:r>
              <a:rPr sz="24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m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ent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90500" y="1808988"/>
            <a:ext cx="11733530" cy="0"/>
          </a:xfrm>
          <a:custGeom>
            <a:avLst/>
            <a:gdLst/>
            <a:ahLst/>
            <a:cxnLst/>
            <a:rect l="l" t="t" r="r" b="b"/>
            <a:pathLst>
              <a:path w="11733530">
                <a:moveTo>
                  <a:pt x="0" y="0"/>
                </a:moveTo>
                <a:lnTo>
                  <a:pt x="11733275" y="0"/>
                </a:lnTo>
              </a:path>
            </a:pathLst>
          </a:custGeom>
          <a:ln w="12191">
            <a:solidFill>
              <a:srgbClr val="7A211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1261" y="1907286"/>
            <a:ext cx="5171440" cy="3508375"/>
          </a:xfrm>
          <a:custGeom>
            <a:avLst/>
            <a:gdLst/>
            <a:ahLst/>
            <a:cxnLst/>
            <a:rect l="l" t="t" r="r" b="b"/>
            <a:pathLst>
              <a:path w="5171440" h="3508375">
                <a:moveTo>
                  <a:pt x="0" y="3508247"/>
                </a:moveTo>
                <a:lnTo>
                  <a:pt x="5170931" y="3508247"/>
                </a:lnTo>
                <a:lnTo>
                  <a:pt x="5170931" y="0"/>
                </a:lnTo>
                <a:lnTo>
                  <a:pt x="0" y="0"/>
                </a:lnTo>
                <a:lnTo>
                  <a:pt x="0" y="3508247"/>
                </a:lnTo>
                <a:close/>
              </a:path>
            </a:pathLst>
          </a:custGeom>
          <a:solidFill>
            <a:srgbClr val="9A2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215135" y="2130379"/>
            <a:ext cx="1116965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S</a:t>
            </a:r>
            <a:r>
              <a:rPr sz="2800" spc="0" dirty="0">
                <a:solidFill>
                  <a:srgbClr val="FFFFFF"/>
                </a:solidFill>
                <a:latin typeface="Microsoft Sans Serif"/>
                <a:cs typeface="Microsoft Sans Serif"/>
              </a:rPr>
              <a:t>y</a:t>
            </a:r>
            <a:r>
              <a:rPr sz="2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nt</a:t>
            </a:r>
            <a:r>
              <a:rPr sz="2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ax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227457" y="2479151"/>
            <a:ext cx="1094740" cy="0"/>
          </a:xfrm>
          <a:custGeom>
            <a:avLst/>
            <a:gdLst/>
            <a:ahLst/>
            <a:cxnLst/>
            <a:rect l="l" t="t" r="r" b="b"/>
            <a:pathLst>
              <a:path w="1094739">
                <a:moveTo>
                  <a:pt x="0" y="0"/>
                </a:moveTo>
                <a:lnTo>
                  <a:pt x="1094231" y="0"/>
                </a:lnTo>
              </a:path>
            </a:pathLst>
          </a:custGeom>
          <a:ln w="1955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68633" y="2743096"/>
            <a:ext cx="4139565" cy="2525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@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C</a:t>
            </a:r>
            <a:r>
              <a:rPr sz="24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om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p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o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n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nt({</a:t>
            </a:r>
            <a:r>
              <a:rPr sz="24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endParaRPr sz="2400">
              <a:latin typeface="Microsoft Sans Serif"/>
              <a:cs typeface="Microsoft Sans Serif"/>
            </a:endParaRPr>
          </a:p>
          <a:p>
            <a:pPr marL="12700" marR="5080">
              <a:lnSpc>
                <a:spcPct val="150000"/>
              </a:lnSpc>
            </a:pP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le</a:t>
            </a:r>
            <a:r>
              <a:rPr sz="24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c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to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r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:</a:t>
            </a:r>
            <a:r>
              <a:rPr sz="24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00"/>
                </a:solidFill>
                <a:latin typeface="Microsoft Sans Serif"/>
                <a:cs typeface="Microsoft Sans Serif"/>
              </a:rPr>
              <a:t>'[</a:t>
            </a:r>
            <a:r>
              <a:rPr sz="2400" spc="5" dirty="0">
                <a:solidFill>
                  <a:srgbClr val="FFFF00"/>
                </a:solidFill>
                <a:latin typeface="Microsoft Sans Serif"/>
                <a:cs typeface="Microsoft Sans Serif"/>
              </a:rPr>
              <a:t>se</a:t>
            </a:r>
            <a:r>
              <a:rPr sz="2400" dirty="0">
                <a:solidFill>
                  <a:srgbClr val="FFFF00"/>
                </a:solidFill>
                <a:latin typeface="Microsoft Sans Serif"/>
                <a:cs typeface="Microsoft Sans Serif"/>
              </a:rPr>
              <a:t>lect</a:t>
            </a:r>
            <a:r>
              <a:rPr sz="2400" spc="-10" dirty="0">
                <a:solidFill>
                  <a:srgbClr val="FFFF00"/>
                </a:solidFill>
                <a:latin typeface="Microsoft Sans Serif"/>
                <a:cs typeface="Microsoft Sans Serif"/>
              </a:rPr>
              <a:t>o</a:t>
            </a:r>
            <a:r>
              <a:rPr sz="2400" spc="15" dirty="0">
                <a:solidFill>
                  <a:srgbClr val="FFFF00"/>
                </a:solidFill>
                <a:latin typeface="Microsoft Sans Serif"/>
                <a:cs typeface="Microsoft Sans Serif"/>
              </a:rPr>
              <a:t>r</a:t>
            </a:r>
            <a:r>
              <a:rPr sz="2400" dirty="0">
                <a:solidFill>
                  <a:srgbClr val="FFFF00"/>
                </a:solidFill>
                <a:latin typeface="Microsoft Sans Serif"/>
                <a:cs typeface="Microsoft Sans Serif"/>
              </a:rPr>
              <a:t>-</a:t>
            </a:r>
            <a:r>
              <a:rPr sz="2400" spc="-5" dirty="0">
                <a:solidFill>
                  <a:srgbClr val="FFFF00"/>
                </a:solidFill>
                <a:latin typeface="Microsoft Sans Serif"/>
                <a:cs typeface="Microsoft Sans Serif"/>
              </a:rPr>
              <a:t>n</a:t>
            </a:r>
            <a:r>
              <a:rPr sz="2400" dirty="0">
                <a:solidFill>
                  <a:srgbClr val="FFFF00"/>
                </a:solidFill>
                <a:latin typeface="Microsoft Sans Serif"/>
                <a:cs typeface="Microsoft Sans Serif"/>
              </a:rPr>
              <a:t>a</a:t>
            </a:r>
            <a:r>
              <a:rPr sz="2400" spc="-15" dirty="0">
                <a:solidFill>
                  <a:srgbClr val="FFFF00"/>
                </a:solidFill>
                <a:latin typeface="Microsoft Sans Serif"/>
                <a:cs typeface="Microsoft Sans Serif"/>
              </a:rPr>
              <a:t>me]</a:t>
            </a:r>
            <a:r>
              <a:rPr sz="2400" spc="-10" dirty="0">
                <a:solidFill>
                  <a:srgbClr val="FFFF00"/>
                </a:solidFill>
                <a:latin typeface="Microsoft Sans Serif"/>
                <a:cs typeface="Microsoft Sans Serif"/>
              </a:rPr>
              <a:t>'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,</a:t>
            </a:r>
            <a:r>
              <a:rPr sz="24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t</a:t>
            </a: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e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m</a:t>
            </a:r>
            <a:r>
              <a:rPr sz="24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p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l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at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eUr</a:t>
            </a: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l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:</a:t>
            </a:r>
            <a:r>
              <a:rPr sz="24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‘h</a:t>
            </a:r>
            <a:r>
              <a:rPr sz="2400" b="1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tm</a:t>
            </a:r>
            <a:r>
              <a:rPr sz="2400" b="1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l</a:t>
            </a:r>
            <a:r>
              <a:rPr sz="2400" b="1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-</a:t>
            </a:r>
            <a:r>
              <a:rPr sz="24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t</a:t>
            </a: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e</a:t>
            </a:r>
            <a:r>
              <a:rPr sz="24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m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p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l</a:t>
            </a: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te',</a:t>
            </a:r>
            <a:r>
              <a:rPr sz="24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endParaRPr sz="2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s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tyle</a:t>
            </a: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U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rls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:</a:t>
            </a:r>
            <a:r>
              <a:rPr sz="24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b="1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[</a:t>
            </a:r>
            <a:r>
              <a:rPr sz="2400" b="1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‘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s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t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yle</a:t>
            </a:r>
            <a:r>
              <a:rPr sz="24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s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h</a:t>
            </a: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e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e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t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']</a:t>
            </a:r>
            <a:endParaRPr sz="2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})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019800" y="1874520"/>
            <a:ext cx="5486400" cy="3508375"/>
          </a:xfrm>
          <a:custGeom>
            <a:avLst/>
            <a:gdLst/>
            <a:ahLst/>
            <a:cxnLst/>
            <a:rect l="l" t="t" r="r" b="b"/>
            <a:pathLst>
              <a:path w="5486400" h="3508375">
                <a:moveTo>
                  <a:pt x="0" y="3508247"/>
                </a:moveTo>
                <a:lnTo>
                  <a:pt x="5486399" y="3508247"/>
                </a:lnTo>
                <a:lnTo>
                  <a:pt x="5486399" y="0"/>
                </a:lnTo>
                <a:lnTo>
                  <a:pt x="0" y="0"/>
                </a:lnTo>
                <a:lnTo>
                  <a:pt x="0" y="3508247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019800" y="1874520"/>
            <a:ext cx="5486400" cy="3508375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u="heavy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E</a:t>
            </a:r>
            <a:r>
              <a:rPr sz="2800" u="heavy" spc="0" dirty="0">
                <a:solidFill>
                  <a:srgbClr val="FFFFFF"/>
                </a:solidFill>
                <a:latin typeface="Microsoft Sans Serif"/>
                <a:cs typeface="Microsoft Sans Serif"/>
              </a:rPr>
              <a:t>x</a:t>
            </a:r>
            <a:r>
              <a:rPr sz="2800" u="heavy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2800" u="heavy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m</a:t>
            </a:r>
            <a:r>
              <a:rPr sz="2800" u="heavy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p</a:t>
            </a:r>
            <a:r>
              <a:rPr sz="2800" u="heavy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le</a:t>
            </a:r>
            <a:endParaRPr sz="2800">
              <a:latin typeface="Microsoft Sans Serif"/>
              <a:cs typeface="Microsoft Sans Serif"/>
            </a:endParaRPr>
          </a:p>
          <a:p>
            <a:pPr marL="92075">
              <a:lnSpc>
                <a:spcPct val="100000"/>
              </a:lnSpc>
              <a:spcBef>
                <a:spcPts val="1540"/>
              </a:spcBef>
            </a:pP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@C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o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mponent({</a:t>
            </a:r>
            <a:r>
              <a:rPr sz="2400" spc="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endParaRPr sz="2400">
              <a:latin typeface="Microsoft Sans Serif"/>
              <a:cs typeface="Microsoft Sans Serif"/>
            </a:endParaRPr>
          </a:p>
          <a:p>
            <a:pPr marL="92075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l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ecto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r:</a:t>
            </a: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00"/>
                </a:solidFill>
                <a:latin typeface="Microsoft Sans Serif"/>
                <a:cs typeface="Microsoft Sans Serif"/>
              </a:rPr>
              <a:t>'[ap</a:t>
            </a:r>
            <a:r>
              <a:rPr sz="2400" spc="-10" dirty="0">
                <a:solidFill>
                  <a:srgbClr val="FFFF00"/>
                </a:solidFill>
                <a:latin typeface="Microsoft Sans Serif"/>
                <a:cs typeface="Microsoft Sans Serif"/>
              </a:rPr>
              <a:t>p</a:t>
            </a:r>
            <a:r>
              <a:rPr sz="2400" dirty="0">
                <a:solidFill>
                  <a:srgbClr val="FFFF00"/>
                </a:solidFill>
                <a:latin typeface="Microsoft Sans Serif"/>
                <a:cs typeface="Microsoft Sans Serif"/>
              </a:rPr>
              <a:t>-root]'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,  </a:t>
            </a:r>
            <a:endParaRPr sz="2400">
              <a:latin typeface="Microsoft Sans Serif"/>
              <a:cs typeface="Microsoft Sans Serif"/>
            </a:endParaRPr>
          </a:p>
          <a:p>
            <a:pPr marL="91440" marR="361315">
              <a:lnSpc>
                <a:spcPct val="150000"/>
              </a:lnSpc>
            </a:pP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tem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p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l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ateUr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l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:</a:t>
            </a:r>
            <a:r>
              <a:rPr sz="2400" spc="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'.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/ap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p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.com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po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n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ent.h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t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m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l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',</a:t>
            </a: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sty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l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e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U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r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l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s:</a:t>
            </a:r>
            <a:r>
              <a:rPr sz="2400" spc="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['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.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/app.component.css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']</a:t>
            </a:r>
            <a:endParaRPr sz="2400">
              <a:latin typeface="Microsoft Sans Serif"/>
              <a:cs typeface="Microsoft Sans Serif"/>
            </a:endParaRPr>
          </a:p>
          <a:p>
            <a:pPr marL="91440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})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1261" y="5631941"/>
            <a:ext cx="5171440" cy="739140"/>
          </a:xfrm>
          <a:prstGeom prst="rect">
            <a:avLst/>
          </a:prstGeom>
          <a:solidFill>
            <a:srgbClr val="9A2C1F"/>
          </a:solidFill>
        </p:spPr>
        <p:txBody>
          <a:bodyPr vert="horz" wrap="square" lIns="0" tIns="0" rIns="0" bIns="0" rtlCol="0">
            <a:spAutoFit/>
          </a:bodyPr>
          <a:lstStyle/>
          <a:p>
            <a:pPr marL="347980">
              <a:lnSpc>
                <a:spcPct val="100000"/>
              </a:lnSpc>
            </a:pPr>
            <a:r>
              <a:rPr sz="2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&lt;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d</a:t>
            </a:r>
            <a:r>
              <a:rPr sz="2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i</a:t>
            </a:r>
            <a:r>
              <a:rPr sz="2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v</a:t>
            </a:r>
            <a:r>
              <a:rPr sz="2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sel</a:t>
            </a:r>
            <a:r>
              <a:rPr sz="2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e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</a:t>
            </a:r>
            <a:r>
              <a:rPr sz="2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t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or</a:t>
            </a:r>
            <a:r>
              <a:rPr sz="2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_</a:t>
            </a:r>
            <a:r>
              <a:rPr sz="2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n</a:t>
            </a:r>
            <a:r>
              <a:rPr sz="2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am</a:t>
            </a:r>
            <a:r>
              <a:rPr sz="28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e</a:t>
            </a:r>
            <a:r>
              <a:rPr sz="2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&gt;</a:t>
            </a:r>
            <a:r>
              <a:rPr sz="2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&lt;</a:t>
            </a:r>
            <a:r>
              <a:rPr sz="2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/d</a:t>
            </a:r>
            <a:r>
              <a:rPr sz="2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iv&gt;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019800" y="5597652"/>
            <a:ext cx="5474335" cy="739140"/>
          </a:xfrm>
          <a:custGeom>
            <a:avLst/>
            <a:gdLst/>
            <a:ahLst/>
            <a:cxnLst/>
            <a:rect l="l" t="t" r="r" b="b"/>
            <a:pathLst>
              <a:path w="5474334" h="739139">
                <a:moveTo>
                  <a:pt x="0" y="739139"/>
                </a:moveTo>
                <a:lnTo>
                  <a:pt x="5474207" y="739139"/>
                </a:lnTo>
                <a:lnTo>
                  <a:pt x="5474207" y="0"/>
                </a:lnTo>
                <a:lnTo>
                  <a:pt x="0" y="0"/>
                </a:lnTo>
                <a:lnTo>
                  <a:pt x="0" y="739139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019800" y="5597652"/>
            <a:ext cx="5474335" cy="73914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0" rIns="0" bIns="0" rtlCol="0">
            <a:spAutoFit/>
          </a:bodyPr>
          <a:lstStyle/>
          <a:p>
            <a:pPr marL="1005205">
              <a:lnSpc>
                <a:spcPct val="100000"/>
              </a:lnSpc>
            </a:pPr>
            <a:r>
              <a:rPr sz="2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&lt;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d</a:t>
            </a:r>
            <a:r>
              <a:rPr sz="2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i</a:t>
            </a:r>
            <a:r>
              <a:rPr sz="2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v</a:t>
            </a:r>
            <a:r>
              <a:rPr sz="28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ap</a:t>
            </a:r>
            <a:r>
              <a:rPr sz="28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p</a:t>
            </a:r>
            <a:r>
              <a:rPr sz="2800" spc="0" dirty="0">
                <a:solidFill>
                  <a:srgbClr val="FFFFFF"/>
                </a:solidFill>
                <a:latin typeface="Microsoft Sans Serif"/>
                <a:cs typeface="Microsoft Sans Serif"/>
              </a:rPr>
              <a:t>-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r</a:t>
            </a:r>
            <a:r>
              <a:rPr sz="2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o</a:t>
            </a:r>
            <a:r>
              <a:rPr sz="2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ot&gt;</a:t>
            </a:r>
            <a:r>
              <a:rPr sz="2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&lt;</a:t>
            </a:r>
            <a:r>
              <a:rPr sz="2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/d</a:t>
            </a:r>
            <a:r>
              <a:rPr sz="2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iv&gt;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240788" y="1368228"/>
            <a:ext cx="6447155" cy="346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5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5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f</a:t>
            </a:r>
            <a:r>
              <a:rPr sz="25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in</a:t>
            </a:r>
            <a:r>
              <a:rPr sz="25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5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5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by squa</a:t>
            </a:r>
            <a:r>
              <a:rPr sz="25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5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5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5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25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5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500" spc="-60" dirty="0">
                <a:solidFill>
                  <a:srgbClr val="006FC0"/>
                </a:solidFill>
                <a:latin typeface="Microsoft Sans Serif"/>
                <a:cs typeface="Microsoft Sans Serif"/>
              </a:rPr>
              <a:t>ckets</a:t>
            </a:r>
            <a:r>
              <a:rPr sz="25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5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[</a:t>
            </a:r>
            <a:r>
              <a:rPr sz="25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5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]</a:t>
            </a:r>
            <a:r>
              <a:rPr sz="25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5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in </a:t>
            </a:r>
            <a:r>
              <a:rPr sz="25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se</a:t>
            </a:r>
            <a:r>
              <a:rPr sz="25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lec</a:t>
            </a:r>
            <a:r>
              <a:rPr sz="25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tor</a:t>
            </a:r>
            <a:r>
              <a:rPr sz="25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5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na</a:t>
            </a:r>
            <a:r>
              <a:rPr sz="25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25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5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.</a:t>
            </a:r>
            <a:r>
              <a:rPr sz="25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5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endParaRPr sz="25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0500" y="556260"/>
            <a:ext cx="2920365" cy="607060"/>
          </a:xfrm>
          <a:custGeom>
            <a:avLst/>
            <a:gdLst/>
            <a:ahLst/>
            <a:cxnLst/>
            <a:rect l="l" t="t" r="r" b="b"/>
            <a:pathLst>
              <a:path w="2920365" h="607060">
                <a:moveTo>
                  <a:pt x="2818887" y="0"/>
                </a:moveTo>
                <a:lnTo>
                  <a:pt x="101107" y="0"/>
                </a:lnTo>
                <a:lnTo>
                  <a:pt x="97277" y="71"/>
                </a:lnTo>
                <a:lnTo>
                  <a:pt x="56120" y="10523"/>
                </a:lnTo>
                <a:lnTo>
                  <a:pt x="23745" y="35977"/>
                </a:lnTo>
                <a:lnTo>
                  <a:pt x="4091" y="72517"/>
                </a:lnTo>
                <a:lnTo>
                  <a:pt x="0" y="101102"/>
                </a:lnTo>
                <a:lnTo>
                  <a:pt x="0" y="606551"/>
                </a:lnTo>
                <a:lnTo>
                  <a:pt x="2919983" y="606551"/>
                </a:lnTo>
                <a:lnTo>
                  <a:pt x="2919913" y="97277"/>
                </a:lnTo>
                <a:lnTo>
                  <a:pt x="2909463" y="56095"/>
                </a:lnTo>
                <a:lnTo>
                  <a:pt x="2884010" y="23725"/>
                </a:lnTo>
                <a:lnTo>
                  <a:pt x="2847471" y="4086"/>
                </a:lnTo>
                <a:lnTo>
                  <a:pt x="2818887" y="0"/>
                </a:lnTo>
                <a:close/>
              </a:path>
            </a:pathLst>
          </a:custGeom>
          <a:solidFill>
            <a:srgbClr val="9A2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90500" y="556260"/>
            <a:ext cx="2920365" cy="607060"/>
          </a:xfrm>
          <a:custGeom>
            <a:avLst/>
            <a:gdLst/>
            <a:ahLst/>
            <a:cxnLst/>
            <a:rect l="l" t="t" r="r" b="b"/>
            <a:pathLst>
              <a:path w="2920365" h="607060">
                <a:moveTo>
                  <a:pt x="101107" y="0"/>
                </a:moveTo>
                <a:lnTo>
                  <a:pt x="2818887" y="0"/>
                </a:lnTo>
                <a:lnTo>
                  <a:pt x="2833505" y="1045"/>
                </a:lnTo>
                <a:lnTo>
                  <a:pt x="2872869" y="15571"/>
                </a:lnTo>
                <a:lnTo>
                  <a:pt x="2902452" y="44132"/>
                </a:lnTo>
                <a:lnTo>
                  <a:pt x="2918339" y="82812"/>
                </a:lnTo>
                <a:lnTo>
                  <a:pt x="2919983" y="606551"/>
                </a:lnTo>
                <a:lnTo>
                  <a:pt x="0" y="606551"/>
                </a:lnTo>
                <a:lnTo>
                  <a:pt x="0" y="101102"/>
                </a:lnTo>
                <a:lnTo>
                  <a:pt x="1047" y="86484"/>
                </a:lnTo>
                <a:lnTo>
                  <a:pt x="15586" y="47119"/>
                </a:lnTo>
                <a:lnTo>
                  <a:pt x="44158" y="17534"/>
                </a:lnTo>
                <a:lnTo>
                  <a:pt x="82825" y="1646"/>
                </a:lnTo>
                <a:lnTo>
                  <a:pt x="101107" y="0"/>
                </a:lnTo>
                <a:close/>
              </a:path>
            </a:pathLst>
          </a:custGeom>
          <a:ln w="12191">
            <a:solidFill>
              <a:srgbClr val="9A2C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35205" y="709189"/>
            <a:ext cx="122682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B</a:t>
            </a: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y</a:t>
            </a:r>
            <a:r>
              <a:rPr sz="2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Cl</a:t>
            </a: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as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s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0500" y="1178052"/>
            <a:ext cx="11733530" cy="0"/>
          </a:xfrm>
          <a:custGeom>
            <a:avLst/>
            <a:gdLst/>
            <a:ahLst/>
            <a:cxnLst/>
            <a:rect l="l" t="t" r="r" b="b"/>
            <a:pathLst>
              <a:path w="11733530">
                <a:moveTo>
                  <a:pt x="0" y="0"/>
                </a:moveTo>
                <a:lnTo>
                  <a:pt x="11733275" y="0"/>
                </a:lnTo>
              </a:path>
            </a:pathLst>
          </a:custGeom>
          <a:ln w="12191">
            <a:solidFill>
              <a:srgbClr val="7A211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01218" y="1701546"/>
            <a:ext cx="5171440" cy="3510279"/>
          </a:xfrm>
          <a:custGeom>
            <a:avLst/>
            <a:gdLst/>
            <a:ahLst/>
            <a:cxnLst/>
            <a:rect l="l" t="t" r="r" b="b"/>
            <a:pathLst>
              <a:path w="5171440" h="3510279">
                <a:moveTo>
                  <a:pt x="0" y="3509771"/>
                </a:moveTo>
                <a:lnTo>
                  <a:pt x="5170931" y="3509771"/>
                </a:lnTo>
                <a:lnTo>
                  <a:pt x="5170931" y="0"/>
                </a:lnTo>
                <a:lnTo>
                  <a:pt x="0" y="0"/>
                </a:lnTo>
                <a:lnTo>
                  <a:pt x="0" y="3509771"/>
                </a:lnTo>
                <a:close/>
              </a:path>
            </a:pathLst>
          </a:custGeom>
          <a:solidFill>
            <a:srgbClr val="9A2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637281" y="2274173"/>
            <a:ext cx="1094740" cy="0"/>
          </a:xfrm>
          <a:custGeom>
            <a:avLst/>
            <a:gdLst/>
            <a:ahLst/>
            <a:cxnLst/>
            <a:rect l="l" t="t" r="r" b="b"/>
            <a:pathLst>
              <a:path w="1094739">
                <a:moveTo>
                  <a:pt x="0" y="0"/>
                </a:moveTo>
                <a:lnTo>
                  <a:pt x="1094231" y="0"/>
                </a:lnTo>
              </a:path>
            </a:pathLst>
          </a:custGeom>
          <a:ln w="1955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78589" y="1925528"/>
            <a:ext cx="4139565" cy="3138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58975">
              <a:lnSpc>
                <a:spcPct val="100000"/>
              </a:lnSpc>
            </a:pPr>
            <a:r>
              <a:rPr sz="2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S</a:t>
            </a:r>
            <a:r>
              <a:rPr sz="2800" spc="0" dirty="0">
                <a:solidFill>
                  <a:srgbClr val="FFFFFF"/>
                </a:solidFill>
                <a:latin typeface="Microsoft Sans Serif"/>
                <a:cs typeface="Microsoft Sans Serif"/>
              </a:rPr>
              <a:t>y</a:t>
            </a:r>
            <a:r>
              <a:rPr sz="2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nt</a:t>
            </a:r>
            <a:r>
              <a:rPr sz="2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ax</a:t>
            </a:r>
            <a:endParaRPr sz="2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@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C</a:t>
            </a:r>
            <a:r>
              <a:rPr sz="24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om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p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o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n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nt({</a:t>
            </a:r>
            <a:r>
              <a:rPr sz="24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endParaRPr sz="2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s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l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</a:t>
            </a: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c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to</a:t>
            </a:r>
            <a:r>
              <a:rPr sz="24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r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:</a:t>
            </a:r>
            <a:r>
              <a:rPr sz="2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b="1" spc="-10" dirty="0">
                <a:solidFill>
                  <a:srgbClr val="FFFF00"/>
                </a:solidFill>
                <a:latin typeface="Microsoft Sans Serif"/>
                <a:cs typeface="Microsoft Sans Serif"/>
              </a:rPr>
              <a:t>‘</a:t>
            </a:r>
            <a:r>
              <a:rPr sz="2400" b="1" spc="15" dirty="0">
                <a:solidFill>
                  <a:srgbClr val="FFFF00"/>
                </a:solidFill>
                <a:latin typeface="Microsoft Sans Serif"/>
                <a:cs typeface="Microsoft Sans Serif"/>
              </a:rPr>
              <a:t>.</a:t>
            </a:r>
            <a:r>
              <a:rPr sz="2400" b="1" spc="5" dirty="0">
                <a:solidFill>
                  <a:srgbClr val="FFFF00"/>
                </a:solidFill>
                <a:latin typeface="Microsoft Sans Serif"/>
                <a:cs typeface="Microsoft Sans Serif"/>
              </a:rPr>
              <a:t>s</a:t>
            </a:r>
            <a:r>
              <a:rPr sz="2400" b="1" spc="-15" dirty="0">
                <a:solidFill>
                  <a:srgbClr val="FFFF00"/>
                </a:solidFill>
                <a:latin typeface="Microsoft Sans Serif"/>
                <a:cs typeface="Microsoft Sans Serif"/>
              </a:rPr>
              <a:t>e</a:t>
            </a:r>
            <a:r>
              <a:rPr sz="2400" b="1" spc="-20" dirty="0">
                <a:solidFill>
                  <a:srgbClr val="FFFF00"/>
                </a:solidFill>
                <a:latin typeface="Microsoft Sans Serif"/>
                <a:cs typeface="Microsoft Sans Serif"/>
              </a:rPr>
              <a:t>l</a:t>
            </a:r>
            <a:r>
              <a:rPr sz="2400" b="1" spc="-15" dirty="0">
                <a:solidFill>
                  <a:srgbClr val="FFFF00"/>
                </a:solidFill>
                <a:latin typeface="Microsoft Sans Serif"/>
                <a:cs typeface="Microsoft Sans Serif"/>
              </a:rPr>
              <a:t>e</a:t>
            </a:r>
            <a:r>
              <a:rPr sz="2400" b="1" dirty="0">
                <a:solidFill>
                  <a:srgbClr val="FFFF00"/>
                </a:solidFill>
                <a:latin typeface="Microsoft Sans Serif"/>
                <a:cs typeface="Microsoft Sans Serif"/>
              </a:rPr>
              <a:t>c</a:t>
            </a:r>
            <a:r>
              <a:rPr sz="2400" b="1" spc="-10" dirty="0">
                <a:solidFill>
                  <a:srgbClr val="FFFF00"/>
                </a:solidFill>
                <a:latin typeface="Microsoft Sans Serif"/>
                <a:cs typeface="Microsoft Sans Serif"/>
              </a:rPr>
              <a:t>t</a:t>
            </a:r>
            <a:r>
              <a:rPr sz="2400" b="1" spc="-15" dirty="0">
                <a:solidFill>
                  <a:srgbClr val="FFFF00"/>
                </a:solidFill>
                <a:latin typeface="Microsoft Sans Serif"/>
                <a:cs typeface="Microsoft Sans Serif"/>
              </a:rPr>
              <a:t>o</a:t>
            </a:r>
            <a:r>
              <a:rPr sz="2400" b="1" spc="20" dirty="0">
                <a:solidFill>
                  <a:srgbClr val="FFFF00"/>
                </a:solidFill>
                <a:latin typeface="Microsoft Sans Serif"/>
                <a:cs typeface="Microsoft Sans Serif"/>
              </a:rPr>
              <a:t>r</a:t>
            </a:r>
            <a:r>
              <a:rPr sz="2400" spc="-10" dirty="0">
                <a:solidFill>
                  <a:srgbClr val="FFFF00"/>
                </a:solidFill>
                <a:latin typeface="Microsoft Sans Serif"/>
                <a:cs typeface="Microsoft Sans Serif"/>
              </a:rPr>
              <a:t>-</a:t>
            </a:r>
            <a:r>
              <a:rPr sz="2400" dirty="0">
                <a:solidFill>
                  <a:srgbClr val="FFFF00"/>
                </a:solidFill>
                <a:latin typeface="Microsoft Sans Serif"/>
                <a:cs typeface="Microsoft Sans Serif"/>
              </a:rPr>
              <a:t>n</a:t>
            </a:r>
            <a:r>
              <a:rPr sz="2400" spc="-5" dirty="0">
                <a:solidFill>
                  <a:srgbClr val="FFFF00"/>
                </a:solidFill>
                <a:latin typeface="Microsoft Sans Serif"/>
                <a:cs typeface="Microsoft Sans Serif"/>
              </a:rPr>
              <a:t>ame'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,</a:t>
            </a:r>
            <a:r>
              <a:rPr sz="2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endParaRPr sz="2400">
              <a:latin typeface="Microsoft Sans Serif"/>
              <a:cs typeface="Microsoft Sans Serif"/>
            </a:endParaRPr>
          </a:p>
          <a:p>
            <a:pPr marL="12700" marR="5080">
              <a:lnSpc>
                <a:spcPct val="150000"/>
              </a:lnSpc>
            </a:pP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t</a:t>
            </a: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e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m</a:t>
            </a:r>
            <a:r>
              <a:rPr sz="24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p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l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at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eUr</a:t>
            </a: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l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:</a:t>
            </a:r>
            <a:r>
              <a:rPr sz="24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‘h</a:t>
            </a:r>
            <a:r>
              <a:rPr sz="2400" b="1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tm</a:t>
            </a:r>
            <a:r>
              <a:rPr sz="2400" b="1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l</a:t>
            </a:r>
            <a:r>
              <a:rPr sz="2400" b="1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-</a:t>
            </a:r>
            <a:r>
              <a:rPr sz="24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t</a:t>
            </a: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e</a:t>
            </a:r>
            <a:r>
              <a:rPr sz="24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m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p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l</a:t>
            </a: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te',</a:t>
            </a:r>
            <a:r>
              <a:rPr sz="24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s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tyle</a:t>
            </a: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U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rls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:</a:t>
            </a:r>
            <a:r>
              <a:rPr sz="24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b="1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[</a:t>
            </a:r>
            <a:r>
              <a:rPr sz="2400" b="1" dirty="0">
                <a:solidFill>
                  <a:srgbClr val="FFFFFF"/>
                </a:solidFill>
                <a:latin typeface="Microsoft Sans Serif"/>
                <a:cs typeface="Microsoft Sans Serif"/>
              </a:rPr>
              <a:t>‘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style</a:t>
            </a: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s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h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et']</a:t>
            </a:r>
            <a:endParaRPr sz="2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})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509003" y="1670304"/>
            <a:ext cx="5486400" cy="3508375"/>
          </a:xfrm>
          <a:custGeom>
            <a:avLst/>
            <a:gdLst/>
            <a:ahLst/>
            <a:cxnLst/>
            <a:rect l="l" t="t" r="r" b="b"/>
            <a:pathLst>
              <a:path w="5486400" h="3508375">
                <a:moveTo>
                  <a:pt x="0" y="3508247"/>
                </a:moveTo>
                <a:lnTo>
                  <a:pt x="5486399" y="3508247"/>
                </a:lnTo>
                <a:lnTo>
                  <a:pt x="5486399" y="0"/>
                </a:lnTo>
                <a:lnTo>
                  <a:pt x="0" y="0"/>
                </a:lnTo>
                <a:lnTo>
                  <a:pt x="0" y="3508247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509003" y="1670304"/>
            <a:ext cx="5486400" cy="3508375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u="heavy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E</a:t>
            </a:r>
            <a:r>
              <a:rPr sz="2800" u="heavy" spc="0" dirty="0">
                <a:solidFill>
                  <a:srgbClr val="FFFFFF"/>
                </a:solidFill>
                <a:latin typeface="Microsoft Sans Serif"/>
                <a:cs typeface="Microsoft Sans Serif"/>
              </a:rPr>
              <a:t>x</a:t>
            </a:r>
            <a:r>
              <a:rPr sz="2800" u="heavy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2800" u="heavy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m</a:t>
            </a:r>
            <a:r>
              <a:rPr sz="2800" u="heavy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p</a:t>
            </a:r>
            <a:r>
              <a:rPr sz="2800" u="heavy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le</a:t>
            </a:r>
            <a:endParaRPr sz="2800">
              <a:latin typeface="Microsoft Sans Serif"/>
              <a:cs typeface="Microsoft Sans Serif"/>
            </a:endParaRPr>
          </a:p>
          <a:p>
            <a:pPr marL="91440" marR="2557780">
              <a:lnSpc>
                <a:spcPct val="15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@Compon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nt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(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{</a:t>
            </a: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l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ecto</a:t>
            </a: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r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: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00"/>
                </a:solidFill>
                <a:latin typeface="Microsoft Sans Serif"/>
                <a:cs typeface="Microsoft Sans Serif"/>
              </a:rPr>
              <a:t>‘.ap</a:t>
            </a:r>
            <a:r>
              <a:rPr sz="2400" spc="-10" dirty="0">
                <a:solidFill>
                  <a:srgbClr val="FFFF00"/>
                </a:solidFill>
                <a:latin typeface="Microsoft Sans Serif"/>
                <a:cs typeface="Microsoft Sans Serif"/>
              </a:rPr>
              <a:t>p</a:t>
            </a:r>
            <a:r>
              <a:rPr sz="2400" dirty="0">
                <a:solidFill>
                  <a:srgbClr val="FFFF00"/>
                </a:solidFill>
                <a:latin typeface="Microsoft Sans Serif"/>
                <a:cs typeface="Microsoft Sans Serif"/>
              </a:rPr>
              <a:t>-root</a:t>
            </a:r>
            <a:r>
              <a:rPr sz="2400" spc="5" dirty="0">
                <a:solidFill>
                  <a:srgbClr val="FFFF00"/>
                </a:solidFill>
                <a:latin typeface="Microsoft Sans Serif"/>
                <a:cs typeface="Microsoft Sans Serif"/>
              </a:rPr>
              <a:t>'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,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endParaRPr sz="2400">
              <a:latin typeface="Microsoft Sans Serif"/>
              <a:cs typeface="Microsoft Sans Serif"/>
            </a:endParaRPr>
          </a:p>
          <a:p>
            <a:pPr marL="91440" marR="361950">
              <a:lnSpc>
                <a:spcPts val="4320"/>
              </a:lnSpc>
              <a:spcBef>
                <a:spcPts val="384"/>
              </a:spcBef>
            </a:pP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tem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p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l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ateUr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l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:</a:t>
            </a:r>
            <a:r>
              <a:rPr sz="2400" spc="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'.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/ap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p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.com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po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n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ent.h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t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m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l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',</a:t>
            </a: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sty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l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e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U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r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l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s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:</a:t>
            </a:r>
            <a:r>
              <a:rPr sz="2400" spc="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['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.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/app.component.css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']</a:t>
            </a:r>
            <a:endParaRPr sz="2400">
              <a:latin typeface="Microsoft Sans Serif"/>
              <a:cs typeface="Microsoft Sans Serif"/>
            </a:endParaRPr>
          </a:p>
          <a:p>
            <a:pPr marL="91440">
              <a:lnSpc>
                <a:spcPct val="100000"/>
              </a:lnSpc>
              <a:spcBef>
                <a:spcPts val="1055"/>
              </a:spcBef>
            </a:pP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})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1261" y="5426202"/>
            <a:ext cx="5800725" cy="739140"/>
          </a:xfrm>
          <a:prstGeom prst="rect">
            <a:avLst/>
          </a:prstGeom>
          <a:solidFill>
            <a:srgbClr val="9A2C1F"/>
          </a:solidFill>
        </p:spPr>
        <p:txBody>
          <a:bodyPr vert="horz" wrap="square" lIns="0" tIns="0" rIns="0" bIns="0" rtlCol="0">
            <a:spAutoFit/>
          </a:bodyPr>
          <a:lstStyle/>
          <a:p>
            <a:pPr marL="605155">
              <a:lnSpc>
                <a:spcPct val="100000"/>
              </a:lnSpc>
            </a:pPr>
            <a:r>
              <a:rPr sz="2800" b="1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&lt;</a:t>
            </a:r>
            <a:r>
              <a:rPr sz="2800" b="1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d</a:t>
            </a:r>
            <a:r>
              <a:rPr sz="2800" b="1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i</a:t>
            </a:r>
            <a:r>
              <a:rPr sz="2800" b="1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v</a:t>
            </a:r>
            <a:r>
              <a:rPr sz="2800" b="1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cl</a:t>
            </a:r>
            <a:r>
              <a:rPr sz="2800" b="1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2800" b="1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ss</a:t>
            </a:r>
            <a:r>
              <a:rPr sz="2800" b="1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2800" b="1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“s</a:t>
            </a:r>
            <a:r>
              <a:rPr sz="2800" b="1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elec</a:t>
            </a:r>
            <a:r>
              <a:rPr sz="2800" b="1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t</a:t>
            </a:r>
            <a:r>
              <a:rPr sz="2800" b="1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o</a:t>
            </a:r>
            <a:r>
              <a:rPr sz="2800" b="1" spc="30" dirty="0">
                <a:solidFill>
                  <a:srgbClr val="FFFFFF"/>
                </a:solidFill>
                <a:latin typeface="Microsoft Sans Serif"/>
                <a:cs typeface="Microsoft Sans Serif"/>
              </a:rPr>
              <a:t>r</a:t>
            </a:r>
            <a:r>
              <a:rPr sz="2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-</a:t>
            </a:r>
            <a:r>
              <a:rPr sz="2800" b="1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n</a:t>
            </a:r>
            <a:r>
              <a:rPr sz="2800" b="1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2800" b="1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m</a:t>
            </a:r>
            <a:r>
              <a:rPr sz="2800" b="1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e</a:t>
            </a:r>
            <a:r>
              <a:rPr sz="2800" b="1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”</a:t>
            </a:r>
            <a:r>
              <a:rPr sz="2800" b="1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&gt;</a:t>
            </a:r>
            <a:r>
              <a:rPr sz="2800" b="1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509003" y="5393435"/>
            <a:ext cx="5474335" cy="737870"/>
          </a:xfrm>
          <a:custGeom>
            <a:avLst/>
            <a:gdLst/>
            <a:ahLst/>
            <a:cxnLst/>
            <a:rect l="l" t="t" r="r" b="b"/>
            <a:pathLst>
              <a:path w="5474334" h="737870">
                <a:moveTo>
                  <a:pt x="0" y="737615"/>
                </a:moveTo>
                <a:lnTo>
                  <a:pt x="5474207" y="737615"/>
                </a:lnTo>
                <a:lnTo>
                  <a:pt x="5474207" y="0"/>
                </a:lnTo>
                <a:lnTo>
                  <a:pt x="0" y="0"/>
                </a:lnTo>
                <a:lnTo>
                  <a:pt x="0" y="73761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509003" y="5393435"/>
            <a:ext cx="5474335" cy="73787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0" rIns="0" bIns="0" rtlCol="0">
            <a:spAutoFit/>
          </a:bodyPr>
          <a:lstStyle/>
          <a:p>
            <a:pPr marL="375285">
              <a:lnSpc>
                <a:spcPct val="100000"/>
              </a:lnSpc>
            </a:pPr>
            <a:r>
              <a:rPr sz="2800" b="1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&lt;</a:t>
            </a:r>
            <a:r>
              <a:rPr sz="2800" b="1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d</a:t>
            </a:r>
            <a:r>
              <a:rPr sz="2800" b="1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i</a:t>
            </a:r>
            <a:r>
              <a:rPr sz="2800" b="1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v</a:t>
            </a:r>
            <a:r>
              <a:rPr sz="2800" b="1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cl</a:t>
            </a:r>
            <a:r>
              <a:rPr sz="2800" b="1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2800" b="1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ss=</a:t>
            </a:r>
            <a:r>
              <a:rPr sz="2800" b="1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“</a:t>
            </a:r>
            <a:r>
              <a:rPr sz="2800" b="1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2800" b="1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p</a:t>
            </a:r>
            <a:r>
              <a:rPr sz="2800" b="1" spc="25" dirty="0">
                <a:solidFill>
                  <a:srgbClr val="FFFFFF"/>
                </a:solidFill>
                <a:latin typeface="Microsoft Sans Serif"/>
                <a:cs typeface="Microsoft Sans Serif"/>
              </a:rPr>
              <a:t>p</a:t>
            </a:r>
            <a:r>
              <a:rPr sz="2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-</a:t>
            </a:r>
            <a:r>
              <a:rPr sz="2800" b="1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r</a:t>
            </a:r>
            <a:r>
              <a:rPr sz="2800" b="1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oot</a:t>
            </a:r>
            <a:r>
              <a:rPr sz="2800" b="1" dirty="0">
                <a:solidFill>
                  <a:srgbClr val="FFFFFF"/>
                </a:solidFill>
                <a:latin typeface="Microsoft Sans Serif"/>
                <a:cs typeface="Microsoft Sans Serif"/>
              </a:rPr>
              <a:t>”</a:t>
            </a:r>
            <a:r>
              <a:rPr sz="2800" b="1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&gt;</a:t>
            </a:r>
            <a:r>
              <a:rPr sz="2800" b="1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&lt;</a:t>
            </a:r>
            <a:r>
              <a:rPr sz="2800" b="1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/d</a:t>
            </a:r>
            <a:r>
              <a:rPr sz="2800" b="1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iv&gt;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3344" rIns="0" bIns="0" rtlCol="0">
            <a:spAutoFit/>
          </a:bodyPr>
          <a:lstStyle/>
          <a:p>
            <a:pPr marL="3221355">
              <a:lnSpc>
                <a:spcPct val="100000"/>
              </a:lnSpc>
            </a:pPr>
            <a:r>
              <a:rPr sz="25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5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5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f</a:t>
            </a:r>
            <a:r>
              <a:rPr sz="25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in</a:t>
            </a:r>
            <a:r>
              <a:rPr sz="25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5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5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by </a:t>
            </a:r>
            <a:r>
              <a:rPr sz="25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do</a:t>
            </a:r>
            <a:r>
              <a:rPr sz="25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5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5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(</a:t>
            </a:r>
            <a:r>
              <a:rPr sz="25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5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.</a:t>
            </a:r>
            <a:r>
              <a:rPr sz="25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5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)</a:t>
            </a:r>
            <a:r>
              <a:rPr sz="25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 in</a:t>
            </a:r>
            <a:r>
              <a:rPr sz="25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5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se</a:t>
            </a:r>
            <a:r>
              <a:rPr sz="25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lec</a:t>
            </a:r>
            <a:r>
              <a:rPr sz="25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tor</a:t>
            </a:r>
            <a:r>
              <a:rPr sz="25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5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na</a:t>
            </a:r>
            <a:r>
              <a:rPr sz="25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2500" spc="-60" dirty="0">
                <a:solidFill>
                  <a:srgbClr val="006FC0"/>
                </a:solidFill>
                <a:latin typeface="Microsoft Sans Serif"/>
                <a:cs typeface="Microsoft Sans Serif"/>
              </a:rPr>
              <a:t>e.</a:t>
            </a:r>
            <a:r>
              <a:rPr sz="25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5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endParaRPr sz="25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45947"/>
            <a:ext cx="3311652" cy="11216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35" dirty="0">
                <a:solidFill>
                  <a:srgbClr val="696363"/>
                </a:solidFill>
              </a:rPr>
              <a:t>D</a:t>
            </a:r>
            <a:r>
              <a:rPr sz="4000" spc="-10" dirty="0">
                <a:solidFill>
                  <a:srgbClr val="696363"/>
                </a:solidFill>
              </a:rPr>
              <a:t>at</a:t>
            </a:r>
            <a:r>
              <a:rPr sz="4000" spc="-30" dirty="0">
                <a:solidFill>
                  <a:srgbClr val="696363"/>
                </a:solidFill>
              </a:rPr>
              <a:t>a</a:t>
            </a:r>
            <a:r>
              <a:rPr sz="4000" spc="-35" dirty="0">
                <a:solidFill>
                  <a:srgbClr val="696363"/>
                </a:solidFill>
              </a:rPr>
              <a:t> </a:t>
            </a:r>
            <a:r>
              <a:rPr sz="4000" spc="-30" dirty="0">
                <a:solidFill>
                  <a:srgbClr val="696363"/>
                </a:solidFill>
              </a:rPr>
              <a:t>b</a:t>
            </a:r>
            <a:r>
              <a:rPr sz="4000" spc="0" dirty="0">
                <a:solidFill>
                  <a:srgbClr val="696363"/>
                </a:solidFill>
              </a:rPr>
              <a:t>i</a:t>
            </a:r>
            <a:r>
              <a:rPr sz="4000" spc="-30" dirty="0">
                <a:solidFill>
                  <a:srgbClr val="696363"/>
                </a:solidFill>
              </a:rPr>
              <a:t>n</a:t>
            </a:r>
            <a:r>
              <a:rPr sz="4000" spc="-10" dirty="0">
                <a:solidFill>
                  <a:srgbClr val="696363"/>
                </a:solidFill>
              </a:rPr>
              <a:t>d</a:t>
            </a:r>
            <a:r>
              <a:rPr sz="4000" spc="-25" dirty="0">
                <a:solidFill>
                  <a:srgbClr val="696363"/>
                </a:solidFill>
              </a:rPr>
              <a:t>ing</a:t>
            </a:r>
            <a:endParaRPr sz="4000"/>
          </a:p>
        </p:txBody>
      </p:sp>
      <p:sp>
        <p:nvSpPr>
          <p:cNvPr id="4" name="object 4"/>
          <p:cNvSpPr/>
          <p:nvPr/>
        </p:nvSpPr>
        <p:spPr>
          <a:xfrm>
            <a:off x="216407" y="1347216"/>
            <a:ext cx="11349355" cy="523240"/>
          </a:xfrm>
          <a:custGeom>
            <a:avLst/>
            <a:gdLst/>
            <a:ahLst/>
            <a:cxnLst/>
            <a:rect l="l" t="t" r="r" b="b"/>
            <a:pathLst>
              <a:path w="11349355" h="523239">
                <a:moveTo>
                  <a:pt x="0" y="522731"/>
                </a:moveTo>
                <a:lnTo>
                  <a:pt x="11349227" y="522731"/>
                </a:lnTo>
                <a:lnTo>
                  <a:pt x="11349227" y="0"/>
                </a:lnTo>
                <a:lnTo>
                  <a:pt x="0" y="0"/>
                </a:lnTo>
                <a:lnTo>
                  <a:pt x="0" y="5227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16407" y="1347216"/>
            <a:ext cx="11349355" cy="523240"/>
          </a:xfrm>
          <a:custGeom>
            <a:avLst/>
            <a:gdLst/>
            <a:ahLst/>
            <a:cxnLst/>
            <a:rect l="l" t="t" r="r" b="b"/>
            <a:pathLst>
              <a:path w="11349355" h="523239">
                <a:moveTo>
                  <a:pt x="0" y="522731"/>
                </a:moveTo>
                <a:lnTo>
                  <a:pt x="11349227" y="522731"/>
                </a:lnTo>
                <a:lnTo>
                  <a:pt x="11349227" y="0"/>
                </a:lnTo>
                <a:lnTo>
                  <a:pt x="0" y="0"/>
                </a:lnTo>
                <a:lnTo>
                  <a:pt x="0" y="522731"/>
                </a:lnTo>
                <a:close/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56085" y="1438482"/>
            <a:ext cx="10862310" cy="382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9580" indent="-436880">
              <a:lnSpc>
                <a:spcPct val="100000"/>
              </a:lnSpc>
              <a:buClr>
                <a:srgbClr val="006FC0"/>
              </a:buClr>
              <a:buFont typeface="Wingdings"/>
              <a:buChar char=""/>
              <a:tabLst>
                <a:tab pos="450215" algn="l"/>
              </a:tabLst>
            </a:pPr>
            <a:r>
              <a:rPr sz="28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Dat</a:t>
            </a:r>
            <a:r>
              <a:rPr sz="28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8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bi</a:t>
            </a:r>
            <a:r>
              <a:rPr sz="28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8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di</a:t>
            </a:r>
            <a:r>
              <a:rPr sz="28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2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is c</a:t>
            </a:r>
            <a:r>
              <a:rPr sz="28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omm</a:t>
            </a:r>
            <a:r>
              <a:rPr sz="28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28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ni</a:t>
            </a:r>
            <a:r>
              <a:rPr sz="28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8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atio</a:t>
            </a:r>
            <a:r>
              <a:rPr sz="2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28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etwee</a:t>
            </a:r>
            <a:r>
              <a:rPr sz="2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28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usin</a:t>
            </a:r>
            <a:r>
              <a:rPr sz="2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8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8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800" spc="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logic</a:t>
            </a:r>
            <a:r>
              <a:rPr sz="2800" spc="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8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800" spc="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vie</a:t>
            </a:r>
            <a:r>
              <a:rPr sz="28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ws.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0207" y="2522220"/>
            <a:ext cx="2287905" cy="4052570"/>
          </a:xfrm>
          <a:prstGeom prst="rect">
            <a:avLst/>
          </a:prstGeom>
          <a:solidFill>
            <a:srgbClr val="D24716"/>
          </a:solidFill>
        </p:spPr>
        <p:txBody>
          <a:bodyPr vert="horz" wrap="square" lIns="0" tIns="0" rIns="0" bIns="0" rtlCol="0">
            <a:spAutoFit/>
          </a:bodyPr>
          <a:lstStyle/>
          <a:p>
            <a:pPr marL="111760" algn="ctr">
              <a:lnSpc>
                <a:spcPts val="3775"/>
              </a:lnSpc>
            </a:pPr>
            <a:r>
              <a:rPr sz="3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Typescript </a:t>
            </a:r>
            <a:endParaRPr sz="3400">
              <a:latin typeface="Microsoft Sans Serif"/>
              <a:cs typeface="Microsoft Sans Serif"/>
            </a:endParaRPr>
          </a:p>
          <a:p>
            <a:pPr algn="ctr">
              <a:lnSpc>
                <a:spcPts val="3775"/>
              </a:lnSpc>
            </a:pPr>
            <a:r>
              <a:rPr sz="3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Code</a:t>
            </a:r>
            <a:endParaRPr sz="3400">
              <a:latin typeface="Microsoft Sans Serif"/>
              <a:cs typeface="Microsoft Sans Serif"/>
            </a:endParaRPr>
          </a:p>
          <a:p>
            <a:pPr marL="194945" marR="73025" algn="ctr">
              <a:lnSpc>
                <a:spcPts val="3460"/>
              </a:lnSpc>
              <a:spcBef>
                <a:spcPts val="1365"/>
              </a:spcBef>
            </a:pPr>
            <a:r>
              <a:rPr sz="3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(Busines</a:t>
            </a:r>
            <a:r>
              <a:rPr sz="3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s</a:t>
            </a:r>
            <a:r>
              <a:rPr sz="3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Lo</a:t>
            </a:r>
            <a:r>
              <a:rPr sz="3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g</a:t>
            </a:r>
            <a:r>
              <a:rPr sz="3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i</a:t>
            </a:r>
            <a:r>
              <a:rPr sz="3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c)</a:t>
            </a:r>
            <a:endParaRPr sz="34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03307" y="2452116"/>
            <a:ext cx="2319655" cy="4299585"/>
          </a:xfrm>
          <a:custGeom>
            <a:avLst/>
            <a:gdLst/>
            <a:ahLst/>
            <a:cxnLst/>
            <a:rect l="l" t="t" r="r" b="b"/>
            <a:pathLst>
              <a:path w="2319654" h="4299584">
                <a:moveTo>
                  <a:pt x="0" y="4299203"/>
                </a:moveTo>
                <a:lnTo>
                  <a:pt x="2319527" y="4299203"/>
                </a:lnTo>
                <a:lnTo>
                  <a:pt x="2319527" y="0"/>
                </a:lnTo>
                <a:lnTo>
                  <a:pt x="0" y="0"/>
                </a:lnTo>
                <a:lnTo>
                  <a:pt x="0" y="4299203"/>
                </a:lnTo>
                <a:close/>
              </a:path>
            </a:pathLst>
          </a:custGeom>
          <a:solidFill>
            <a:srgbClr val="917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844285" y="3999057"/>
            <a:ext cx="2042795" cy="1191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0025" marR="5080" indent="-187960">
              <a:lnSpc>
                <a:spcPct val="118000"/>
              </a:lnSpc>
            </a:pPr>
            <a:r>
              <a:rPr sz="3800" dirty="0">
                <a:solidFill>
                  <a:srgbClr val="FFFFFF"/>
                </a:solidFill>
                <a:latin typeface="Microsoft Sans Serif"/>
                <a:cs typeface="Microsoft Sans Serif"/>
              </a:rPr>
              <a:t>Template</a:t>
            </a:r>
            <a:r>
              <a:rPr sz="38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800" dirty="0">
                <a:solidFill>
                  <a:srgbClr val="FFFFFF"/>
                </a:solidFill>
                <a:latin typeface="Microsoft Sans Serif"/>
                <a:cs typeface="Microsoft Sans Serif"/>
              </a:rPr>
              <a:t>(HTML)</a:t>
            </a:r>
            <a:endParaRPr sz="38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00627" y="2176272"/>
            <a:ext cx="5111750" cy="523240"/>
          </a:xfrm>
          <a:prstGeom prst="rect">
            <a:avLst/>
          </a:prstGeom>
          <a:ln w="12191">
            <a:solidFill>
              <a:srgbClr val="845D5D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5090">
              <a:lnSpc>
                <a:spcPct val="100000"/>
              </a:lnSpc>
            </a:pPr>
            <a:r>
              <a:rPr sz="28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8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ata</a:t>
            </a:r>
            <a:r>
              <a:rPr sz="28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28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8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nd</a:t>
            </a:r>
            <a:r>
              <a:rPr sz="28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in</a:t>
            </a:r>
            <a:r>
              <a:rPr sz="28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28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= C</a:t>
            </a:r>
            <a:r>
              <a:rPr sz="28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8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mm</a:t>
            </a:r>
            <a:r>
              <a:rPr sz="28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un</a:t>
            </a:r>
            <a:r>
              <a:rPr sz="28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ica</a:t>
            </a:r>
            <a:r>
              <a:rPr sz="28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8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ion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511551" y="2865120"/>
            <a:ext cx="6963409" cy="1294130"/>
          </a:xfrm>
          <a:custGeom>
            <a:avLst/>
            <a:gdLst/>
            <a:ahLst/>
            <a:cxnLst/>
            <a:rect l="l" t="t" r="r" b="b"/>
            <a:pathLst>
              <a:path w="6963409" h="1294129">
                <a:moveTo>
                  <a:pt x="6316217" y="0"/>
                </a:moveTo>
                <a:lnTo>
                  <a:pt x="6316217" y="323453"/>
                </a:lnTo>
                <a:lnTo>
                  <a:pt x="0" y="323453"/>
                </a:lnTo>
                <a:lnTo>
                  <a:pt x="0" y="970406"/>
                </a:lnTo>
                <a:lnTo>
                  <a:pt x="6316217" y="970406"/>
                </a:lnTo>
                <a:lnTo>
                  <a:pt x="6316217" y="1293875"/>
                </a:lnTo>
                <a:lnTo>
                  <a:pt x="6963155" y="646937"/>
                </a:lnTo>
                <a:lnTo>
                  <a:pt x="6316217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511551" y="2865120"/>
            <a:ext cx="6963409" cy="1294130"/>
          </a:xfrm>
          <a:custGeom>
            <a:avLst/>
            <a:gdLst/>
            <a:ahLst/>
            <a:cxnLst/>
            <a:rect l="l" t="t" r="r" b="b"/>
            <a:pathLst>
              <a:path w="6963409" h="1294129">
                <a:moveTo>
                  <a:pt x="0" y="323453"/>
                </a:moveTo>
                <a:lnTo>
                  <a:pt x="6316217" y="323453"/>
                </a:lnTo>
                <a:lnTo>
                  <a:pt x="6316217" y="0"/>
                </a:lnTo>
                <a:lnTo>
                  <a:pt x="6963155" y="646937"/>
                </a:lnTo>
                <a:lnTo>
                  <a:pt x="6316217" y="1293875"/>
                </a:lnTo>
                <a:lnTo>
                  <a:pt x="6316217" y="970406"/>
                </a:lnTo>
                <a:lnTo>
                  <a:pt x="0" y="970406"/>
                </a:lnTo>
                <a:lnTo>
                  <a:pt x="0" y="323453"/>
                </a:lnTo>
                <a:close/>
              </a:path>
            </a:pathLst>
          </a:custGeom>
          <a:ln w="12191">
            <a:solidFill>
              <a:srgbClr val="9A310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858896" y="3344506"/>
            <a:ext cx="1943735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O</a:t>
            </a:r>
            <a:r>
              <a:rPr sz="2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u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t</a:t>
            </a:r>
            <a:r>
              <a:rPr sz="2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pu</a:t>
            </a:r>
            <a:r>
              <a:rPr sz="2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t</a:t>
            </a:r>
            <a:r>
              <a:rPr sz="28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D</a:t>
            </a:r>
            <a:r>
              <a:rPr sz="2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t</a:t>
            </a:r>
            <a:r>
              <a:rPr sz="2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497579" y="4433316"/>
            <a:ext cx="5291455" cy="524510"/>
          </a:xfrm>
          <a:prstGeom prst="rect">
            <a:avLst/>
          </a:prstGeom>
          <a:ln w="12191">
            <a:solidFill>
              <a:srgbClr val="9A2C1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6360">
              <a:lnSpc>
                <a:spcPct val="100000"/>
              </a:lnSpc>
            </a:pPr>
            <a:r>
              <a:rPr sz="28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8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80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8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8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28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In</a:t>
            </a:r>
            <a:r>
              <a:rPr sz="28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8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8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8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p</a:t>
            </a:r>
            <a:r>
              <a:rPr sz="28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ol</a:t>
            </a:r>
            <a:r>
              <a:rPr sz="28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8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tio</a:t>
            </a:r>
            <a:r>
              <a:rPr sz="280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8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=&gt;</a:t>
            </a:r>
            <a:r>
              <a:rPr sz="28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0000"/>
                </a:solidFill>
                <a:latin typeface="Microsoft Sans Serif"/>
                <a:cs typeface="Microsoft Sans Serif"/>
              </a:rPr>
              <a:t>{{</a:t>
            </a:r>
            <a:r>
              <a:rPr sz="2800" spc="-3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Microsoft Sans Serif"/>
                <a:cs typeface="Microsoft Sans Serif"/>
              </a:rPr>
              <a:t>dat</a:t>
            </a:r>
            <a:r>
              <a:rPr sz="2800" spc="-25" dirty="0">
                <a:solidFill>
                  <a:srgbClr val="FF0000"/>
                </a:solidFill>
                <a:latin typeface="Microsoft Sans Serif"/>
                <a:cs typeface="Microsoft Sans Serif"/>
              </a:rPr>
              <a:t>a</a:t>
            </a:r>
            <a:r>
              <a:rPr sz="2800" spc="-40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0000"/>
                </a:solidFill>
                <a:latin typeface="Microsoft Sans Serif"/>
                <a:cs typeface="Microsoft Sans Serif"/>
              </a:rPr>
              <a:t>}</a:t>
            </a:r>
            <a:r>
              <a:rPr sz="2800" spc="-10" dirty="0">
                <a:solidFill>
                  <a:srgbClr val="FF0000"/>
                </a:solidFill>
                <a:latin typeface="Microsoft Sans Serif"/>
                <a:cs typeface="Microsoft Sans Serif"/>
              </a:rPr>
              <a:t>}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89503" y="5468111"/>
            <a:ext cx="6707505" cy="523240"/>
          </a:xfrm>
          <a:prstGeom prst="rect">
            <a:avLst/>
          </a:prstGeom>
          <a:ln w="12191">
            <a:solidFill>
              <a:srgbClr val="9A2C1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5090">
              <a:lnSpc>
                <a:spcPct val="100000"/>
              </a:lnSpc>
            </a:pPr>
            <a:r>
              <a:rPr sz="28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P</a:t>
            </a:r>
            <a:r>
              <a:rPr sz="28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8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ope</a:t>
            </a:r>
            <a:r>
              <a:rPr sz="28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rty</a:t>
            </a:r>
            <a:r>
              <a:rPr sz="28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28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indi</a:t>
            </a:r>
            <a:r>
              <a:rPr sz="2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8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28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 =&gt;</a:t>
            </a:r>
            <a:r>
              <a:rPr sz="28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Microsoft Sans Serif"/>
                <a:cs typeface="Microsoft Sans Serif"/>
              </a:rPr>
              <a:t>[p</a:t>
            </a:r>
            <a:r>
              <a:rPr sz="2800" b="1" spc="-10" dirty="0">
                <a:solidFill>
                  <a:srgbClr val="FF0000"/>
                </a:solidFill>
                <a:latin typeface="Microsoft Sans Serif"/>
                <a:cs typeface="Microsoft Sans Serif"/>
              </a:rPr>
              <a:t>r</a:t>
            </a:r>
            <a:r>
              <a:rPr sz="2800" b="1" spc="-15" dirty="0">
                <a:solidFill>
                  <a:srgbClr val="FF0000"/>
                </a:solidFill>
                <a:latin typeface="Microsoft Sans Serif"/>
                <a:cs typeface="Microsoft Sans Serif"/>
              </a:rPr>
              <a:t>o</a:t>
            </a:r>
            <a:r>
              <a:rPr sz="2800" b="1" spc="-20" dirty="0">
                <a:solidFill>
                  <a:srgbClr val="FF0000"/>
                </a:solidFill>
                <a:latin typeface="Microsoft Sans Serif"/>
                <a:cs typeface="Microsoft Sans Serif"/>
              </a:rPr>
              <a:t>p</a:t>
            </a:r>
            <a:r>
              <a:rPr sz="2800" b="1" spc="-5" dirty="0">
                <a:solidFill>
                  <a:srgbClr val="FF0000"/>
                </a:solidFill>
                <a:latin typeface="Microsoft Sans Serif"/>
                <a:cs typeface="Microsoft Sans Serif"/>
              </a:rPr>
              <a:t>e</a:t>
            </a:r>
            <a:r>
              <a:rPr sz="2800" b="1" spc="-10" dirty="0">
                <a:solidFill>
                  <a:srgbClr val="FF0000"/>
                </a:solidFill>
                <a:latin typeface="Microsoft Sans Serif"/>
                <a:cs typeface="Microsoft Sans Serif"/>
              </a:rPr>
              <a:t>rty]</a:t>
            </a:r>
            <a:r>
              <a:rPr sz="2800" b="1" spc="-4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2800" b="1" spc="-15" dirty="0">
                <a:solidFill>
                  <a:srgbClr val="FF0000"/>
                </a:solidFill>
                <a:latin typeface="Microsoft Sans Serif"/>
                <a:cs typeface="Microsoft Sans Serif"/>
              </a:rPr>
              <a:t>=</a:t>
            </a:r>
            <a:r>
              <a:rPr sz="2800" b="1" spc="-10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2800" b="1" dirty="0">
                <a:solidFill>
                  <a:srgbClr val="FF0000"/>
                </a:solidFill>
                <a:latin typeface="Microsoft Sans Serif"/>
                <a:cs typeface="Microsoft Sans Serif"/>
              </a:rPr>
              <a:t>“</a:t>
            </a:r>
            <a:r>
              <a:rPr sz="2800" b="1" spc="-10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Microsoft Sans Serif"/>
                <a:cs typeface="Microsoft Sans Serif"/>
              </a:rPr>
              <a:t>dat</a:t>
            </a:r>
            <a:r>
              <a:rPr sz="2800" b="1" spc="-25" dirty="0">
                <a:solidFill>
                  <a:srgbClr val="FF0000"/>
                </a:solidFill>
                <a:latin typeface="Microsoft Sans Serif"/>
                <a:cs typeface="Microsoft Sans Serif"/>
              </a:rPr>
              <a:t>a</a:t>
            </a:r>
            <a:r>
              <a:rPr sz="2800" b="1" spc="-4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Microsoft Sans Serif"/>
                <a:cs typeface="Microsoft Sans Serif"/>
              </a:rPr>
              <a:t>“</a:t>
            </a:r>
            <a:endParaRPr sz="2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0500" y="556260"/>
            <a:ext cx="2920365" cy="607060"/>
          </a:xfrm>
          <a:custGeom>
            <a:avLst/>
            <a:gdLst/>
            <a:ahLst/>
            <a:cxnLst/>
            <a:rect l="l" t="t" r="r" b="b"/>
            <a:pathLst>
              <a:path w="2920365" h="607060">
                <a:moveTo>
                  <a:pt x="2818887" y="0"/>
                </a:moveTo>
                <a:lnTo>
                  <a:pt x="101107" y="0"/>
                </a:lnTo>
                <a:lnTo>
                  <a:pt x="97277" y="71"/>
                </a:lnTo>
                <a:lnTo>
                  <a:pt x="56120" y="10523"/>
                </a:lnTo>
                <a:lnTo>
                  <a:pt x="23745" y="35977"/>
                </a:lnTo>
                <a:lnTo>
                  <a:pt x="4091" y="72517"/>
                </a:lnTo>
                <a:lnTo>
                  <a:pt x="0" y="101102"/>
                </a:lnTo>
                <a:lnTo>
                  <a:pt x="0" y="606551"/>
                </a:lnTo>
                <a:lnTo>
                  <a:pt x="2919983" y="606551"/>
                </a:lnTo>
                <a:lnTo>
                  <a:pt x="2919913" y="97277"/>
                </a:lnTo>
                <a:lnTo>
                  <a:pt x="2909463" y="56095"/>
                </a:lnTo>
                <a:lnTo>
                  <a:pt x="2884010" y="23725"/>
                </a:lnTo>
                <a:lnTo>
                  <a:pt x="2847471" y="4086"/>
                </a:lnTo>
                <a:lnTo>
                  <a:pt x="2818887" y="0"/>
                </a:lnTo>
                <a:close/>
              </a:path>
            </a:pathLst>
          </a:custGeom>
          <a:solidFill>
            <a:srgbClr val="9A2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90500" y="556260"/>
            <a:ext cx="2920365" cy="607060"/>
          </a:xfrm>
          <a:custGeom>
            <a:avLst/>
            <a:gdLst/>
            <a:ahLst/>
            <a:cxnLst/>
            <a:rect l="l" t="t" r="r" b="b"/>
            <a:pathLst>
              <a:path w="2920365" h="607060">
                <a:moveTo>
                  <a:pt x="101107" y="0"/>
                </a:moveTo>
                <a:lnTo>
                  <a:pt x="2818887" y="0"/>
                </a:lnTo>
                <a:lnTo>
                  <a:pt x="2833505" y="1045"/>
                </a:lnTo>
                <a:lnTo>
                  <a:pt x="2872869" y="15571"/>
                </a:lnTo>
                <a:lnTo>
                  <a:pt x="2902452" y="44132"/>
                </a:lnTo>
                <a:lnTo>
                  <a:pt x="2918339" y="82812"/>
                </a:lnTo>
                <a:lnTo>
                  <a:pt x="2919983" y="606551"/>
                </a:lnTo>
                <a:lnTo>
                  <a:pt x="0" y="606551"/>
                </a:lnTo>
                <a:lnTo>
                  <a:pt x="0" y="101102"/>
                </a:lnTo>
                <a:lnTo>
                  <a:pt x="1047" y="86484"/>
                </a:lnTo>
                <a:lnTo>
                  <a:pt x="15586" y="47119"/>
                </a:lnTo>
                <a:lnTo>
                  <a:pt x="44158" y="17534"/>
                </a:lnTo>
                <a:lnTo>
                  <a:pt x="82825" y="1646"/>
                </a:lnTo>
                <a:lnTo>
                  <a:pt x="101107" y="0"/>
                </a:lnTo>
                <a:close/>
              </a:path>
            </a:pathLst>
          </a:custGeom>
          <a:ln w="12191">
            <a:solidFill>
              <a:srgbClr val="9A2C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9404" rIns="0" bIns="0" rtlCol="0">
            <a:spAutoFit/>
          </a:bodyPr>
          <a:lstStyle/>
          <a:p>
            <a:pPr marL="274320">
              <a:lnSpc>
                <a:spcPct val="100000"/>
              </a:lnSpc>
            </a:pPr>
            <a:r>
              <a:rPr spc="-20" dirty="0"/>
              <a:t>S</a:t>
            </a:r>
            <a:r>
              <a:rPr dirty="0"/>
              <a:t>trin</a:t>
            </a:r>
            <a:r>
              <a:rPr spc="5" dirty="0"/>
              <a:t>g</a:t>
            </a:r>
            <a:r>
              <a:rPr spc="-50" dirty="0"/>
              <a:t> </a:t>
            </a:r>
            <a:r>
              <a:rPr dirty="0"/>
              <a:t>I</a:t>
            </a:r>
            <a:r>
              <a:rPr spc="5" dirty="0"/>
              <a:t>n</a:t>
            </a:r>
            <a:r>
              <a:rPr spc="-10" dirty="0"/>
              <a:t>ter</a:t>
            </a:r>
            <a:r>
              <a:rPr spc="5" dirty="0"/>
              <a:t>p</a:t>
            </a:r>
            <a:r>
              <a:rPr spc="-5" dirty="0"/>
              <a:t>o</a:t>
            </a:r>
            <a:r>
              <a:rPr spc="-10" dirty="0"/>
              <a:t>l</a:t>
            </a:r>
            <a:r>
              <a:rPr spc="5" dirty="0"/>
              <a:t>a</a:t>
            </a:r>
            <a:r>
              <a:rPr dirty="0"/>
              <a:t>tion</a:t>
            </a:r>
          </a:p>
        </p:txBody>
      </p:sp>
      <p:sp>
        <p:nvSpPr>
          <p:cNvPr id="5" name="object 5"/>
          <p:cNvSpPr/>
          <p:nvPr/>
        </p:nvSpPr>
        <p:spPr>
          <a:xfrm>
            <a:off x="190500" y="1178052"/>
            <a:ext cx="11733530" cy="0"/>
          </a:xfrm>
          <a:custGeom>
            <a:avLst/>
            <a:gdLst/>
            <a:ahLst/>
            <a:cxnLst/>
            <a:rect l="l" t="t" r="r" b="b"/>
            <a:pathLst>
              <a:path w="11733530">
                <a:moveTo>
                  <a:pt x="0" y="0"/>
                </a:moveTo>
                <a:lnTo>
                  <a:pt x="11733275" y="0"/>
                </a:lnTo>
              </a:path>
            </a:pathLst>
          </a:custGeom>
          <a:ln w="12191">
            <a:solidFill>
              <a:srgbClr val="7A211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189480" y="765138"/>
            <a:ext cx="8994775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0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0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pola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ion</a:t>
            </a:r>
            <a:r>
              <a:rPr sz="20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20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rkup</a:t>
            </a:r>
            <a:r>
              <a:rPr sz="20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0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0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ed</a:t>
            </a:r>
            <a:r>
              <a:rPr sz="20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0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pr</a:t>
            </a:r>
            <a:r>
              <a:rPr sz="20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ovide</a:t>
            </a:r>
            <a:r>
              <a:rPr sz="20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da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000" spc="4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0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-</a:t>
            </a:r>
            <a:r>
              <a:rPr sz="20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bindin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20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t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x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0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an</a:t>
            </a:r>
            <a:r>
              <a:rPr sz="20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0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tt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ibute</a:t>
            </a:r>
            <a:r>
              <a:rPr sz="20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v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lue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91261" y="1907286"/>
            <a:ext cx="5171440" cy="2954020"/>
          </a:xfrm>
          <a:custGeom>
            <a:avLst/>
            <a:gdLst/>
            <a:ahLst/>
            <a:cxnLst/>
            <a:rect l="l" t="t" r="r" b="b"/>
            <a:pathLst>
              <a:path w="5171440" h="2954020">
                <a:moveTo>
                  <a:pt x="0" y="2953511"/>
                </a:moveTo>
                <a:lnTo>
                  <a:pt x="5170931" y="2953511"/>
                </a:lnTo>
                <a:lnTo>
                  <a:pt x="5170931" y="0"/>
                </a:lnTo>
                <a:lnTo>
                  <a:pt x="0" y="0"/>
                </a:lnTo>
                <a:lnTo>
                  <a:pt x="0" y="2953511"/>
                </a:lnTo>
                <a:close/>
              </a:path>
            </a:pathLst>
          </a:custGeom>
          <a:solidFill>
            <a:srgbClr val="9A2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227457" y="2479151"/>
            <a:ext cx="1094740" cy="0"/>
          </a:xfrm>
          <a:custGeom>
            <a:avLst/>
            <a:gdLst/>
            <a:ahLst/>
            <a:cxnLst/>
            <a:rect l="l" t="t" r="r" b="b"/>
            <a:pathLst>
              <a:path w="1094739">
                <a:moveTo>
                  <a:pt x="0" y="0"/>
                </a:moveTo>
                <a:lnTo>
                  <a:pt x="1094231" y="0"/>
                </a:lnTo>
              </a:path>
            </a:pathLst>
          </a:custGeom>
          <a:ln w="1955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68633" y="2130379"/>
            <a:ext cx="4273550" cy="25895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58975">
              <a:lnSpc>
                <a:spcPct val="100000"/>
              </a:lnSpc>
            </a:pPr>
            <a:r>
              <a:rPr sz="2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S</a:t>
            </a:r>
            <a:r>
              <a:rPr sz="2800" spc="0" dirty="0">
                <a:solidFill>
                  <a:srgbClr val="FFFFFF"/>
                </a:solidFill>
                <a:latin typeface="Microsoft Sans Serif"/>
                <a:cs typeface="Microsoft Sans Serif"/>
              </a:rPr>
              <a:t>y</a:t>
            </a:r>
            <a:r>
              <a:rPr sz="2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nt</a:t>
            </a:r>
            <a:r>
              <a:rPr sz="2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ax</a:t>
            </a:r>
            <a:endParaRPr sz="2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expo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rt</a:t>
            </a:r>
            <a:r>
              <a:rPr sz="24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c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4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s</a:t>
            </a: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s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&lt;</a:t>
            </a: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c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4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s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s_name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&gt;</a:t>
            </a:r>
            <a:endParaRPr sz="2400">
              <a:latin typeface="Microsoft Sans Serif"/>
              <a:cs typeface="Microsoft Sans Serif"/>
            </a:endParaRPr>
          </a:p>
          <a:p>
            <a:pPr marL="93345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{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endParaRPr sz="2400">
              <a:latin typeface="Microsoft Sans Serif"/>
              <a:cs typeface="Microsoft Sans Serif"/>
            </a:endParaRPr>
          </a:p>
          <a:p>
            <a:pPr marL="500380">
              <a:lnSpc>
                <a:spcPct val="100000"/>
              </a:lnSpc>
              <a:spcBef>
                <a:spcPts val="1440"/>
              </a:spcBef>
            </a:pPr>
            <a:r>
              <a:rPr sz="2400" spc="5" dirty="0">
                <a:solidFill>
                  <a:srgbClr val="FFFF00"/>
                </a:solidFill>
                <a:latin typeface="Microsoft Sans Serif"/>
                <a:cs typeface="Microsoft Sans Serif"/>
              </a:rPr>
              <a:t>va</a:t>
            </a:r>
            <a:r>
              <a:rPr sz="2400" dirty="0">
                <a:solidFill>
                  <a:srgbClr val="FFFF00"/>
                </a:solidFill>
                <a:latin typeface="Microsoft Sans Serif"/>
                <a:cs typeface="Microsoft Sans Serif"/>
              </a:rPr>
              <a:t>ria</a:t>
            </a:r>
            <a:r>
              <a:rPr sz="2400" spc="5" dirty="0">
                <a:solidFill>
                  <a:srgbClr val="FFFF00"/>
                </a:solidFill>
                <a:latin typeface="Microsoft Sans Serif"/>
                <a:cs typeface="Microsoft Sans Serif"/>
              </a:rPr>
              <a:t>b</a:t>
            </a:r>
            <a:r>
              <a:rPr sz="2400" dirty="0">
                <a:solidFill>
                  <a:srgbClr val="FFFF00"/>
                </a:solidFill>
                <a:latin typeface="Microsoft Sans Serif"/>
                <a:cs typeface="Microsoft Sans Serif"/>
              </a:rPr>
              <a:t>le</a:t>
            </a:r>
            <a:r>
              <a:rPr sz="2400" spc="5" dirty="0">
                <a:solidFill>
                  <a:srgbClr val="FFFF00"/>
                </a:solidFill>
                <a:latin typeface="Microsoft Sans Serif"/>
                <a:cs typeface="Microsoft Sans Serif"/>
              </a:rPr>
              <a:t>N</a:t>
            </a:r>
            <a:r>
              <a:rPr sz="2400" spc="-5" dirty="0">
                <a:solidFill>
                  <a:srgbClr val="FFFF00"/>
                </a:solidFill>
                <a:latin typeface="Microsoft Sans Serif"/>
                <a:cs typeface="Microsoft Sans Serif"/>
              </a:rPr>
              <a:t>am</a:t>
            </a:r>
            <a:r>
              <a:rPr sz="2400" dirty="0">
                <a:solidFill>
                  <a:srgbClr val="FFFF00"/>
                </a:solidFill>
                <a:latin typeface="Microsoft Sans Serif"/>
                <a:cs typeface="Microsoft Sans Serif"/>
              </a:rPr>
              <a:t>e</a:t>
            </a:r>
            <a:r>
              <a:rPr sz="2400" spc="1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400" b="1" spc="10" dirty="0">
                <a:solidFill>
                  <a:srgbClr val="FFFF00"/>
                </a:solidFill>
                <a:latin typeface="Microsoft Sans Serif"/>
                <a:cs typeface="Microsoft Sans Serif"/>
              </a:rPr>
              <a:t>=</a:t>
            </a:r>
            <a:r>
              <a:rPr sz="2400" b="1" spc="-15" dirty="0">
                <a:solidFill>
                  <a:srgbClr val="FFFF00"/>
                </a:solidFill>
                <a:latin typeface="Microsoft Sans Serif"/>
                <a:cs typeface="Microsoft Sans Serif"/>
              </a:rPr>
              <a:t> </a:t>
            </a:r>
            <a:r>
              <a:rPr sz="2400" b="1" spc="-10" dirty="0">
                <a:solidFill>
                  <a:srgbClr val="FFFF00"/>
                </a:solidFill>
                <a:latin typeface="Microsoft Sans Serif"/>
                <a:cs typeface="Microsoft Sans Serif"/>
              </a:rPr>
              <a:t>‘an</a:t>
            </a:r>
            <a:r>
              <a:rPr sz="2400" b="1" spc="5" dirty="0">
                <a:solidFill>
                  <a:srgbClr val="FFFF00"/>
                </a:solidFill>
                <a:latin typeface="Microsoft Sans Serif"/>
                <a:cs typeface="Microsoft Sans Serif"/>
              </a:rPr>
              <a:t>y</a:t>
            </a:r>
            <a:r>
              <a:rPr sz="2400" b="1" spc="-30" dirty="0">
                <a:solidFill>
                  <a:srgbClr val="FFFF00"/>
                </a:solidFill>
                <a:latin typeface="Microsoft Sans Serif"/>
                <a:cs typeface="Microsoft Sans Serif"/>
              </a:rPr>
              <a:t> </a:t>
            </a:r>
            <a:r>
              <a:rPr sz="2400" b="1" spc="5" dirty="0">
                <a:solidFill>
                  <a:srgbClr val="FFFF00"/>
                </a:solidFill>
                <a:latin typeface="Microsoft Sans Serif"/>
                <a:cs typeface="Microsoft Sans Serif"/>
              </a:rPr>
              <a:t>s</a:t>
            </a:r>
            <a:r>
              <a:rPr sz="2400" b="1" spc="10" dirty="0">
                <a:solidFill>
                  <a:srgbClr val="FFFF00"/>
                </a:solidFill>
                <a:latin typeface="Microsoft Sans Serif"/>
                <a:cs typeface="Microsoft Sans Serif"/>
              </a:rPr>
              <a:t>t</a:t>
            </a:r>
            <a:r>
              <a:rPr sz="2400" b="1" dirty="0">
                <a:solidFill>
                  <a:srgbClr val="FFFF00"/>
                </a:solidFill>
                <a:latin typeface="Microsoft Sans Serif"/>
                <a:cs typeface="Microsoft Sans Serif"/>
              </a:rPr>
              <a:t>r</a:t>
            </a:r>
            <a:r>
              <a:rPr sz="2400" b="1" spc="-10" dirty="0">
                <a:solidFill>
                  <a:srgbClr val="FFFF00"/>
                </a:solidFill>
                <a:latin typeface="Microsoft Sans Serif"/>
                <a:cs typeface="Microsoft Sans Serif"/>
              </a:rPr>
              <a:t>ing</a:t>
            </a:r>
            <a:r>
              <a:rPr sz="2400" b="1" dirty="0">
                <a:solidFill>
                  <a:srgbClr val="FFFF00"/>
                </a:solidFill>
                <a:latin typeface="Microsoft Sans Serif"/>
                <a:cs typeface="Microsoft Sans Serif"/>
              </a:rPr>
              <a:t>';</a:t>
            </a:r>
            <a:endParaRPr sz="2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}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019800" y="1874520"/>
            <a:ext cx="5486400" cy="2955290"/>
          </a:xfrm>
          <a:custGeom>
            <a:avLst/>
            <a:gdLst/>
            <a:ahLst/>
            <a:cxnLst/>
            <a:rect l="l" t="t" r="r" b="b"/>
            <a:pathLst>
              <a:path w="5486400" h="2955290">
                <a:moveTo>
                  <a:pt x="0" y="2955035"/>
                </a:moveTo>
                <a:lnTo>
                  <a:pt x="5486399" y="2955035"/>
                </a:lnTo>
                <a:lnTo>
                  <a:pt x="5486399" y="0"/>
                </a:lnTo>
                <a:lnTo>
                  <a:pt x="0" y="0"/>
                </a:lnTo>
                <a:lnTo>
                  <a:pt x="0" y="295503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019800" y="1874520"/>
            <a:ext cx="5486400" cy="295529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u="heavy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E</a:t>
            </a:r>
            <a:r>
              <a:rPr sz="2800" u="heavy" spc="0" dirty="0">
                <a:solidFill>
                  <a:srgbClr val="FFFFFF"/>
                </a:solidFill>
                <a:latin typeface="Microsoft Sans Serif"/>
                <a:cs typeface="Microsoft Sans Serif"/>
              </a:rPr>
              <a:t>x</a:t>
            </a:r>
            <a:r>
              <a:rPr sz="2800" u="heavy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2800" u="heavy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m</a:t>
            </a:r>
            <a:r>
              <a:rPr sz="2800" u="heavy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p</a:t>
            </a:r>
            <a:r>
              <a:rPr sz="2800" u="heavy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le</a:t>
            </a:r>
            <a:endParaRPr sz="2800">
              <a:latin typeface="Microsoft Sans Serif"/>
              <a:cs typeface="Microsoft Sans Serif"/>
            </a:endParaRPr>
          </a:p>
          <a:p>
            <a:pPr marL="92075">
              <a:lnSpc>
                <a:spcPct val="100000"/>
              </a:lnSpc>
              <a:spcBef>
                <a:spcPts val="1540"/>
              </a:spcBef>
            </a:pP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export c</a:t>
            </a:r>
            <a:r>
              <a:rPr sz="24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l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ass</a:t>
            </a:r>
            <a:r>
              <a:rPr sz="2400" spc="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AppComponent</a:t>
            </a:r>
            <a:endParaRPr sz="2400">
              <a:latin typeface="Microsoft Sans Serif"/>
              <a:cs typeface="Microsoft Sans Serif"/>
            </a:endParaRPr>
          </a:p>
          <a:p>
            <a:pPr marL="92075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{ </a:t>
            </a:r>
            <a:endParaRPr sz="2400">
              <a:latin typeface="Microsoft Sans Serif"/>
              <a:cs typeface="Microsoft Sans Serif"/>
            </a:endParaRPr>
          </a:p>
          <a:p>
            <a:pPr marL="658495">
              <a:lnSpc>
                <a:spcPct val="100000"/>
              </a:lnSpc>
              <a:spcBef>
                <a:spcPts val="1440"/>
              </a:spcBef>
            </a:pPr>
            <a:r>
              <a:rPr sz="2400" spc="-10" dirty="0">
                <a:solidFill>
                  <a:srgbClr val="FFFF00"/>
                </a:solidFill>
                <a:latin typeface="Microsoft Sans Serif"/>
                <a:cs typeface="Microsoft Sans Serif"/>
              </a:rPr>
              <a:t>t</a:t>
            </a:r>
            <a:r>
              <a:rPr sz="2400" spc="-25" dirty="0">
                <a:solidFill>
                  <a:srgbClr val="FFFF00"/>
                </a:solidFill>
                <a:latin typeface="Microsoft Sans Serif"/>
                <a:cs typeface="Microsoft Sans Serif"/>
              </a:rPr>
              <a:t>i</a:t>
            </a:r>
            <a:r>
              <a:rPr sz="2400" spc="-10" dirty="0">
                <a:solidFill>
                  <a:srgbClr val="FFFF00"/>
                </a:solidFill>
                <a:latin typeface="Microsoft Sans Serif"/>
                <a:cs typeface="Microsoft Sans Serif"/>
              </a:rPr>
              <a:t>t</a:t>
            </a:r>
            <a:r>
              <a:rPr sz="2400" spc="-25" dirty="0">
                <a:solidFill>
                  <a:srgbClr val="FFFF00"/>
                </a:solidFill>
                <a:latin typeface="Microsoft Sans Serif"/>
                <a:cs typeface="Microsoft Sans Serif"/>
              </a:rPr>
              <a:t>l</a:t>
            </a:r>
            <a:r>
              <a:rPr sz="2400" spc="-20" dirty="0">
                <a:solidFill>
                  <a:srgbClr val="FFFF00"/>
                </a:solidFill>
                <a:latin typeface="Microsoft Sans Serif"/>
                <a:cs typeface="Microsoft Sans Serif"/>
              </a:rPr>
              <a:t>e</a:t>
            </a:r>
            <a:r>
              <a:rPr sz="2400" spc="15" dirty="0">
                <a:solidFill>
                  <a:srgbClr val="FFFF00"/>
                </a:solidFill>
                <a:latin typeface="Microsoft Sans Serif"/>
                <a:cs typeface="Microsoft Sans Serif"/>
              </a:rPr>
              <a:t> </a:t>
            </a:r>
            <a:r>
              <a:rPr sz="2400" spc="-15" dirty="0">
                <a:solidFill>
                  <a:srgbClr val="FFFF00"/>
                </a:solidFill>
                <a:latin typeface="Microsoft Sans Serif"/>
                <a:cs typeface="Microsoft Sans Serif"/>
              </a:rPr>
              <a:t>=</a:t>
            </a:r>
            <a:r>
              <a:rPr sz="2400" spc="-20" dirty="0">
                <a:solidFill>
                  <a:srgbClr val="FFFF0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00"/>
                </a:solidFill>
                <a:latin typeface="Microsoft Sans Serif"/>
                <a:cs typeface="Microsoft Sans Serif"/>
              </a:rPr>
              <a:t>‘</a:t>
            </a:r>
            <a:r>
              <a:rPr sz="2400" spc="-10" dirty="0">
                <a:solidFill>
                  <a:srgbClr val="FFFF00"/>
                </a:solidFill>
                <a:latin typeface="Microsoft Sans Serif"/>
                <a:cs typeface="Microsoft Sans Serif"/>
              </a:rPr>
              <a:t>T</a:t>
            </a:r>
            <a:r>
              <a:rPr sz="2400" dirty="0">
                <a:solidFill>
                  <a:srgbClr val="FFFF00"/>
                </a:solidFill>
                <a:latin typeface="Microsoft Sans Serif"/>
                <a:cs typeface="Microsoft Sans Serif"/>
              </a:rPr>
              <a:t>h</a:t>
            </a:r>
            <a:r>
              <a:rPr sz="2400" spc="-25" dirty="0">
                <a:solidFill>
                  <a:srgbClr val="FFFF00"/>
                </a:solidFill>
                <a:latin typeface="Microsoft Sans Serif"/>
                <a:cs typeface="Microsoft Sans Serif"/>
              </a:rPr>
              <a:t>i</a:t>
            </a:r>
            <a:r>
              <a:rPr sz="2400" dirty="0">
                <a:solidFill>
                  <a:srgbClr val="FFFF00"/>
                </a:solidFill>
                <a:latin typeface="Microsoft Sans Serif"/>
                <a:cs typeface="Microsoft Sans Serif"/>
              </a:rPr>
              <a:t>s</a:t>
            </a:r>
            <a:r>
              <a:rPr sz="2400" spc="30" dirty="0">
                <a:solidFill>
                  <a:srgbClr val="FFFF00"/>
                </a:solidFill>
                <a:latin typeface="Microsoft Sans Serif"/>
                <a:cs typeface="Microsoft Sans Serif"/>
              </a:rPr>
              <a:t> </a:t>
            </a:r>
            <a:r>
              <a:rPr sz="2400" spc="-20" dirty="0">
                <a:solidFill>
                  <a:srgbClr val="FFFF00"/>
                </a:solidFill>
                <a:latin typeface="Microsoft Sans Serif"/>
                <a:cs typeface="Microsoft Sans Serif"/>
              </a:rPr>
              <a:t>i</a:t>
            </a:r>
            <a:r>
              <a:rPr sz="2400" dirty="0">
                <a:solidFill>
                  <a:srgbClr val="FFFF00"/>
                </a:solidFill>
                <a:latin typeface="Microsoft Sans Serif"/>
                <a:cs typeface="Microsoft Sans Serif"/>
              </a:rPr>
              <a:t>s</a:t>
            </a:r>
            <a:r>
              <a:rPr sz="2400" spc="15" dirty="0">
                <a:solidFill>
                  <a:srgbClr val="FFFF0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00"/>
                </a:solidFill>
                <a:latin typeface="Microsoft Sans Serif"/>
                <a:cs typeface="Microsoft Sans Serif"/>
              </a:rPr>
              <a:t>my demo</a:t>
            </a:r>
            <a:r>
              <a:rPr sz="2400" spc="5" dirty="0">
                <a:solidFill>
                  <a:srgbClr val="FFFF0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00"/>
                </a:solidFill>
                <a:latin typeface="Microsoft Sans Serif"/>
                <a:cs typeface="Microsoft Sans Serif"/>
              </a:rPr>
              <a:t>ap</a:t>
            </a:r>
            <a:r>
              <a:rPr sz="2400" spc="-10" dirty="0">
                <a:solidFill>
                  <a:srgbClr val="FFFF00"/>
                </a:solidFill>
                <a:latin typeface="Microsoft Sans Serif"/>
                <a:cs typeface="Microsoft Sans Serif"/>
              </a:rPr>
              <a:t>p</a:t>
            </a:r>
            <a:r>
              <a:rPr sz="2400" dirty="0">
                <a:solidFill>
                  <a:srgbClr val="FFFF00"/>
                </a:solidFill>
                <a:latin typeface="Microsoft Sans Serif"/>
                <a:cs typeface="Microsoft Sans Serif"/>
              </a:rPr>
              <a:t>';</a:t>
            </a:r>
            <a:endParaRPr sz="2400">
              <a:latin typeface="Microsoft Sans Serif"/>
              <a:cs typeface="Microsoft Sans Serif"/>
            </a:endParaRPr>
          </a:p>
          <a:p>
            <a:pPr marL="92075">
              <a:lnSpc>
                <a:spcPct val="100000"/>
              </a:lnSpc>
              <a:spcBef>
                <a:spcPts val="1440"/>
              </a:spcBef>
            </a:pP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}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1261" y="5631941"/>
            <a:ext cx="5171440" cy="739140"/>
          </a:xfrm>
          <a:prstGeom prst="rect">
            <a:avLst/>
          </a:prstGeom>
          <a:solidFill>
            <a:srgbClr val="9A2C1F"/>
          </a:solidFill>
        </p:spPr>
        <p:txBody>
          <a:bodyPr vert="horz" wrap="square" lIns="0" tIns="0" rIns="0" bIns="0" rtlCol="0">
            <a:spAutoFit/>
          </a:bodyPr>
          <a:lstStyle/>
          <a:p>
            <a:pPr marL="664845">
              <a:lnSpc>
                <a:spcPct val="100000"/>
              </a:lnSpc>
            </a:pP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&lt;</a:t>
            </a:r>
            <a:r>
              <a:rPr sz="2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d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iv</a:t>
            </a:r>
            <a:r>
              <a:rPr sz="28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5" dirty="0">
                <a:solidFill>
                  <a:srgbClr val="FFFF00"/>
                </a:solidFill>
                <a:latin typeface="Microsoft Sans Serif"/>
                <a:cs typeface="Microsoft Sans Serif"/>
              </a:rPr>
              <a:t>{{v</a:t>
            </a:r>
            <a:r>
              <a:rPr sz="2800" spc="-25" dirty="0">
                <a:solidFill>
                  <a:srgbClr val="FFFF00"/>
                </a:solidFill>
                <a:latin typeface="Microsoft Sans Serif"/>
                <a:cs typeface="Microsoft Sans Serif"/>
              </a:rPr>
              <a:t>a</a:t>
            </a:r>
            <a:r>
              <a:rPr sz="2800" spc="-5" dirty="0">
                <a:solidFill>
                  <a:srgbClr val="FFFF00"/>
                </a:solidFill>
                <a:latin typeface="Microsoft Sans Serif"/>
                <a:cs typeface="Microsoft Sans Serif"/>
              </a:rPr>
              <a:t>r</a:t>
            </a:r>
            <a:r>
              <a:rPr sz="2800" spc="-10" dirty="0">
                <a:solidFill>
                  <a:srgbClr val="FFFF00"/>
                </a:solidFill>
                <a:latin typeface="Microsoft Sans Serif"/>
                <a:cs typeface="Microsoft Sans Serif"/>
              </a:rPr>
              <a:t>ia</a:t>
            </a:r>
            <a:r>
              <a:rPr sz="2800" spc="-20" dirty="0">
                <a:solidFill>
                  <a:srgbClr val="FFFF00"/>
                </a:solidFill>
                <a:latin typeface="Microsoft Sans Serif"/>
                <a:cs typeface="Microsoft Sans Serif"/>
              </a:rPr>
              <a:t>bl</a:t>
            </a:r>
            <a:r>
              <a:rPr sz="2800" spc="-15" dirty="0">
                <a:solidFill>
                  <a:srgbClr val="FFFF00"/>
                </a:solidFill>
                <a:latin typeface="Microsoft Sans Serif"/>
                <a:cs typeface="Microsoft Sans Serif"/>
              </a:rPr>
              <a:t>eN</a:t>
            </a:r>
            <a:r>
              <a:rPr sz="2800" spc="-25" dirty="0">
                <a:solidFill>
                  <a:srgbClr val="FFFF00"/>
                </a:solidFill>
                <a:latin typeface="Microsoft Sans Serif"/>
                <a:cs typeface="Microsoft Sans Serif"/>
              </a:rPr>
              <a:t>a</a:t>
            </a:r>
            <a:r>
              <a:rPr sz="2800" spc="-15" dirty="0">
                <a:solidFill>
                  <a:srgbClr val="FFFF00"/>
                </a:solidFill>
                <a:latin typeface="Microsoft Sans Serif"/>
                <a:cs typeface="Microsoft Sans Serif"/>
              </a:rPr>
              <a:t>m</a:t>
            </a:r>
            <a:r>
              <a:rPr sz="2800" spc="-20" dirty="0">
                <a:solidFill>
                  <a:srgbClr val="FFFF00"/>
                </a:solidFill>
                <a:latin typeface="Microsoft Sans Serif"/>
                <a:cs typeface="Microsoft Sans Serif"/>
              </a:rPr>
              <a:t>e</a:t>
            </a:r>
            <a:r>
              <a:rPr sz="2800" spc="4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00"/>
                </a:solidFill>
                <a:latin typeface="Microsoft Sans Serif"/>
                <a:cs typeface="Microsoft Sans Serif"/>
              </a:rPr>
              <a:t>}</a:t>
            </a:r>
            <a:r>
              <a:rPr sz="2800" spc="-10" dirty="0">
                <a:solidFill>
                  <a:srgbClr val="FFFF00"/>
                </a:solidFill>
                <a:latin typeface="Microsoft Sans Serif"/>
                <a:cs typeface="Microsoft Sans Serif"/>
              </a:rPr>
              <a:t>}</a:t>
            </a:r>
            <a:r>
              <a:rPr sz="2800" spc="3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&gt;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 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019800" y="5597652"/>
            <a:ext cx="5474335" cy="672465"/>
          </a:xfrm>
          <a:custGeom>
            <a:avLst/>
            <a:gdLst/>
            <a:ahLst/>
            <a:cxnLst/>
            <a:rect l="l" t="t" r="r" b="b"/>
            <a:pathLst>
              <a:path w="5474334" h="672464">
                <a:moveTo>
                  <a:pt x="0" y="672083"/>
                </a:moveTo>
                <a:lnTo>
                  <a:pt x="5474207" y="672083"/>
                </a:lnTo>
                <a:lnTo>
                  <a:pt x="5474207" y="0"/>
                </a:lnTo>
                <a:lnTo>
                  <a:pt x="0" y="0"/>
                </a:lnTo>
                <a:lnTo>
                  <a:pt x="0" y="672083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019800" y="5597652"/>
            <a:ext cx="5474335" cy="672465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0" rIns="0" bIns="0" rtlCol="0">
            <a:spAutoFit/>
          </a:bodyPr>
          <a:lstStyle/>
          <a:p>
            <a:pPr marL="1009650">
              <a:lnSpc>
                <a:spcPct val="100000"/>
              </a:lnSpc>
            </a:pPr>
            <a:r>
              <a:rPr sz="2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&lt;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d</a:t>
            </a:r>
            <a:r>
              <a:rPr sz="2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i</a:t>
            </a:r>
            <a:r>
              <a:rPr sz="2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v</a:t>
            </a:r>
            <a:r>
              <a:rPr sz="2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00"/>
                </a:solidFill>
                <a:latin typeface="Microsoft Sans Serif"/>
                <a:cs typeface="Microsoft Sans Serif"/>
              </a:rPr>
              <a:t>{{</a:t>
            </a:r>
            <a:r>
              <a:rPr sz="2800" spc="-25" dirty="0">
                <a:solidFill>
                  <a:srgbClr val="FFFF00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00"/>
                </a:solidFill>
                <a:latin typeface="Microsoft Sans Serif"/>
                <a:cs typeface="Microsoft Sans Serif"/>
              </a:rPr>
              <a:t>t</a:t>
            </a:r>
            <a:r>
              <a:rPr sz="2800" spc="-5" dirty="0">
                <a:solidFill>
                  <a:srgbClr val="FFFF00"/>
                </a:solidFill>
                <a:latin typeface="Microsoft Sans Serif"/>
                <a:cs typeface="Microsoft Sans Serif"/>
              </a:rPr>
              <a:t>i</a:t>
            </a:r>
            <a:r>
              <a:rPr sz="2800" spc="-10" dirty="0">
                <a:solidFill>
                  <a:srgbClr val="FFFF00"/>
                </a:solidFill>
                <a:latin typeface="Microsoft Sans Serif"/>
                <a:cs typeface="Microsoft Sans Serif"/>
              </a:rPr>
              <a:t>tle</a:t>
            </a:r>
            <a:r>
              <a:rPr sz="2800" spc="-30" dirty="0">
                <a:solidFill>
                  <a:srgbClr val="FFFF00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00"/>
                </a:solidFill>
                <a:latin typeface="Microsoft Sans Serif"/>
                <a:cs typeface="Microsoft Sans Serif"/>
              </a:rPr>
              <a:t>}</a:t>
            </a:r>
            <a:r>
              <a:rPr sz="2800" spc="-10" dirty="0">
                <a:solidFill>
                  <a:srgbClr val="FFFF00"/>
                </a:solidFill>
                <a:latin typeface="Microsoft Sans Serif"/>
                <a:cs typeface="Microsoft Sans Serif"/>
              </a:rPr>
              <a:t>}</a:t>
            </a:r>
            <a:r>
              <a:rPr sz="2800" spc="5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&gt;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 &lt;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/</a:t>
            </a:r>
            <a:r>
              <a:rPr sz="2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di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v</a:t>
            </a:r>
            <a:r>
              <a:rPr sz="2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&gt;</a:t>
            </a:r>
            <a:endParaRPr sz="2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0500" y="556260"/>
            <a:ext cx="2920365" cy="607060"/>
          </a:xfrm>
          <a:custGeom>
            <a:avLst/>
            <a:gdLst/>
            <a:ahLst/>
            <a:cxnLst/>
            <a:rect l="l" t="t" r="r" b="b"/>
            <a:pathLst>
              <a:path w="2920365" h="607060">
                <a:moveTo>
                  <a:pt x="2818887" y="0"/>
                </a:moveTo>
                <a:lnTo>
                  <a:pt x="101107" y="0"/>
                </a:lnTo>
                <a:lnTo>
                  <a:pt x="97277" y="71"/>
                </a:lnTo>
                <a:lnTo>
                  <a:pt x="56120" y="10523"/>
                </a:lnTo>
                <a:lnTo>
                  <a:pt x="23745" y="35977"/>
                </a:lnTo>
                <a:lnTo>
                  <a:pt x="4091" y="72517"/>
                </a:lnTo>
                <a:lnTo>
                  <a:pt x="0" y="101102"/>
                </a:lnTo>
                <a:lnTo>
                  <a:pt x="0" y="606551"/>
                </a:lnTo>
                <a:lnTo>
                  <a:pt x="2919983" y="606551"/>
                </a:lnTo>
                <a:lnTo>
                  <a:pt x="2919913" y="97277"/>
                </a:lnTo>
                <a:lnTo>
                  <a:pt x="2909463" y="56095"/>
                </a:lnTo>
                <a:lnTo>
                  <a:pt x="2884010" y="23725"/>
                </a:lnTo>
                <a:lnTo>
                  <a:pt x="2847471" y="4086"/>
                </a:lnTo>
                <a:lnTo>
                  <a:pt x="2818887" y="0"/>
                </a:lnTo>
                <a:close/>
              </a:path>
            </a:pathLst>
          </a:custGeom>
          <a:solidFill>
            <a:srgbClr val="9A2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90500" y="556260"/>
            <a:ext cx="2920365" cy="607060"/>
          </a:xfrm>
          <a:custGeom>
            <a:avLst/>
            <a:gdLst/>
            <a:ahLst/>
            <a:cxnLst/>
            <a:rect l="l" t="t" r="r" b="b"/>
            <a:pathLst>
              <a:path w="2920365" h="607060">
                <a:moveTo>
                  <a:pt x="101107" y="0"/>
                </a:moveTo>
                <a:lnTo>
                  <a:pt x="2818887" y="0"/>
                </a:lnTo>
                <a:lnTo>
                  <a:pt x="2833505" y="1045"/>
                </a:lnTo>
                <a:lnTo>
                  <a:pt x="2872869" y="15571"/>
                </a:lnTo>
                <a:lnTo>
                  <a:pt x="2902452" y="44132"/>
                </a:lnTo>
                <a:lnTo>
                  <a:pt x="2918339" y="82812"/>
                </a:lnTo>
                <a:lnTo>
                  <a:pt x="2919983" y="606551"/>
                </a:lnTo>
                <a:lnTo>
                  <a:pt x="0" y="606551"/>
                </a:lnTo>
                <a:lnTo>
                  <a:pt x="0" y="101102"/>
                </a:lnTo>
                <a:lnTo>
                  <a:pt x="1047" y="86484"/>
                </a:lnTo>
                <a:lnTo>
                  <a:pt x="15586" y="47119"/>
                </a:lnTo>
                <a:lnTo>
                  <a:pt x="44158" y="17534"/>
                </a:lnTo>
                <a:lnTo>
                  <a:pt x="82825" y="1646"/>
                </a:lnTo>
                <a:lnTo>
                  <a:pt x="101107" y="0"/>
                </a:lnTo>
                <a:close/>
              </a:path>
            </a:pathLst>
          </a:custGeom>
          <a:ln w="12191">
            <a:solidFill>
              <a:srgbClr val="9A2C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9404" rIns="0" bIns="0" rtlCol="0">
            <a:spAutoFit/>
          </a:bodyPr>
          <a:lstStyle/>
          <a:p>
            <a:pPr marL="429895">
              <a:lnSpc>
                <a:spcPct val="100000"/>
              </a:lnSpc>
            </a:pPr>
            <a:r>
              <a:rPr spc="-15" dirty="0"/>
              <a:t>P</a:t>
            </a:r>
            <a:r>
              <a:rPr spc="10" dirty="0"/>
              <a:t>r</a:t>
            </a:r>
            <a:r>
              <a:rPr spc="5" dirty="0"/>
              <a:t>op</a:t>
            </a:r>
            <a:r>
              <a:rPr spc="-15" dirty="0"/>
              <a:t>erty</a:t>
            </a:r>
            <a:r>
              <a:rPr spc="-50" dirty="0"/>
              <a:t> </a:t>
            </a:r>
            <a:r>
              <a:rPr spc="-15" dirty="0"/>
              <a:t>B</a:t>
            </a:r>
            <a:r>
              <a:rPr dirty="0"/>
              <a:t>in</a:t>
            </a:r>
            <a:r>
              <a:rPr spc="10" dirty="0"/>
              <a:t>d</a:t>
            </a:r>
            <a:r>
              <a:rPr dirty="0"/>
              <a:t>ing</a:t>
            </a:r>
          </a:p>
        </p:txBody>
      </p:sp>
      <p:sp>
        <p:nvSpPr>
          <p:cNvPr id="5" name="object 5"/>
          <p:cNvSpPr/>
          <p:nvPr/>
        </p:nvSpPr>
        <p:spPr>
          <a:xfrm>
            <a:off x="190500" y="1178052"/>
            <a:ext cx="11733530" cy="0"/>
          </a:xfrm>
          <a:custGeom>
            <a:avLst/>
            <a:gdLst/>
            <a:ahLst/>
            <a:cxnLst/>
            <a:rect l="l" t="t" r="r" b="b"/>
            <a:pathLst>
              <a:path w="11733530">
                <a:moveTo>
                  <a:pt x="0" y="0"/>
                </a:moveTo>
                <a:lnTo>
                  <a:pt x="11733275" y="0"/>
                </a:lnTo>
              </a:path>
            </a:pathLst>
          </a:custGeom>
          <a:ln w="12191">
            <a:solidFill>
              <a:srgbClr val="7A211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1261" y="2521458"/>
            <a:ext cx="5311140" cy="2677795"/>
          </a:xfrm>
          <a:custGeom>
            <a:avLst/>
            <a:gdLst/>
            <a:ahLst/>
            <a:cxnLst/>
            <a:rect l="l" t="t" r="r" b="b"/>
            <a:pathLst>
              <a:path w="5311140" h="2677795">
                <a:moveTo>
                  <a:pt x="0" y="2677667"/>
                </a:moveTo>
                <a:lnTo>
                  <a:pt x="5311139" y="2677667"/>
                </a:lnTo>
                <a:lnTo>
                  <a:pt x="5311139" y="0"/>
                </a:lnTo>
                <a:lnTo>
                  <a:pt x="0" y="0"/>
                </a:lnTo>
                <a:lnTo>
                  <a:pt x="0" y="2677667"/>
                </a:lnTo>
                <a:close/>
              </a:path>
            </a:pathLst>
          </a:custGeom>
          <a:solidFill>
            <a:srgbClr val="9A2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347723" y="2745440"/>
            <a:ext cx="1090930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HT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ML 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60163" y="3093963"/>
            <a:ext cx="972819" cy="0"/>
          </a:xfrm>
          <a:custGeom>
            <a:avLst/>
            <a:gdLst/>
            <a:ahLst/>
            <a:cxnLst/>
            <a:rect l="l" t="t" r="r" b="b"/>
            <a:pathLst>
              <a:path w="972820">
                <a:moveTo>
                  <a:pt x="0" y="0"/>
                </a:moveTo>
                <a:lnTo>
                  <a:pt x="972311" y="0"/>
                </a:lnTo>
              </a:path>
            </a:pathLst>
          </a:custGeom>
          <a:ln w="1955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24962" y="3385521"/>
            <a:ext cx="4738370" cy="10210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1295" marR="5080" indent="-189230">
              <a:lnSpc>
                <a:spcPct val="150100"/>
              </a:lnSpc>
            </a:pPr>
            <a:r>
              <a:rPr sz="2800" u="heavy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&lt;</a:t>
            </a:r>
            <a:r>
              <a:rPr sz="2800" u="heavy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butt</a:t>
            </a:r>
            <a:r>
              <a:rPr sz="2800" u="heavy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o</a:t>
            </a:r>
            <a:r>
              <a:rPr sz="2800" u="heavy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n</a:t>
            </a:r>
            <a:r>
              <a:rPr sz="2800" u="heavy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u="heavy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[di</a:t>
            </a:r>
            <a:r>
              <a:rPr sz="2800" u="heavy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sa</a:t>
            </a:r>
            <a:r>
              <a:rPr sz="2800" u="heavy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bl</a:t>
            </a:r>
            <a:r>
              <a:rPr sz="2800" u="heavy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e</a:t>
            </a:r>
            <a:r>
              <a:rPr sz="2800" u="heavy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d]</a:t>
            </a:r>
            <a:r>
              <a:rPr sz="2800" u="heavy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2800" u="heavy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"</a:t>
            </a:r>
            <a:r>
              <a:rPr sz="2800" u="heavy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!</a:t>
            </a:r>
            <a:r>
              <a:rPr sz="2800" u="heavy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isAc</a:t>
            </a:r>
            <a:r>
              <a:rPr sz="2800" u="heavy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t</a:t>
            </a:r>
            <a:r>
              <a:rPr sz="2800" u="heavy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iv</a:t>
            </a:r>
            <a:r>
              <a:rPr sz="2800" u="heavy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e</a:t>
            </a:r>
            <a:r>
              <a:rPr sz="2800" u="heavy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"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u="heavy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cl</a:t>
            </a:r>
            <a:r>
              <a:rPr sz="2800" u="heavy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2800" u="heavy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ss=</a:t>
            </a:r>
            <a:r>
              <a:rPr sz="2800" u="heavy" spc="0" dirty="0">
                <a:solidFill>
                  <a:srgbClr val="FFFFFF"/>
                </a:solidFill>
                <a:latin typeface="Microsoft Sans Serif"/>
                <a:cs typeface="Microsoft Sans Serif"/>
              </a:rPr>
              <a:t>"</a:t>
            </a:r>
            <a:r>
              <a:rPr sz="2800" u="heavy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bt</a:t>
            </a:r>
            <a:r>
              <a:rPr sz="2800" u="heavy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n"&gt;</a:t>
            </a:r>
            <a:r>
              <a:rPr sz="2800" u="heavy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2800" u="heavy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D</a:t>
            </a:r>
            <a:r>
              <a:rPr sz="2800" u="heavy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D</a:t>
            </a:r>
            <a:r>
              <a:rPr sz="2800" u="heavy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&lt;/b</a:t>
            </a:r>
            <a:r>
              <a:rPr sz="2800" u="heavy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utt</a:t>
            </a:r>
            <a:r>
              <a:rPr sz="2800" u="heavy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o</a:t>
            </a:r>
            <a:r>
              <a:rPr sz="2800" u="heavy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n&gt;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019800" y="2488692"/>
            <a:ext cx="5904230" cy="4063365"/>
          </a:xfrm>
          <a:custGeom>
            <a:avLst/>
            <a:gdLst/>
            <a:ahLst/>
            <a:cxnLst/>
            <a:rect l="l" t="t" r="r" b="b"/>
            <a:pathLst>
              <a:path w="5904230" h="4063365">
                <a:moveTo>
                  <a:pt x="0" y="4062983"/>
                </a:moveTo>
                <a:lnTo>
                  <a:pt x="5903975" y="4062983"/>
                </a:lnTo>
                <a:lnTo>
                  <a:pt x="5903975" y="0"/>
                </a:lnTo>
                <a:lnTo>
                  <a:pt x="0" y="0"/>
                </a:lnTo>
                <a:lnTo>
                  <a:pt x="0" y="4062983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019800" y="2488692"/>
            <a:ext cx="5904230" cy="4063365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0" rIns="0" bIns="0" rtlCol="0">
            <a:spAutoFit/>
          </a:bodyPr>
          <a:lstStyle/>
          <a:p>
            <a:pPr marL="92075" marR="1551940" indent="2035810">
              <a:lnSpc>
                <a:spcPct val="147900"/>
              </a:lnSpc>
            </a:pPr>
            <a:r>
              <a:rPr sz="2800" u="heavy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T</a:t>
            </a:r>
            <a:r>
              <a:rPr sz="2800" u="heavy" dirty="0">
                <a:solidFill>
                  <a:srgbClr val="FFFFFF"/>
                </a:solidFill>
                <a:latin typeface="Microsoft Sans Serif"/>
                <a:cs typeface="Microsoft Sans Serif"/>
              </a:rPr>
              <a:t>y</a:t>
            </a:r>
            <a:r>
              <a:rPr sz="2800" u="heavy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p</a:t>
            </a:r>
            <a:r>
              <a:rPr sz="2800" u="heavy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e</a:t>
            </a:r>
            <a:r>
              <a:rPr sz="2800" u="heavy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</a:t>
            </a:r>
            <a:r>
              <a:rPr sz="2800" u="heavy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c</a:t>
            </a:r>
            <a:r>
              <a:rPr sz="2800" u="heavy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r</a:t>
            </a:r>
            <a:r>
              <a:rPr sz="2800" u="heavy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ipt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export c</a:t>
            </a:r>
            <a:r>
              <a:rPr sz="24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l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ass</a:t>
            </a:r>
            <a:r>
              <a:rPr sz="2400" spc="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C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l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i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ent</a:t>
            </a:r>
            <a:r>
              <a:rPr sz="24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C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o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m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p</a:t>
            </a: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o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n</a:t>
            </a: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e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n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t</a:t>
            </a:r>
            <a:r>
              <a:rPr sz="24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{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i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sAct</a:t>
            </a:r>
            <a:r>
              <a:rPr sz="24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i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ve</a:t>
            </a:r>
            <a:r>
              <a:rPr sz="24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= fa</a:t>
            </a:r>
            <a:r>
              <a:rPr sz="24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l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s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e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;</a:t>
            </a:r>
            <a:endParaRPr sz="2400">
              <a:latin typeface="Microsoft Sans Serif"/>
              <a:cs typeface="Microsoft Sans Serif"/>
            </a:endParaRPr>
          </a:p>
          <a:p>
            <a:pPr marL="92075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co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n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structo</a:t>
            </a: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r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()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{  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endParaRPr sz="2400">
              <a:latin typeface="Microsoft Sans Serif"/>
              <a:cs typeface="Microsoft Sans Serif"/>
            </a:endParaRPr>
          </a:p>
          <a:p>
            <a:pPr marL="92075">
              <a:lnSpc>
                <a:spcPct val="100000"/>
              </a:lnSpc>
              <a:spcBef>
                <a:spcPts val="1440"/>
              </a:spcBef>
            </a:pP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setT</a:t>
            </a:r>
            <a:r>
              <a:rPr sz="24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i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meout(</a:t>
            </a: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(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)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=&gt; </a:t>
            </a:r>
            <a:endParaRPr sz="2400">
              <a:latin typeface="Microsoft Sans Serif"/>
              <a:cs typeface="Microsoft Sans Serif"/>
            </a:endParaRPr>
          </a:p>
          <a:p>
            <a:pPr marL="92075" marR="1014094">
              <a:lnSpc>
                <a:spcPts val="4320"/>
              </a:lnSpc>
              <a:spcBef>
                <a:spcPts val="384"/>
              </a:spcBef>
            </a:pP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{  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th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i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s.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i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sAct</a:t>
            </a:r>
            <a:r>
              <a:rPr sz="24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i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ve</a:t>
            </a:r>
            <a:r>
              <a:rPr sz="24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t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r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ue;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 },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20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0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0);</a:t>
            </a:r>
            <a:r>
              <a:rPr sz="2400" spc="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}  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ngOnIn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i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t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(</a:t>
            </a: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)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{  }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8511" y="1318790"/>
            <a:ext cx="11391265" cy="1062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Property b</a:t>
            </a:r>
            <a:r>
              <a:rPr sz="24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4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nd</a:t>
            </a:r>
            <a:r>
              <a:rPr sz="24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4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ng</a:t>
            </a:r>
            <a:r>
              <a:rPr sz="24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4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4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4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w</a:t>
            </a:r>
            <a:r>
              <a:rPr sz="24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us</a:t>
            </a:r>
            <a:r>
              <a:rPr sz="24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to</a:t>
            </a:r>
            <a:r>
              <a:rPr sz="24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24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4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nd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va</a:t>
            </a:r>
            <a:r>
              <a:rPr sz="24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4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ues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to propert</a:t>
            </a:r>
            <a:r>
              <a:rPr sz="24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ies</a:t>
            </a:r>
            <a:r>
              <a:rPr sz="24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of</a:t>
            </a:r>
            <a:r>
              <a:rPr sz="24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an e</a:t>
            </a:r>
            <a:r>
              <a:rPr sz="24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lement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to mod</a:t>
            </a:r>
            <a:r>
              <a:rPr sz="24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4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fy</a:t>
            </a:r>
            <a:r>
              <a:rPr sz="24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4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4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r </a:t>
            </a:r>
            <a:r>
              <a:rPr sz="24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be</a:t>
            </a:r>
            <a:r>
              <a:rPr sz="24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h</a:t>
            </a:r>
            <a:r>
              <a:rPr sz="24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av</a:t>
            </a:r>
            <a:r>
              <a:rPr sz="24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4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or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or app</a:t>
            </a:r>
            <a:r>
              <a:rPr sz="24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arance.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Th</a:t>
            </a:r>
            <a:r>
              <a:rPr sz="24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4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can </a:t>
            </a:r>
            <a:r>
              <a:rPr sz="24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4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nc</a:t>
            </a:r>
            <a:r>
              <a:rPr sz="24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4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4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propert</a:t>
            </a:r>
            <a:r>
              <a:rPr sz="24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4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es</a:t>
            </a:r>
            <a:r>
              <a:rPr sz="24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such as c</a:t>
            </a:r>
            <a:r>
              <a:rPr sz="24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4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ass,</a:t>
            </a:r>
            <a:r>
              <a:rPr sz="24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4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sab</a:t>
            </a:r>
            <a:r>
              <a:rPr sz="24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4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d,</a:t>
            </a:r>
            <a:r>
              <a:rPr sz="2400" spc="7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hre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f</a:t>
            </a:r>
            <a:r>
              <a:rPr sz="2400" spc="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or 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textCo</a:t>
            </a:r>
            <a:r>
              <a:rPr sz="24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tent.</a:t>
            </a:r>
            <a:endParaRPr sz="2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01896" y="2988564"/>
            <a:ext cx="3174491" cy="670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491989" y="2979420"/>
            <a:ext cx="3150991" cy="6443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382</TotalTime>
  <Words>1485</Words>
  <Application>Microsoft Office PowerPoint</Application>
  <PresentationFormat>Widescreen</PresentationFormat>
  <Paragraphs>240</Paragraphs>
  <Slides>32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Arial</vt:lpstr>
      <vt:lpstr>Calibri</vt:lpstr>
      <vt:lpstr>Georgia</vt:lpstr>
      <vt:lpstr>Microsoft Sans Serif</vt:lpstr>
      <vt:lpstr>Times New Roman</vt:lpstr>
      <vt:lpstr>Wingdings</vt:lpstr>
      <vt:lpstr>Office Theme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Enter into newly created project folder i.e. MyFirstDemoApp</vt:lpstr>
      <vt:lpstr>PowerPoint Presentation</vt:lpstr>
      <vt:lpstr>Structure of project</vt:lpstr>
      <vt:lpstr>PowerPoint Presentation</vt:lpstr>
      <vt:lpstr>How App Start </vt:lpstr>
      <vt:lpstr>PowerPoint Presentation</vt:lpstr>
      <vt:lpstr> TypeScript Features</vt:lpstr>
      <vt:lpstr> TypeScript Features</vt:lpstr>
      <vt:lpstr> TypeScript Features</vt:lpstr>
      <vt:lpstr> TypeScript Features</vt:lpstr>
      <vt:lpstr> TypeScript Features</vt:lpstr>
      <vt:lpstr>Components</vt:lpstr>
      <vt:lpstr>PowerPoint Presentation</vt:lpstr>
      <vt:lpstr>Creating Component</vt:lpstr>
      <vt:lpstr>Component Selector</vt:lpstr>
      <vt:lpstr>Define by dot ( . ) in selector name.  </vt:lpstr>
      <vt:lpstr>Data binding</vt:lpstr>
      <vt:lpstr>String Interpolation</vt:lpstr>
      <vt:lpstr>Property Binding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Raja</dc:creator>
  <cp:lastModifiedBy>Raj Gs</cp:lastModifiedBy>
  <cp:revision>15</cp:revision>
  <dcterms:created xsi:type="dcterms:W3CDTF">2019-04-03T20:24:17Z</dcterms:created>
  <dcterms:modified xsi:type="dcterms:W3CDTF">2025-12-03T04:57:37Z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2019-04-03T00:00:00Z</vt:filetime>
  </property>
  <property fmtid="{D5CDD505-2E9C-101B-9397-08002B2CF9AE}" pid="3" name="LastSaved">
    <vt:filetime>2019-04-03T00:00:00Z</vt:filetime>
  </property>
</Properties>
</file>