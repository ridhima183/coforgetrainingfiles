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5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60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AD14F6-5759-C8F8-D05D-4932776C8135}"/>
              </a:ext>
            </a:extLst>
          </p:cNvPr>
          <p:cNvSpPr txBox="1"/>
          <p:nvPr/>
        </p:nvSpPr>
        <p:spPr>
          <a:xfrm>
            <a:off x="820689" y="857500"/>
            <a:ext cx="3286959" cy="43339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268"/>
              </a:spcBef>
              <a:spcAft>
                <a:spcPts val="268"/>
              </a:spcAft>
            </a:pPr>
            <a:r>
              <a:rPr lang="en-IN" sz="2142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DM Sans Merlin"/>
              </a:rPr>
              <a:t>Single-Page Applications (SPAs):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Angular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React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Vue.js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Ember.js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Backbone.js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Meteor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Firebase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Google Web Toolkit (GWT)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FD198-EFAB-5C18-1413-6D7F2855CE81}"/>
              </a:ext>
            </a:extLst>
          </p:cNvPr>
          <p:cNvSpPr txBox="1"/>
          <p:nvPr/>
        </p:nvSpPr>
        <p:spPr>
          <a:xfrm>
            <a:off x="4713795" y="1022270"/>
            <a:ext cx="3519137" cy="3674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268"/>
              </a:spcBef>
              <a:spcAft>
                <a:spcPts val="268"/>
              </a:spcAft>
            </a:pPr>
            <a:r>
              <a:rPr lang="en-IN" sz="2142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DM Sans Merlin"/>
              </a:rPr>
              <a:t>Traditional Web Applications: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Ruby on Rails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Django (Python)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Laravel (PHP)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ASP.NET (C#)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Spring (Java)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Express.js (Node.js)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CodeIgniter (PHP)</a:t>
            </a:r>
          </a:p>
          <a:p>
            <a:pPr>
              <a:spcBef>
                <a:spcPts val="268"/>
              </a:spcBef>
              <a:spcAft>
                <a:spcPts val="268"/>
              </a:spcAft>
              <a:buFont typeface="+mj-lt"/>
              <a:buAutoNum type="arabicPeriod"/>
            </a:pPr>
            <a:r>
              <a:rPr lang="en-IN" sz="2142" dirty="0">
                <a:solidFill>
                  <a:srgbClr val="09090B"/>
                </a:solidFill>
                <a:latin typeface="DM Sans Merlin"/>
              </a:rPr>
              <a:t>Symfony (PHP)</a:t>
            </a:r>
            <a:endParaRPr lang="en-IN" sz="2142" dirty="0"/>
          </a:p>
        </p:txBody>
      </p:sp>
    </p:spTree>
    <p:extLst>
      <p:ext uri="{BB962C8B-B14F-4D97-AF65-F5344CB8AC3E}">
        <p14:creationId xmlns:p14="http://schemas.microsoft.com/office/powerpoint/2010/main" val="416411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3941" y="827314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</a:rPr>
              <a:t>It is a Software Framework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110</Words>
  <Application>Microsoft Office PowerPoint</Application>
  <PresentationFormat>On-screen Show (16:9)</PresentationFormat>
  <Paragraphs>59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DM Sans Merlin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Raja</dc:creator>
  <cp:lastModifiedBy>Raj Gs</cp:lastModifiedBy>
  <cp:revision>4</cp:revision>
  <dcterms:created xsi:type="dcterms:W3CDTF">2019-03-30T04:51:10Z</dcterms:created>
  <dcterms:modified xsi:type="dcterms:W3CDTF">2026-08-01T17:32:28Z</dcterms:modified>
</cp:coreProperties>
</file>